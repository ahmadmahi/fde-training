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80" r:id="rId3"/>
    <p:sldId id="281" r:id="rId4"/>
    <p:sldId id="282" r:id="rId5"/>
    <p:sldId id="283" r:id="rId6"/>
    <p:sldId id="284" r:id="rId7"/>
    <p:sldId id="285" r:id="rId8"/>
    <p:sldId id="286" r:id="rId9"/>
    <p:sldId id="287" r:id="rId10"/>
    <p:sldId id="288" r:id="rId11"/>
    <p:sldId id="289" r:id="rId12"/>
    <p:sldId id="290" r:id="rId13"/>
    <p:sldId id="291" r:id="rId14"/>
    <p:sldId id="292" r:id="rId15"/>
    <p:sldId id="293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EFEE"/>
    <a:srgbClr val="E6EAE6"/>
    <a:srgbClr val="AA9D67"/>
    <a:srgbClr val="3A543B"/>
    <a:srgbClr val="EEEFEE"/>
    <a:srgbClr val="FFFFFF"/>
    <a:srgbClr val="F0F0F0"/>
    <a:srgbClr val="E4E5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1136" autoAdjust="0"/>
    <p:restoredTop sz="94660"/>
  </p:normalViewPr>
  <p:slideViewPr>
    <p:cSldViewPr snapToGrid="0">
      <p:cViewPr varScale="1">
        <p:scale>
          <a:sx n="70" d="100"/>
          <a:sy n="70" d="100"/>
        </p:scale>
        <p:origin x="84" y="2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5E5AD-EB0B-4CA8-9DF6-5CC2B6FF49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41190-29F5-4EBE-80F4-1EE1AF4645D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5E5AD-EB0B-4CA8-9DF6-5CC2B6FF49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41190-29F5-4EBE-80F4-1EE1AF4645D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5E5AD-EB0B-4CA8-9DF6-5CC2B6FF49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41190-29F5-4EBE-80F4-1EE1AF4645D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5E5AD-EB0B-4CA8-9DF6-5CC2B6FF49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41190-29F5-4EBE-80F4-1EE1AF4645D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5E5AD-EB0B-4CA8-9DF6-5CC2B6FF49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41190-29F5-4EBE-80F4-1EE1AF4645D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5E5AD-EB0B-4CA8-9DF6-5CC2B6FF49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41190-29F5-4EBE-80F4-1EE1AF4645D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5E5AD-EB0B-4CA8-9DF6-5CC2B6FF49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41190-29F5-4EBE-80F4-1EE1AF4645D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5E5AD-EB0B-4CA8-9DF6-5CC2B6FF49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41190-29F5-4EBE-80F4-1EE1AF4645D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5E5AD-EB0B-4CA8-9DF6-5CC2B6FF49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41190-29F5-4EBE-80F4-1EE1AF4645D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5E5AD-EB0B-4CA8-9DF6-5CC2B6FF49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41190-29F5-4EBE-80F4-1EE1AF4645D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5E5AD-EB0B-4CA8-9DF6-5CC2B6FF49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41190-29F5-4EBE-80F4-1EE1AF4645D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95E5AD-EB0B-4CA8-9DF6-5CC2B6FF49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141190-29F5-4EBE-80F4-1EE1AF4645D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Chunking Strategies in RAG Systems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Designing Effective Context Units for Retrieval-Augmented Generation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Chunking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Chunking directly impacts retrieval quality and generation accuracy</a:t>
            </a:r>
          </a:p>
          <a:p>
            <a:pPr lvl="1"/>
            <a:r>
              <a:t>Poor chunking leads to hallucinations</a:t>
            </a:r>
          </a:p>
          <a:p>
            <a:pPr lvl="1"/>
            <a:r>
              <a:t>Controls context window usage</a:t>
            </a:r>
          </a:p>
          <a:p>
            <a:pPr lvl="1"/>
            <a:r>
              <a:t>Balances recall, precision, and cost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Fixed-Size Chunking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Splits text into equal token/character lengths</a:t>
            </a:r>
          </a:p>
          <a:p>
            <a:pPr lvl="1"/>
            <a:r>
              <a:t>Simple and fast implementation</a:t>
            </a:r>
          </a:p>
          <a:p>
            <a:pPr lvl="1"/>
            <a:r>
              <a:t>May break sentences and semantic meaning</a:t>
            </a:r>
          </a:p>
          <a:p>
            <a:pPr lvl="1"/>
            <a:r>
              <a:t>Useful for structured or short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Fixed-Size with Overlap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Adds sliding window overlap between chunks</a:t>
            </a:r>
          </a:p>
          <a:p>
            <a:pPr lvl="1"/>
            <a:r>
              <a:t>Preserves boundary context</a:t>
            </a:r>
          </a:p>
          <a:p>
            <a:pPr lvl="1"/>
            <a:r>
              <a:t>Improves recall and continuity</a:t>
            </a:r>
          </a:p>
          <a:p>
            <a:pPr lvl="1"/>
            <a:r>
              <a:t>Higher embedding and storage cost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Sentence-Based Chunking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Splits based on sentence boundaries</a:t>
            </a:r>
          </a:p>
          <a:p>
            <a:pPr lvl="1"/>
            <a:r>
              <a:t>Maintains natural semantic integrity</a:t>
            </a:r>
          </a:p>
          <a:p>
            <a:pPr lvl="1"/>
            <a:r>
              <a:t>Inconsistent chunk sizes</a:t>
            </a:r>
          </a:p>
          <a:p>
            <a:pPr lvl="1"/>
            <a:r>
              <a:t>Best for blogs and articles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Paragraph-Based Chunking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Each paragraph treated as a chunk</a:t>
            </a:r>
          </a:p>
          <a:p>
            <a:pPr lvl="1"/>
            <a:r>
              <a:t>Human-readable logical segmentation</a:t>
            </a:r>
          </a:p>
          <a:p>
            <a:pPr lvl="1"/>
            <a:r>
              <a:t>May create very short or long chunks</a:t>
            </a:r>
          </a:p>
          <a:p>
            <a:pPr lvl="1"/>
            <a:r>
              <a:t>Common in documentation and FAQs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Semantic Chunking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Splits text based on meaning shifts</a:t>
            </a:r>
          </a:p>
          <a:p>
            <a:pPr lvl="1"/>
            <a:r>
              <a:t>Uses embeddings to detect topic change</a:t>
            </a:r>
          </a:p>
          <a:p>
            <a:pPr lvl="1"/>
            <a:r>
              <a:t>High retrieval precision</a:t>
            </a:r>
          </a:p>
          <a:p>
            <a:pPr lvl="1"/>
            <a:r>
              <a:t>More preprocessing cost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Recursive / Hierarchical Chunking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Splits using document structure hierarchy</a:t>
            </a:r>
          </a:p>
          <a:p>
            <a:pPr lvl="1"/>
            <a:r>
              <a:t>Section → Subsection → Paragraph</a:t>
            </a:r>
          </a:p>
          <a:p>
            <a:pPr lvl="1"/>
            <a:r>
              <a:t>Works well for technical documentation</a:t>
            </a:r>
          </a:p>
          <a:p>
            <a:pPr lvl="1"/>
            <a:r>
              <a:t>Requires structured content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Sliding Window Chunking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Designed for transcripts and streaming data</a:t>
            </a:r>
          </a:p>
          <a:p>
            <a:pPr lvl="1"/>
            <a:r>
              <a:t>Maintains continuity across long texts</a:t>
            </a:r>
          </a:p>
          <a:p>
            <a:pPr lvl="1"/>
            <a:r>
              <a:t>Often used for meeting logs and call transcripts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Query-Aware Chunking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Chunking strategy adapts based on query type</a:t>
            </a:r>
          </a:p>
          <a:p>
            <a:pPr lvl="1"/>
            <a:r>
              <a:t>Dynamic retrieval granularity</a:t>
            </a:r>
          </a:p>
          <a:p>
            <a:pPr lvl="1"/>
            <a:r>
              <a:t>Used in advanced and agentic systems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Hybrid Chunking (Modern Practice)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Combines structural + token + semantic strategies</a:t>
            </a:r>
          </a:p>
          <a:p>
            <a:pPr lvl="1"/>
            <a:r>
              <a:t>Optimizes recall and precision</a:t>
            </a:r>
          </a:p>
          <a:p>
            <a:pPr lvl="1"/>
            <a:r>
              <a:t>Balances cost and performance</a:t>
            </a:r>
          </a:p>
          <a:p>
            <a:pPr lvl="1"/>
            <a:r>
              <a:t>Common in production RAG systems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Practical Chunk Size Guidelines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FAQs: 200–400 tokens</a:t>
            </a:r>
          </a:p>
          <a:p>
            <a:pPr lvl="1"/>
            <a:r>
              <a:t>Blogs: 400–800 tokens</a:t>
            </a:r>
          </a:p>
          <a:p>
            <a:pPr lvl="1"/>
            <a:r>
              <a:t>Technical Docs: 500–1000 tokens</a:t>
            </a:r>
          </a:p>
          <a:p>
            <a:pPr lvl="1"/>
            <a:r>
              <a:t>Contracts: Section-based</a:t>
            </a:r>
          </a:p>
          <a:p>
            <a:pPr lvl="1"/>
            <a:r>
              <a:t>Golden Rule: Each chunk should answer independently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Chunking Mistakes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Chunks too small → Low context</a:t>
            </a:r>
          </a:p>
          <a:p>
            <a:pPr lvl="1"/>
            <a:r>
              <a:t>Chunks too large → Low precision</a:t>
            </a:r>
          </a:p>
          <a:p>
            <a:pPr lvl="1"/>
            <a:r>
              <a:t>No overlap → Boundary information loss</a:t>
            </a:r>
          </a:p>
          <a:p>
            <a:pPr lvl="1"/>
            <a:r>
              <a:t>Ignoring LLM token limits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Takeaway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Chunking is memory design for AI systems</a:t>
            </a:r>
          </a:p>
          <a:p>
            <a:pPr lvl="1"/>
            <a:r>
              <a:t>It determines what the model can recall</a:t>
            </a:r>
          </a:p>
          <a:p>
            <a:pPr lvl="1"/>
            <a:r>
              <a:t>80% of RAG failures originate from poor chunking design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2184</Words>
  <Application>WPS Sheets</Application>
  <PresentationFormat>宽屏</PresentationFormat>
  <Paragraphs>93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37" baseType="lpstr">
      <vt:lpstr>Arial</vt:lpstr>
      <vt:lpstr>SimSun</vt:lpstr>
      <vt:lpstr>Wingdings</vt:lpstr>
      <vt:lpstr>张海山锐线体2.0</vt:lpstr>
      <vt:lpstr>冬青黑体简体中文</vt:lpstr>
      <vt:lpstr>方正兰亭超细黑简体</vt:lpstr>
      <vt:lpstr>Century Gothic</vt:lpstr>
      <vt:lpstr>苹方-简</vt:lpstr>
      <vt:lpstr>Microsoft YaHei</vt:lpstr>
      <vt:lpstr>汉仪旗黑</vt:lpstr>
      <vt:lpstr>Arial Unicode MS</vt:lpstr>
      <vt:lpstr>宋体-简</vt:lpstr>
      <vt:lpstr>黑体-简</vt:lpstr>
      <vt:lpstr>等线 Light</vt:lpstr>
      <vt:lpstr>等线</vt:lpstr>
      <vt:lpstr>Calibri</vt:lpstr>
      <vt:lpstr>Helvetica Neue</vt:lpstr>
      <vt:lpstr>Calibri</vt:lpstr>
      <vt:lpstr>Cordia New</vt:lpstr>
      <vt:lpstr>Cordia New</vt:lpstr>
      <vt:lpstr>张海山锐线体2.0</vt:lpstr>
      <vt:lpstr>方正兰亭超细黑简体</vt:lpstr>
      <vt:lpstr>Office 主题​​</vt:lpstr>
      <vt:lpstr>Chunking Strategies in RAG Systems</vt:lpstr>
      <vt:lpstr>Why Chunking Matters</vt:lpstr>
      <vt:lpstr>1. Fixed-Size Chunking</vt:lpstr>
      <vt:lpstr>2. Fixed-Size with Overlap</vt:lpstr>
      <vt:lpstr>3. Sentence-Based Chunking</vt:lpstr>
      <vt:lpstr>4. Paragraph-Based Chunking</vt:lpstr>
      <vt:lpstr>5. Semantic Chunking</vt:lpstr>
      <vt:lpstr>6. Recursive / Hierarchical Chunking</vt:lpstr>
      <vt:lpstr>7. Sliding Window Chunking</vt:lpstr>
      <vt:lpstr>8. Query-Aware Chunking</vt:lpstr>
      <vt:lpstr>9. Hybrid Chunking (Modern Practice)</vt:lpstr>
      <vt:lpstr>Practical Chunk Size Guidelines</vt:lpstr>
      <vt:lpstr>Common Chunking Mistakes</vt:lpstr>
      <vt:lpstr>Final Takeaway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PC</dc:creator>
  <cp:lastModifiedBy>shukranaahmed</cp:lastModifiedBy>
  <cp:revision>59</cp:revision>
  <dcterms:created xsi:type="dcterms:W3CDTF">2026-02-24T10:23:53Z</dcterms:created>
  <dcterms:modified xsi:type="dcterms:W3CDTF">2026-02-24T10:23:53Z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1033-12.1.23155.23155</vt:lpwstr>
  </property>
  <property fmtid="{D5CDD505-2E9C-101B-9397-08002B2CF9AE}" pid="3" name="ICV">
    <vt:lpwstr>9A1553E7AE37754B037C9D699EE6B0AF_41</vt:lpwstr>
  </property>
</Properties>
</file>