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1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FEE"/>
    <a:srgbClr val="E6EAE6"/>
    <a:srgbClr val="AA9D67"/>
    <a:srgbClr val="3A543B"/>
    <a:srgbClr val="EEEFEE"/>
    <a:srgbClr val="FFFFFF"/>
    <a:srgbClr val="F0F0F0"/>
    <a:srgbClr val="E4E5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136" autoAdjust="0"/>
    <p:restoredTop sz="94660"/>
  </p:normalViewPr>
  <p:slideViewPr>
    <p:cSldViewPr snapToGrid="0">
      <p:cViewPr varScale="1">
        <p:scale>
          <a:sx n="70" d="100"/>
          <a:sy n="70" d="100"/>
        </p:scale>
        <p:origin x="8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158750"/>
            <a:ext cx="10058400" cy="6540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815" y="172720"/>
            <a:ext cx="9563735" cy="6512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950" y="139700"/>
            <a:ext cx="9944100" cy="6578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0" y="31750"/>
            <a:ext cx="10033000" cy="6794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6140" y="26035"/>
            <a:ext cx="7949565" cy="68319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558800"/>
            <a:ext cx="10020300" cy="574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00" y="749300"/>
            <a:ext cx="9956800" cy="5359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00" y="381000"/>
            <a:ext cx="99568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50" y="590550"/>
            <a:ext cx="9994900" cy="5676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368300"/>
            <a:ext cx="10058400" cy="6121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550" y="152400"/>
            <a:ext cx="9994900" cy="655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00" y="177800"/>
            <a:ext cx="9956800" cy="6502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5300" y="336550"/>
            <a:ext cx="8661400" cy="6184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Sheets</Application>
  <PresentationFormat>宽屏</PresentationFormat>
  <Paragraphs>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4" baseType="lpstr">
      <vt:lpstr>Arial</vt:lpstr>
      <vt:lpstr>SimSun</vt:lpstr>
      <vt:lpstr>Wingdings</vt:lpstr>
      <vt:lpstr>张海山锐线体2.0</vt:lpstr>
      <vt:lpstr>冬青黑体简体中文</vt:lpstr>
      <vt:lpstr>方正兰亭超细黑简体</vt:lpstr>
      <vt:lpstr>Century Gothic</vt:lpstr>
      <vt:lpstr>苹方-简</vt:lpstr>
      <vt:lpstr>Microsoft YaHei</vt:lpstr>
      <vt:lpstr>汉仪旗黑</vt:lpstr>
      <vt:lpstr>Arial Unicode MS</vt:lpstr>
      <vt:lpstr>等线 Light</vt:lpstr>
      <vt:lpstr>宋体-简</vt:lpstr>
      <vt:lpstr>等线</vt:lpstr>
      <vt:lpstr>Calibri</vt:lpstr>
      <vt:lpstr>Helvetica Neue</vt:lpstr>
      <vt:lpstr>Calibri</vt:lpstr>
      <vt:lpstr>Cordia New</vt:lpstr>
      <vt:lpstr>黑体-简</vt:lpstr>
      <vt:lpstr>Office 主题​​</vt:lpstr>
      <vt:lpstr>LLM as Judge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shukranaahmed</cp:lastModifiedBy>
  <cp:revision>59</cp:revision>
  <dcterms:created xsi:type="dcterms:W3CDTF">2026-02-26T18:43:44Z</dcterms:created>
  <dcterms:modified xsi:type="dcterms:W3CDTF">2026-02-26T18:43:44Z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1033-12.1.23155.23155</vt:lpwstr>
  </property>
  <property fmtid="{D5CDD505-2E9C-101B-9397-08002B2CF9AE}" pid="3" name="ICV">
    <vt:lpwstr>1796E9007ABBF7DEAD92A069AAB653BF_41</vt:lpwstr>
  </property>
</Properties>
</file>