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webp" ContentType="image/webp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25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4" r:id="rId18"/>
    <p:sldId id="295" r:id="rId19"/>
    <p:sldId id="296" r:id="rId20"/>
    <p:sldId id="297" r:id="rId21"/>
    <p:sldId id="298" r:id="rId22"/>
    <p:sldId id="299" r:id="rId23"/>
    <p:sldId id="300" r:id="rId24"/>
    <p:sldId id="301" r:id="rId25"/>
    <p:sldId id="302" r:id="rId26"/>
    <p:sldId id="303" r:id="rId27"/>
    <p:sldId id="304" r:id="rId28"/>
    <p:sldId id="305" r:id="rId29"/>
    <p:sldId id="306" r:id="rId30"/>
    <p:sldId id="307" r:id="rId31"/>
    <p:sldId id="308" r:id="rId32"/>
    <p:sldId id="309" r:id="rId33"/>
    <p:sldId id="310" r:id="rId34"/>
    <p:sldId id="311" r:id="rId35"/>
    <p:sldId id="312" r:id="rId36"/>
    <p:sldId id="313" r:id="rId37"/>
    <p:sldId id="314" r:id="rId38"/>
    <p:sldId id="315" r:id="rId39"/>
    <p:sldId id="316" r:id="rId40"/>
    <p:sldId id="317" r:id="rId41"/>
    <p:sldId id="318" r:id="rId42"/>
    <p:sldId id="319" r:id="rId43"/>
    <p:sldId id="320" r:id="rId44"/>
    <p:sldId id="321" r:id="rId45"/>
    <p:sldId id="322" r:id="rId46"/>
    <p:sldId id="323" r:id="rId47"/>
    <p:sldId id="324" r:id="rId48"/>
    <p:sldId id="258" r:id="rId49"/>
    <p:sldId id="259" r:id="rId50"/>
    <p:sldId id="261" r:id="rId51"/>
    <p:sldId id="265" r:id="rId52"/>
    <p:sldId id="266" r:id="rId53"/>
    <p:sldId id="267" r:id="rId54"/>
    <p:sldId id="262" r:id="rId55"/>
    <p:sldId id="268" r:id="rId56"/>
    <p:sldId id="269" r:id="rId57"/>
    <p:sldId id="270" r:id="rId58"/>
    <p:sldId id="271" r:id="rId59"/>
    <p:sldId id="263" r:id="rId60"/>
    <p:sldId id="272" r:id="rId61"/>
    <p:sldId id="273" r:id="rId62"/>
    <p:sldId id="274" r:id="rId63"/>
    <p:sldId id="275" r:id="rId64"/>
    <p:sldId id="264" r:id="rId65"/>
    <p:sldId id="260" r:id="rId66"/>
    <p:sldId id="276" r:id="rId67"/>
    <p:sldId id="278" r:id="rId68"/>
    <p:sldId id="277" r:id="rId69"/>
    <p:sldId id="279" r:id="rId7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FEE"/>
    <a:srgbClr val="E6EAE6"/>
    <a:srgbClr val="AA9D67"/>
    <a:srgbClr val="3A543B"/>
    <a:srgbClr val="EEEFEE"/>
    <a:srgbClr val="FFFFFF"/>
    <a:srgbClr val="F0F0F0"/>
    <a:srgbClr val="E4E5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136" autoAdjust="0"/>
    <p:restoredTop sz="94660"/>
  </p:normalViewPr>
  <p:slideViewPr>
    <p:cSldViewPr snapToGrid="0">
      <p:cViewPr varScale="1">
        <p:scale>
          <a:sx n="70" d="100"/>
          <a:sy n="70" d="100"/>
        </p:scale>
        <p:origin x="84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3" Type="http://schemas.openxmlformats.org/officeDocument/2006/relationships/tableStyles" Target="tableStyles.xml"/><Relationship Id="rId72" Type="http://schemas.openxmlformats.org/officeDocument/2006/relationships/viewProps" Target="viewProps.xml"/><Relationship Id="rId71" Type="http://schemas.openxmlformats.org/officeDocument/2006/relationships/presProps" Target="presProps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webp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4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4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4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image" Target="../media/image4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825750" y="1929765"/>
            <a:ext cx="7211060" cy="2371725"/>
          </a:xfrm>
        </p:spPr>
        <p:txBody>
          <a:bodyPr/>
          <a:lstStyle/>
          <a:p>
            <a:pPr>
              <a:defRPr sz="4000" b="1"/>
            </a:pPr>
            <a:r>
              <a:t>Retrieval-Augmented Generation (RAG)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Retrieval-Augmented Generation (RAG)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From Static LLMs to Intelligent E-commerce Systems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Professional Architecture Deep Dive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Why Do LLMs Fail in Real Products?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• Static knowledge</a:t>
            </a:r>
          </a:p>
          <a:p>
            <a:pPr>
              <a:defRPr sz="2000"/>
            </a:pPr>
            <a:r>
              <a:t>• Hallucinations</a:t>
            </a:r>
          </a:p>
          <a:p>
            <a:pPr>
              <a:defRPr sz="2000"/>
            </a:pPr>
            <a:r>
              <a:t>• No private data access</a:t>
            </a:r>
          </a:p>
          <a:p>
            <a:pPr>
              <a:defRPr sz="2000"/>
            </a:pPr>
            <a:r>
              <a:t>• No real-time updates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Real E-commerce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• Thousands of SKUs</a:t>
            </a:r>
          </a:p>
          <a:p>
            <a:pPr>
              <a:defRPr sz="2000"/>
            </a:pPr>
            <a:r>
              <a:t>• Dynamic pricing</a:t>
            </a:r>
          </a:p>
          <a:p>
            <a:pPr>
              <a:defRPr sz="2000"/>
            </a:pPr>
            <a:r>
              <a:t>• Inventory fluctuations</a:t>
            </a:r>
          </a:p>
          <a:p>
            <a:pPr>
              <a:defRPr sz="2000"/>
            </a:pPr>
            <a:r>
              <a:t>• Multiple sellers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Pure LLM Approach –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• Guessing answers</a:t>
            </a:r>
          </a:p>
          <a:p>
            <a:pPr>
              <a:defRPr sz="2000"/>
            </a:pPr>
            <a:r>
              <a:t>• Incorrect pricing</a:t>
            </a:r>
          </a:p>
          <a:p>
            <a:pPr>
              <a:defRPr sz="2000"/>
            </a:pPr>
            <a:r>
              <a:t>• Wrong stock status</a:t>
            </a:r>
          </a:p>
          <a:p>
            <a:pPr>
              <a:defRPr sz="2000"/>
            </a:pPr>
            <a:r>
              <a:t>• Legal risk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The Trust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• Wrong answers reduce credibility</a:t>
            </a:r>
          </a:p>
          <a:p>
            <a:pPr>
              <a:defRPr sz="2000"/>
            </a:pPr>
            <a:r>
              <a:t>• Customer dissatisfaction</a:t>
            </a:r>
          </a:p>
          <a:p>
            <a:pPr>
              <a:defRPr sz="2000"/>
            </a:pPr>
            <a:r>
              <a:t>• Increased returns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LLMs Don’t Know Your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• Internal catalogs</a:t>
            </a:r>
          </a:p>
          <a:p>
            <a:pPr>
              <a:defRPr sz="2000"/>
            </a:pPr>
            <a:r>
              <a:t>• CRM systems</a:t>
            </a:r>
          </a:p>
          <a:p>
            <a:pPr>
              <a:defRPr sz="2000"/>
            </a:pPr>
            <a:r>
              <a:t>• Warehouse databases</a:t>
            </a:r>
          </a:p>
          <a:p>
            <a:pPr>
              <a:defRPr sz="2000"/>
            </a:pPr>
            <a:r>
              <a:t>• Vendor rules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What Do We Need?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• Real-time retrieval</a:t>
            </a:r>
          </a:p>
          <a:p>
            <a:pPr>
              <a:defRPr sz="2000"/>
            </a:pPr>
            <a:r>
              <a:t>• Verified responses</a:t>
            </a:r>
          </a:p>
          <a:p>
            <a:pPr>
              <a:defRPr sz="2000"/>
            </a:pPr>
            <a:r>
              <a:t>• Private data integration</a:t>
            </a:r>
          </a:p>
          <a:p>
            <a:pPr>
              <a:defRPr sz="2000"/>
            </a:pPr>
            <a:r>
              <a:t>• Scalability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Retrieval +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User → Retrieve Data → LLM → Grounded Response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What is RAG?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Hybrid architecture combining retrieval systems with LLM generation.</a:t>
            </a:r>
          </a:p>
        </p:txBody>
      </p:sp>
      <p:pic>
        <p:nvPicPr>
          <p:cNvPr id="4" name="Picture 3"/>
          <p:cNvPicPr/>
          <p:nvPr/>
        </p:nvPicPr>
        <p:blipFill>
          <a:blip r:embed="rId1"/>
          <a:srcRect t="33833"/>
          <a:stretch>
            <a:fillRect/>
          </a:stretch>
        </p:blipFill>
        <p:spPr>
          <a:xfrm>
            <a:off x="3502660" y="3081655"/>
            <a:ext cx="6734175" cy="25209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Simple RAG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1. User Query</a:t>
            </a:r>
          </a:p>
          <a:p>
            <a:pPr>
              <a:defRPr sz="2000"/>
            </a:pPr>
            <a:r>
              <a:t>2. Embedding</a:t>
            </a:r>
          </a:p>
          <a:p>
            <a:pPr>
              <a:defRPr sz="2000"/>
            </a:pPr>
            <a:r>
              <a:t>3. Retrieve</a:t>
            </a:r>
          </a:p>
          <a:p>
            <a:pPr>
              <a:defRPr sz="2000"/>
            </a:pPr>
            <a:r>
              <a:t>4. Inject Context</a:t>
            </a:r>
          </a:p>
          <a:p>
            <a:pPr>
              <a:defRPr sz="2000"/>
            </a:pPr>
            <a:r>
              <a:t>5. Generate Answer</a:t>
            </a:r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3858895" y="1691005"/>
            <a:ext cx="6926580" cy="37630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Core Components of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• Data Source</a:t>
            </a:r>
          </a:p>
          <a:p>
            <a:pPr>
              <a:defRPr sz="2000"/>
            </a:pPr>
            <a:r>
              <a:t>• Chunking</a:t>
            </a:r>
          </a:p>
          <a:p>
            <a:pPr>
              <a:defRPr sz="2000"/>
            </a:pPr>
            <a:r>
              <a:t>• Embeddings</a:t>
            </a:r>
          </a:p>
          <a:p>
            <a:pPr>
              <a:defRPr sz="2000"/>
            </a:pPr>
            <a:r>
              <a:t>• Vector DB</a:t>
            </a:r>
          </a:p>
          <a:p>
            <a:pPr>
              <a:defRPr sz="2000"/>
            </a:pPr>
            <a:r>
              <a:t>• Retriever</a:t>
            </a:r>
          </a:p>
          <a:p>
            <a:pPr>
              <a:defRPr sz="2000"/>
            </a:pPr>
            <a:r>
              <a:t>• LLM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Data Ingestion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• Product catalogs</a:t>
            </a:r>
          </a:p>
          <a:p>
            <a:pPr>
              <a:defRPr sz="2000"/>
            </a:pPr>
            <a:r>
              <a:t>• PDFs</a:t>
            </a:r>
          </a:p>
          <a:p>
            <a:pPr>
              <a:defRPr sz="2000"/>
            </a:pPr>
            <a:r>
              <a:t>• Policies</a:t>
            </a:r>
          </a:p>
          <a:p>
            <a:pPr>
              <a:defRPr sz="2000"/>
            </a:pPr>
            <a:r>
              <a:t>• Reviews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Chunking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• Split by product</a:t>
            </a:r>
          </a:p>
          <a:p>
            <a:pPr>
              <a:defRPr sz="2000"/>
            </a:pPr>
            <a:r>
              <a:t>• Overlapping chunks</a:t>
            </a:r>
          </a:p>
          <a:p>
            <a:pPr>
              <a:defRPr sz="2000"/>
            </a:pPr>
            <a:r>
              <a:t>• Semantic grouping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Understanding Embeddings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Text converted into numerical vectors capturing semantic meaning.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Why Vector Databases?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• Semantic similarity search</a:t>
            </a:r>
          </a:p>
          <a:p>
            <a:pPr>
              <a:defRPr sz="2000"/>
            </a:pPr>
            <a:r>
              <a:t>• Faster retrieval</a:t>
            </a:r>
          </a:p>
          <a:p>
            <a:pPr>
              <a:defRPr sz="2000"/>
            </a:pPr>
            <a:r>
              <a:t>• Scalable indexing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How Retrieval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• Query embedding</a:t>
            </a:r>
          </a:p>
          <a:p>
            <a:pPr>
              <a:defRPr sz="2000"/>
            </a:pPr>
            <a:r>
              <a:t>• Similarity scoring</a:t>
            </a:r>
          </a:p>
          <a:p>
            <a:pPr>
              <a:defRPr sz="2000"/>
            </a:pPr>
            <a:r>
              <a:t>• Top-K selection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Context Augmentation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Inject retrieved documents into structured prompt template.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Grounded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LLM answers strictly based on retrieved content.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Use Case – Product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Retrieve specs → Answer product-specific questions.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Use Case – Return Policy 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Retrieve seller policy → Generate accurate policy response.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Use Case – Inventory 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Connect API → Retrieve stock → Generate natural answer.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Use Case – Personalization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User history + product retrieval = smart recommendations.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Use Case – Review Summaries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Retrieve reviews → Summarize pros &amp; cons.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Hybrid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Combine keyword search with vector similarity.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Re-ranking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Initial top 10 → Re-ranker → Best 3 documents.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Metadata Filtering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• Brand filter</a:t>
            </a:r>
          </a:p>
          <a:p>
            <a:pPr>
              <a:defRPr sz="2000"/>
            </a:pPr>
            <a:r>
              <a:t>• Category filter</a:t>
            </a:r>
          </a:p>
          <a:p>
            <a:pPr>
              <a:defRPr sz="2000"/>
            </a:pPr>
            <a:r>
              <a:t>• Price range filter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Handling Data Freshness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• Incremental indexing</a:t>
            </a:r>
          </a:p>
          <a:p>
            <a:pPr>
              <a:defRPr sz="2000"/>
            </a:pPr>
            <a:r>
              <a:t>• Re-embedding pipelines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Guardrails in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• Answer only from context</a:t>
            </a:r>
          </a:p>
          <a:p>
            <a:pPr>
              <a:defRPr sz="2000"/>
            </a:pPr>
            <a:r>
              <a:t>• Refusal mechanism</a:t>
            </a:r>
          </a:p>
          <a:p>
            <a:pPr>
              <a:defRPr sz="2000"/>
            </a:pPr>
            <a:r>
              <a:t>• Confidence scoring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Evaluating RAG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• Precision@K</a:t>
            </a:r>
          </a:p>
          <a:p>
            <a:pPr>
              <a:defRPr sz="2000"/>
            </a:pPr>
            <a:r>
              <a:t>• Groundedness</a:t>
            </a:r>
          </a:p>
          <a:p>
            <a:pPr>
              <a:defRPr sz="2000"/>
            </a:pPr>
            <a:r>
              <a:t>• Latency</a:t>
            </a:r>
          </a:p>
          <a:p>
            <a:pPr>
              <a:defRPr sz="2000"/>
            </a:pPr>
            <a:r>
              <a:t>• Accuracy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Production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• API Gateway</a:t>
            </a:r>
          </a:p>
          <a:p>
            <a:pPr>
              <a:defRPr sz="2000"/>
            </a:pPr>
            <a:r>
              <a:t>• Retriever Service</a:t>
            </a:r>
          </a:p>
          <a:p>
            <a:pPr>
              <a:defRPr sz="2000"/>
            </a:pPr>
            <a:r>
              <a:t>• LLM Service</a:t>
            </a:r>
          </a:p>
          <a:p>
            <a:pPr>
              <a:defRPr sz="2000"/>
            </a:pPr>
            <a:r>
              <a:t>• Cache Layer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Scaling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• Sharded vector DB</a:t>
            </a:r>
          </a:p>
          <a:p>
            <a:pPr>
              <a:defRPr sz="2000"/>
            </a:pPr>
            <a:r>
              <a:t>• Distributed services</a:t>
            </a:r>
          </a:p>
          <a:p>
            <a:pPr>
              <a:defRPr sz="2000"/>
            </a:pPr>
            <a:r>
              <a:t>• Load balancing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Cost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• Cache embeddings</a:t>
            </a:r>
          </a:p>
          <a:p>
            <a:pPr>
              <a:defRPr sz="2000"/>
            </a:pPr>
            <a:r>
              <a:t>• Optimize token usage</a:t>
            </a:r>
          </a:p>
          <a:p>
            <a:pPr>
              <a:defRPr sz="2000"/>
            </a:pPr>
            <a:r>
              <a:t>• Use smaller models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Latency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• Async retrieval</a:t>
            </a:r>
          </a:p>
          <a:p>
            <a:pPr>
              <a:defRPr sz="2000"/>
            </a:pPr>
            <a:r>
              <a:t>• Streaming responses</a:t>
            </a:r>
          </a:p>
          <a:p>
            <a:pPr>
              <a:defRPr sz="2000"/>
            </a:pPr>
            <a:r>
              <a:t>• Caching frequent queries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Starter Project – FAQ 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Upload policies → Embed → Build chatbot interface.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Starter Project – Product Expert 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Upload catalog CSV → Create embeddings → Build Q&amp;A system.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Starter Project – Review Recommender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Embed reviews → Retrieve sentiment → Generate recommendations.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Starter Project – Seller 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Internal SOP retrieval → Automated seller support.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Common Mistakes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• Poor chunking</a:t>
            </a:r>
          </a:p>
          <a:p>
            <a:pPr>
              <a:defRPr sz="2000"/>
            </a:pPr>
            <a:r>
              <a:t>• Too many documents</a:t>
            </a:r>
          </a:p>
          <a:p>
            <a:pPr>
              <a:defRPr sz="2000"/>
            </a:pPr>
            <a:r>
              <a:t>• No evaluation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When NOT to Use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• Small structured data</a:t>
            </a:r>
          </a:p>
          <a:p>
            <a:pPr>
              <a:defRPr sz="2000"/>
            </a:pPr>
            <a:r>
              <a:t>• Deterministic tasks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RAG vs Fine-Tuning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RAG: Dynamic knowledge</a:t>
            </a:r>
          </a:p>
          <a:p>
            <a:pPr>
              <a:defRPr sz="2000"/>
            </a:pPr>
            <a:r>
              <a:t>Fine-Tuning: Behavior adaptation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RAG +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Retrieve → Call APIs → Multi-step reasoning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Multimodal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Image + Text embeddings for advanced product search.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Graph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Knowledge graph + vector retrieval for structured reasoning.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End-to-End Flow 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User → Retrieve → Inject → Generate → Validate → Deliver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Final Thought – RAG is About Trust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Building safer, verifiable, production-ready AI systems.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4E5E0"/>
            </a:gs>
            <a:gs pos="100000">
              <a:srgbClr val="F0F0F0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840" t="6602" r="6244" b="6074"/>
          <a:stretch>
            <a:fillRect/>
          </a:stretch>
        </p:blipFill>
        <p:spPr>
          <a:xfrm flipV="1">
            <a:off x="1863619" y="871122"/>
            <a:ext cx="3924619" cy="5289705"/>
          </a:xfrm>
          <a:custGeom>
            <a:avLst/>
            <a:gdLst>
              <a:gd name="connsiteX0" fmla="*/ 180303 w 2369712"/>
              <a:gd name="connsiteY0" fmla="*/ 180304 h 3193960"/>
              <a:gd name="connsiteX1" fmla="*/ 180303 w 2369712"/>
              <a:gd name="connsiteY1" fmla="*/ 2991118 h 3193960"/>
              <a:gd name="connsiteX2" fmla="*/ 2176528 w 2369712"/>
              <a:gd name="connsiteY2" fmla="*/ 2991118 h 3193960"/>
              <a:gd name="connsiteX3" fmla="*/ 2176528 w 2369712"/>
              <a:gd name="connsiteY3" fmla="*/ 180304 h 3193960"/>
              <a:gd name="connsiteX4" fmla="*/ 0 w 2369712"/>
              <a:gd name="connsiteY4" fmla="*/ 0 h 3193960"/>
              <a:gd name="connsiteX5" fmla="*/ 2369712 w 2369712"/>
              <a:gd name="connsiteY5" fmla="*/ 0 h 3193960"/>
              <a:gd name="connsiteX6" fmla="*/ 2369712 w 2369712"/>
              <a:gd name="connsiteY6" fmla="*/ 3193960 h 3193960"/>
              <a:gd name="connsiteX7" fmla="*/ 0 w 2369712"/>
              <a:gd name="connsiteY7" fmla="*/ 3193960 h 3193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69712" h="3193960">
                <a:moveTo>
                  <a:pt x="180303" y="180304"/>
                </a:moveTo>
                <a:lnTo>
                  <a:pt x="180303" y="2991118"/>
                </a:lnTo>
                <a:lnTo>
                  <a:pt x="2176528" y="2991118"/>
                </a:lnTo>
                <a:lnTo>
                  <a:pt x="2176528" y="180304"/>
                </a:lnTo>
                <a:close/>
                <a:moveTo>
                  <a:pt x="0" y="0"/>
                </a:moveTo>
                <a:lnTo>
                  <a:pt x="2369712" y="0"/>
                </a:lnTo>
                <a:lnTo>
                  <a:pt x="2369712" y="3193960"/>
                </a:lnTo>
                <a:lnTo>
                  <a:pt x="0" y="3193960"/>
                </a:lnTo>
                <a:close/>
              </a:path>
            </a:pathLst>
          </a:cu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5" t="5898" r="33568" b="7130"/>
          <a:stretch>
            <a:fillRect/>
          </a:stretch>
        </p:blipFill>
        <p:spPr>
          <a:xfrm flipV="1">
            <a:off x="-2285720" y="0"/>
            <a:ext cx="8814613" cy="5016612"/>
          </a:xfrm>
          <a:prstGeom prst="rect">
            <a:avLst/>
          </a:prstGeom>
        </p:spPr>
      </p:pic>
      <p:sp>
        <p:nvSpPr>
          <p:cNvPr id="6" name="Rectangle 13"/>
          <p:cNvSpPr>
            <a:spLocks noChangeArrowheads="1"/>
          </p:cNvSpPr>
          <p:nvPr/>
        </p:nvSpPr>
        <p:spPr bwMode="auto">
          <a:xfrm rot="5400000">
            <a:off x="2598761" y="-1180800"/>
            <a:ext cx="915746" cy="869424"/>
          </a:xfrm>
          <a:prstGeom prst="rect">
            <a:avLst/>
          </a:prstGeom>
          <a:solidFill>
            <a:srgbClr val="3A543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 bwMode="auto">
          <a:xfrm rot="5400000">
            <a:off x="3468185" y="-1180800"/>
            <a:ext cx="915746" cy="869424"/>
          </a:xfrm>
          <a:prstGeom prst="rect">
            <a:avLst/>
          </a:prstGeom>
          <a:solidFill>
            <a:srgbClr val="AA9D6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379369" y="1547513"/>
            <a:ext cx="33067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 dirty="0" smtClean="0">
                <a:solidFill>
                  <a:srgbClr val="3A543B"/>
                </a:solidFill>
                <a:latin typeface="Arial" panose="020B0604020202090204" pitchFamily="34" charset="0"/>
                <a:ea typeface="张海山锐线体2.0" panose="02000000000000000000" pitchFamily="2" charset="-122"/>
                <a:cs typeface="Arial" panose="020B0604020202090204" pitchFamily="34" charset="0"/>
              </a:rPr>
              <a:t>CONTENTS</a:t>
            </a:r>
            <a:endParaRPr lang="en-US" altLang="zh-CN" sz="4800" b="1" dirty="0" smtClean="0">
              <a:solidFill>
                <a:srgbClr val="3A543B"/>
              </a:solidFill>
              <a:latin typeface="Arial" panose="020B0604020202090204" pitchFamily="34" charset="0"/>
              <a:ea typeface="张海山锐线体2.0" panose="02000000000000000000" pitchFamily="2" charset="-122"/>
              <a:cs typeface="Arial" panose="020B0604020202090204" pitchFamily="34" charset="0"/>
            </a:endParaRPr>
          </a:p>
        </p:txBody>
      </p:sp>
      <p:sp>
        <p:nvSpPr>
          <p:cNvPr id="11" name="文本框 10" descr="e7d195523061f1c0deeec63e560781cfd59afb0ea006f2a87ABB68BF51EA6619813959095094C18C62A12F549504892A4AAA8C1554C6663626E05CA27F281A14E6983772AFC3FB97135759321DEA3D7004FB075A8443E283A7673BBBDBFD88DFA513D62253E27B7E9FFF4379D8121322A85C7E16198ADF129F152EEF5340DE1ED504E252F53EAD1F847BC471C6326134"/>
          <p:cNvSpPr txBox="1"/>
          <p:nvPr/>
        </p:nvSpPr>
        <p:spPr>
          <a:xfrm flipH="1">
            <a:off x="3205337" y="4755290"/>
            <a:ext cx="20833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AA9D67"/>
                </a:solidFill>
                <a:latin typeface="Arial" panose="020B0604020202090204" pitchFamily="34" charset="0"/>
                <a:ea typeface="方正兰亭超细黑简体" panose="02000000000000000000" pitchFamily="2" charset="-122"/>
                <a:cs typeface="Arial" panose="020B0604020202090204" pitchFamily="34" charset="0"/>
              </a:rPr>
              <a:t>The green leaves</a:t>
            </a:r>
            <a:endParaRPr lang="en-US" altLang="zh-CN" sz="2800" b="1" dirty="0">
              <a:solidFill>
                <a:srgbClr val="AA9D67"/>
              </a:solidFill>
              <a:latin typeface="Arial" panose="020B0604020202090204" pitchFamily="34" charset="0"/>
              <a:ea typeface="方正兰亭超细黑简体" panose="02000000000000000000" pitchFamily="2" charset="-122"/>
              <a:cs typeface="Arial" panose="020B0604020202090204" pitchFamily="34" charset="0"/>
            </a:endParaRPr>
          </a:p>
        </p:txBody>
      </p:sp>
      <p:sp>
        <p:nvSpPr>
          <p:cNvPr id="12" name="矩形 11" descr="e7d195523061f1c0deeec63e560781cfd59afb0ea006f2a87ABB68BF51EA6619813959095094C18C62A12F549504892A4AAA8C1554C6663626E05CA27F281A14E6983772AFC3FB97135759321DEA3D70F4CBCF81E63B27562C9F7CBC9922BCE951E60534D1E4011B1BBA81B8082D5318435F0383F9C3182B7063C6CE4ED36B7411051ABC8361419AA91DB9839997A661"/>
          <p:cNvSpPr>
            <a:spLocks noChangeAspect="1"/>
          </p:cNvSpPr>
          <p:nvPr/>
        </p:nvSpPr>
        <p:spPr>
          <a:xfrm>
            <a:off x="7339501" y="1372524"/>
            <a:ext cx="620410" cy="620410"/>
          </a:xfrm>
          <a:prstGeom prst="rect">
            <a:avLst/>
          </a:prstGeom>
          <a:solidFill>
            <a:srgbClr val="3A54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7339500" y="1963012"/>
            <a:ext cx="4320000" cy="0"/>
          </a:xfrm>
          <a:prstGeom prst="line">
            <a:avLst/>
          </a:prstGeom>
          <a:ln w="44450">
            <a:solidFill>
              <a:srgbClr val="3A54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 descr="e7d195523061f1c0deeec63e560781cfd59afb0ea006f2a87ABB68BF51EA6619813959095094C18C62A12F549504892A4AAA8C1554C6663626E05CA27F281A14E6983772AFC3FB97135759321DEA3D70F4CBCF81E63B27562C9F7CBC9922BCE951E60534D1E4011B1BBA81B8082D5318435F0383F9C3182B7063C6CE4ED36B7411051ABC8361419AA91DB9839997A661"/>
          <p:cNvSpPr>
            <a:spLocks noChangeAspect="1"/>
          </p:cNvSpPr>
          <p:nvPr/>
        </p:nvSpPr>
        <p:spPr>
          <a:xfrm>
            <a:off x="7339500" y="2631830"/>
            <a:ext cx="620410" cy="620410"/>
          </a:xfrm>
          <a:prstGeom prst="rect">
            <a:avLst/>
          </a:prstGeom>
          <a:solidFill>
            <a:srgbClr val="AA9D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339499" y="3222318"/>
            <a:ext cx="4320000" cy="0"/>
          </a:xfrm>
          <a:prstGeom prst="line">
            <a:avLst/>
          </a:prstGeom>
          <a:ln w="44450">
            <a:solidFill>
              <a:srgbClr val="AA9D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 descr="e7d195523061f1c0deeec63e560781cfd59afb0ea006f2a87ABB68BF51EA6619813959095094C18C62A12F549504892A4AAA8C1554C6663626E05CA27F281A14E6983772AFC3FB97135759321DEA3D70F4CBCF81E63B27562C9F7CBC9922BCE951E60534D1E4011B1BBA81B8082D5318435F0383F9C3182B7063C6CE4ED36B7411051ABC8361419AA91DB9839997A661"/>
          <p:cNvSpPr>
            <a:spLocks noChangeAspect="1"/>
          </p:cNvSpPr>
          <p:nvPr/>
        </p:nvSpPr>
        <p:spPr>
          <a:xfrm>
            <a:off x="7339500" y="3812807"/>
            <a:ext cx="620410" cy="620410"/>
          </a:xfrm>
          <a:prstGeom prst="rect">
            <a:avLst/>
          </a:prstGeom>
          <a:solidFill>
            <a:srgbClr val="3A54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7339499" y="4403295"/>
            <a:ext cx="4320000" cy="0"/>
          </a:xfrm>
          <a:prstGeom prst="line">
            <a:avLst/>
          </a:prstGeom>
          <a:ln w="44450">
            <a:solidFill>
              <a:srgbClr val="3A54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 descr="e7d195523061f1c0deeec63e560781cfd59afb0ea006f2a87ABB68BF51EA6619813959095094C18C62A12F549504892A4AAA8C1554C6663626E05CA27F281A14E6983772AFC3FB97135759321DEA3D70F4CBCF81E63B27562C9F7CBC9922BCE951E60534D1E4011B1BBA81B8082D5318435F0383F9C3182B7063C6CE4ED36B7411051ABC8361419AA91DB9839997A661"/>
          <p:cNvSpPr>
            <a:spLocks noChangeAspect="1"/>
          </p:cNvSpPr>
          <p:nvPr/>
        </p:nvSpPr>
        <p:spPr>
          <a:xfrm>
            <a:off x="7339499" y="5072113"/>
            <a:ext cx="620410" cy="620410"/>
          </a:xfrm>
          <a:prstGeom prst="rect">
            <a:avLst/>
          </a:prstGeom>
          <a:solidFill>
            <a:srgbClr val="AA9D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7339498" y="5662601"/>
            <a:ext cx="4320000" cy="0"/>
          </a:xfrm>
          <a:prstGeom prst="line">
            <a:avLst/>
          </a:prstGeom>
          <a:ln w="44450">
            <a:solidFill>
              <a:srgbClr val="AA9D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8045450" y="1372235"/>
            <a:ext cx="44811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3A543B"/>
                </a:solidFill>
                <a:latin typeface="Arial" panose="020B0604020202090204" pitchFamily="34" charset="0"/>
                <a:ea typeface="张海山锐线体2.0" panose="02000000000000000000" pitchFamily="2" charset="-122"/>
                <a:cs typeface="Arial" panose="020B0604020202090204" pitchFamily="34" charset="0"/>
              </a:rPr>
              <a:t>Education analysis</a:t>
            </a:r>
            <a:endParaRPr lang="en-US" altLang="zh-CN" sz="3200" b="1" dirty="0">
              <a:solidFill>
                <a:srgbClr val="3A543B"/>
              </a:solidFill>
              <a:latin typeface="Arial" panose="020B0604020202090204" pitchFamily="34" charset="0"/>
              <a:ea typeface="张海山锐线体2.0" panose="02000000000000000000" pitchFamily="2" charset="-122"/>
              <a:cs typeface="Arial" panose="020B0604020202090204" pitchFamily="3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045256" y="2588867"/>
            <a:ext cx="38386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AA9D67"/>
                </a:solidFill>
                <a:latin typeface="Arial" panose="020B0604020202090204" pitchFamily="34" charset="0"/>
                <a:ea typeface="张海山锐线体2.0" panose="02000000000000000000" pitchFamily="2" charset="-122"/>
                <a:cs typeface="Arial" panose="020B0604020202090204" pitchFamily="34" charset="0"/>
              </a:rPr>
              <a:t>Education policy</a:t>
            </a:r>
            <a:endParaRPr lang="en-US" altLang="zh-CN" sz="3200" b="1" dirty="0">
              <a:solidFill>
                <a:srgbClr val="AA9D67"/>
              </a:solidFill>
              <a:latin typeface="Arial" panose="020B0604020202090204" pitchFamily="34" charset="0"/>
              <a:ea typeface="张海山锐线体2.0" panose="02000000000000000000" pitchFamily="2" charset="-122"/>
              <a:cs typeface="Arial" panose="020B0604020202090204" pitchFamily="3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045256" y="3771145"/>
            <a:ext cx="38386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3A543B"/>
                </a:solidFill>
                <a:latin typeface="Arial" panose="020B0604020202090204" pitchFamily="34" charset="0"/>
                <a:ea typeface="张海山锐线体2.0" panose="02000000000000000000" pitchFamily="2" charset="-122"/>
                <a:cs typeface="Arial" panose="020B0604020202090204" pitchFamily="34" charset="0"/>
              </a:rPr>
              <a:t>Education process</a:t>
            </a:r>
            <a:endParaRPr lang="en-US" altLang="zh-CN" sz="3200" b="1" dirty="0">
              <a:solidFill>
                <a:srgbClr val="3A543B"/>
              </a:solidFill>
              <a:latin typeface="Arial" panose="020B0604020202090204" pitchFamily="34" charset="0"/>
              <a:ea typeface="张海山锐线体2.0" panose="02000000000000000000" pitchFamily="2" charset="-122"/>
              <a:cs typeface="Arial" panose="020B060402020209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045450" y="5030470"/>
            <a:ext cx="44811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AA9D67"/>
                </a:solidFill>
                <a:latin typeface="Arial" panose="020B0604020202090204" pitchFamily="34" charset="0"/>
                <a:ea typeface="张海山锐线体2.0" panose="02000000000000000000" pitchFamily="2" charset="-122"/>
                <a:cs typeface="Arial" panose="020B0604020202090204" pitchFamily="34" charset="0"/>
              </a:rPr>
              <a:t>Education reflection</a:t>
            </a:r>
            <a:endParaRPr lang="en-US" altLang="zh-CN" sz="3200" b="1" dirty="0">
              <a:solidFill>
                <a:srgbClr val="AA9D67"/>
              </a:solidFill>
              <a:latin typeface="Arial" panose="020B0604020202090204" pitchFamily="34" charset="0"/>
              <a:ea typeface="张海山锐线体2.0" panose="02000000000000000000" pitchFamily="2" charset="-122"/>
              <a:cs typeface="Arial" panose="020B0604020202090204" pitchFamily="34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412362" y="1381217"/>
            <a:ext cx="5849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 smtClean="0">
                <a:solidFill>
                  <a:srgbClr val="EFEFEE"/>
                </a:solidFill>
                <a:latin typeface="Arial" panose="020B0604020202090204" pitchFamily="34" charset="0"/>
                <a:ea typeface="张海山锐线体2.0" panose="02000000000000000000" pitchFamily="2" charset="-122"/>
                <a:cs typeface="Arial" panose="020B0604020202090204" pitchFamily="34" charset="0"/>
              </a:rPr>
              <a:t>1</a:t>
            </a:r>
            <a:endParaRPr lang="en-US" altLang="zh-CN" sz="3600" b="1" dirty="0" smtClean="0">
              <a:solidFill>
                <a:srgbClr val="EFEFEE"/>
              </a:solidFill>
              <a:latin typeface="Arial" panose="020B0604020202090204" pitchFamily="34" charset="0"/>
              <a:ea typeface="张海山锐线体2.0" panose="02000000000000000000" pitchFamily="2" charset="-122"/>
              <a:cs typeface="Arial" panose="020B0604020202090204" pitchFamily="34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412362" y="2608946"/>
            <a:ext cx="5849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 smtClean="0">
                <a:solidFill>
                  <a:srgbClr val="EFEFEE"/>
                </a:solidFill>
                <a:latin typeface="Arial" panose="020B0604020202090204" pitchFamily="34" charset="0"/>
                <a:ea typeface="张海山锐线体2.0" panose="02000000000000000000" pitchFamily="2" charset="-122"/>
                <a:cs typeface="Arial" panose="020B0604020202090204" pitchFamily="34" charset="0"/>
              </a:rPr>
              <a:t>2</a:t>
            </a:r>
            <a:endParaRPr lang="en-US" altLang="zh-CN" sz="3600" b="1" dirty="0" smtClean="0">
              <a:solidFill>
                <a:srgbClr val="EFEFEE"/>
              </a:solidFill>
              <a:latin typeface="Arial" panose="020B0604020202090204" pitchFamily="34" charset="0"/>
              <a:ea typeface="张海山锐线体2.0" panose="02000000000000000000" pitchFamily="2" charset="-122"/>
              <a:cs typeface="Arial" panose="020B0604020202090204" pitchFamily="34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412984" y="3803744"/>
            <a:ext cx="5849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 smtClean="0">
                <a:solidFill>
                  <a:srgbClr val="EFEFEE"/>
                </a:solidFill>
                <a:latin typeface="Arial" panose="020B0604020202090204" pitchFamily="34" charset="0"/>
                <a:ea typeface="张海山锐线体2.0" panose="02000000000000000000" pitchFamily="2" charset="-122"/>
                <a:cs typeface="Arial" panose="020B0604020202090204" pitchFamily="34" charset="0"/>
              </a:rPr>
              <a:t>3</a:t>
            </a:r>
            <a:endParaRPr lang="en-US" altLang="zh-CN" sz="3600" b="1" dirty="0" smtClean="0">
              <a:solidFill>
                <a:srgbClr val="EFEFEE"/>
              </a:solidFill>
              <a:latin typeface="Arial" panose="020B0604020202090204" pitchFamily="34" charset="0"/>
              <a:ea typeface="张海山锐线体2.0" panose="02000000000000000000" pitchFamily="2" charset="-122"/>
              <a:cs typeface="Arial" panose="020B0604020202090204" pitchFamily="34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423124" y="5063066"/>
            <a:ext cx="5849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 smtClean="0">
                <a:solidFill>
                  <a:srgbClr val="EFEFEE"/>
                </a:solidFill>
                <a:latin typeface="Arial" panose="020B0604020202090204" pitchFamily="34" charset="0"/>
                <a:ea typeface="张海山锐线体2.0" panose="02000000000000000000" pitchFamily="2" charset="-122"/>
                <a:cs typeface="Arial" panose="020B0604020202090204" pitchFamily="34" charset="0"/>
              </a:rPr>
              <a:t>4</a:t>
            </a:r>
            <a:endParaRPr lang="en-US" altLang="zh-CN" sz="3600" b="1" dirty="0" smtClean="0">
              <a:solidFill>
                <a:srgbClr val="EFEFEE"/>
              </a:solidFill>
              <a:latin typeface="Arial" panose="020B0604020202090204" pitchFamily="34" charset="0"/>
              <a:ea typeface="张海山锐线体2.0" panose="02000000000000000000" pitchFamily="2" charset="-122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4E5E0"/>
            </a:gs>
            <a:gs pos="100000">
              <a:srgbClr val="F0F0F0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"/>
          <p:cNvSpPr>
            <a:spLocks noChangeArrowheads="1"/>
          </p:cNvSpPr>
          <p:nvPr/>
        </p:nvSpPr>
        <p:spPr bwMode="auto">
          <a:xfrm rot="5400000">
            <a:off x="2598761" y="-1180800"/>
            <a:ext cx="915746" cy="869424"/>
          </a:xfrm>
          <a:prstGeom prst="rect">
            <a:avLst/>
          </a:prstGeom>
          <a:solidFill>
            <a:srgbClr val="3A543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 bwMode="auto">
          <a:xfrm rot="5400000">
            <a:off x="3468185" y="-1180800"/>
            <a:ext cx="915746" cy="869424"/>
          </a:xfrm>
          <a:prstGeom prst="rect">
            <a:avLst/>
          </a:prstGeom>
          <a:solidFill>
            <a:srgbClr val="AA9D6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840" t="6602" r="6244" b="6074"/>
          <a:stretch>
            <a:fillRect/>
          </a:stretch>
        </p:blipFill>
        <p:spPr>
          <a:xfrm flipH="1" flipV="1">
            <a:off x="3079508" y="872695"/>
            <a:ext cx="3924619" cy="5289705"/>
          </a:xfrm>
          <a:custGeom>
            <a:avLst/>
            <a:gdLst>
              <a:gd name="connsiteX0" fmla="*/ 180303 w 2369712"/>
              <a:gd name="connsiteY0" fmla="*/ 180304 h 3193960"/>
              <a:gd name="connsiteX1" fmla="*/ 180303 w 2369712"/>
              <a:gd name="connsiteY1" fmla="*/ 2991118 h 3193960"/>
              <a:gd name="connsiteX2" fmla="*/ 2176528 w 2369712"/>
              <a:gd name="connsiteY2" fmla="*/ 2991118 h 3193960"/>
              <a:gd name="connsiteX3" fmla="*/ 2176528 w 2369712"/>
              <a:gd name="connsiteY3" fmla="*/ 180304 h 3193960"/>
              <a:gd name="connsiteX4" fmla="*/ 0 w 2369712"/>
              <a:gd name="connsiteY4" fmla="*/ 0 h 3193960"/>
              <a:gd name="connsiteX5" fmla="*/ 2369712 w 2369712"/>
              <a:gd name="connsiteY5" fmla="*/ 0 h 3193960"/>
              <a:gd name="connsiteX6" fmla="*/ 2369712 w 2369712"/>
              <a:gd name="connsiteY6" fmla="*/ 3193960 h 3193960"/>
              <a:gd name="connsiteX7" fmla="*/ 0 w 2369712"/>
              <a:gd name="connsiteY7" fmla="*/ 3193960 h 3193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69712" h="3193960">
                <a:moveTo>
                  <a:pt x="180303" y="180304"/>
                </a:moveTo>
                <a:lnTo>
                  <a:pt x="180303" y="2991118"/>
                </a:lnTo>
                <a:lnTo>
                  <a:pt x="2176528" y="2991118"/>
                </a:lnTo>
                <a:lnTo>
                  <a:pt x="2176528" y="180304"/>
                </a:lnTo>
                <a:close/>
                <a:moveTo>
                  <a:pt x="0" y="0"/>
                </a:moveTo>
                <a:lnTo>
                  <a:pt x="2369712" y="0"/>
                </a:lnTo>
                <a:lnTo>
                  <a:pt x="2369712" y="3193960"/>
                </a:lnTo>
                <a:lnTo>
                  <a:pt x="0" y="3193960"/>
                </a:lnTo>
                <a:close/>
              </a:path>
            </a:pathLst>
          </a:custGeom>
        </p:spPr>
      </p:pic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5" t="5898" r="33568" b="7130"/>
          <a:stretch>
            <a:fillRect/>
          </a:stretch>
        </p:blipFill>
        <p:spPr>
          <a:xfrm flipH="1" flipV="1">
            <a:off x="2141181" y="-443489"/>
            <a:ext cx="8814613" cy="5016612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3817136" y="1403097"/>
            <a:ext cx="125867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0" b="1" dirty="0" smtClean="0">
                <a:solidFill>
                  <a:srgbClr val="3A543B"/>
                </a:solidFill>
                <a:latin typeface="Arial" panose="020B0604020202090204" pitchFamily="34" charset="0"/>
                <a:ea typeface="张海山锐线体2.0" panose="02000000000000000000" pitchFamily="2" charset="-122"/>
                <a:cs typeface="Arial" panose="020B0604020202090204" pitchFamily="34" charset="0"/>
              </a:rPr>
              <a:t>01</a:t>
            </a:r>
            <a:endParaRPr lang="en-US" altLang="zh-CN" sz="8000" b="1" dirty="0" smtClean="0">
              <a:solidFill>
                <a:srgbClr val="3A543B"/>
              </a:solidFill>
              <a:latin typeface="Arial" panose="020B0604020202090204" pitchFamily="34" charset="0"/>
              <a:ea typeface="张海山锐线体2.0" panose="02000000000000000000" pitchFamily="2" charset="-122"/>
              <a:cs typeface="Arial" panose="020B060402020209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122505" y="4492359"/>
            <a:ext cx="383862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AA9D67"/>
                </a:solidFill>
                <a:latin typeface="Arial" panose="020B0604020202090204" pitchFamily="34" charset="0"/>
                <a:ea typeface="张海山锐线体2.0" panose="02000000000000000000" pitchFamily="2" charset="-122"/>
                <a:cs typeface="Arial" panose="020B0604020202090204" pitchFamily="34" charset="0"/>
              </a:rPr>
              <a:t>Education analysis</a:t>
            </a:r>
            <a:endParaRPr lang="en-US" altLang="zh-CN" sz="4000" b="1" dirty="0">
              <a:solidFill>
                <a:srgbClr val="AA9D67"/>
              </a:solidFill>
              <a:latin typeface="Arial" panose="020B0604020202090204" pitchFamily="34" charset="0"/>
              <a:ea typeface="张海山锐线体2.0" panose="02000000000000000000" pitchFamily="2" charset="-122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4E5E0"/>
            </a:gs>
            <a:gs pos="100000">
              <a:srgbClr val="F0F0F0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3"/>
          <p:cNvSpPr>
            <a:spLocks noChangeArrowheads="1"/>
          </p:cNvSpPr>
          <p:nvPr/>
        </p:nvSpPr>
        <p:spPr bwMode="auto">
          <a:xfrm rot="16200000" flipH="1">
            <a:off x="3949700" y="-2585085"/>
            <a:ext cx="1189355" cy="7051040"/>
          </a:xfrm>
          <a:prstGeom prst="rect">
            <a:avLst/>
          </a:prstGeom>
          <a:noFill/>
          <a:ln w="38100">
            <a:gradFill>
              <a:gsLst>
                <a:gs pos="0">
                  <a:srgbClr val="3A543B"/>
                </a:gs>
                <a:gs pos="100000">
                  <a:srgbClr val="AA9D67"/>
                </a:gs>
              </a:gsLst>
              <a:lin ang="5400000" scaled="1"/>
            </a:gra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 rot="5400000">
            <a:off x="2667635" y="-1249680"/>
            <a:ext cx="915670" cy="1006475"/>
          </a:xfrm>
          <a:prstGeom prst="rect">
            <a:avLst/>
          </a:prstGeom>
          <a:solidFill>
            <a:srgbClr val="3A543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 bwMode="auto">
          <a:xfrm rot="5400000">
            <a:off x="3536950" y="-1249680"/>
            <a:ext cx="915670" cy="1006475"/>
          </a:xfrm>
          <a:prstGeom prst="rect">
            <a:avLst/>
          </a:prstGeom>
          <a:solidFill>
            <a:srgbClr val="AA9D6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5" t="5898" r="33568" b="7130"/>
          <a:stretch>
            <a:fillRect/>
          </a:stretch>
        </p:blipFill>
        <p:spPr>
          <a:xfrm flipV="1">
            <a:off x="0" y="0"/>
            <a:ext cx="2692400" cy="132334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325370" y="537845"/>
            <a:ext cx="529907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>
                <a:gradFill>
                  <a:gsLst>
                    <a:gs pos="0">
                      <a:srgbClr val="3A543B"/>
                    </a:gs>
                    <a:gs pos="100000">
                      <a:srgbClr val="AA9D67"/>
                    </a:gs>
                  </a:gsLst>
                  <a:lin ang="0" scaled="0"/>
                </a:gradFill>
                <a:latin typeface="Arial" panose="020B0604020202090204" pitchFamily="34" charset="0"/>
                <a:ea typeface="张海山锐线体2.0" panose="02000000000000000000" pitchFamily="2" charset="-122"/>
                <a:cs typeface="Arial" panose="020B0604020202090204" pitchFamily="34" charset="0"/>
              </a:rPr>
              <a:t>Title text addition</a:t>
            </a:r>
            <a:endParaRPr lang="en-US" altLang="zh-CN" sz="4400" b="1" dirty="0">
              <a:gradFill>
                <a:gsLst>
                  <a:gs pos="0">
                    <a:srgbClr val="3A543B"/>
                  </a:gs>
                  <a:gs pos="100000">
                    <a:srgbClr val="AA9D67"/>
                  </a:gs>
                </a:gsLst>
                <a:lin ang="0" scaled="0"/>
              </a:gradFill>
              <a:latin typeface="Arial" panose="020B0604020202090204" pitchFamily="34" charset="0"/>
              <a:ea typeface="张海山锐线体2.0" panose="02000000000000000000" pitchFamily="2" charset="-122"/>
              <a:cs typeface="Arial" panose="020B060402020209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15340" y="2618105"/>
            <a:ext cx="1665605" cy="1438910"/>
          </a:xfrm>
          <a:prstGeom prst="rect">
            <a:avLst/>
          </a:prstGeom>
          <a:solidFill>
            <a:srgbClr val="3A543B"/>
          </a:solidFill>
          <a:ln w="38100">
            <a:solidFill>
              <a:srgbClr val="3A54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279015" y="2618105"/>
            <a:ext cx="4420235" cy="1438910"/>
          </a:xfrm>
          <a:prstGeom prst="rect">
            <a:avLst/>
          </a:prstGeom>
          <a:solidFill>
            <a:srgbClr val="AA9D67"/>
          </a:solidFill>
          <a:ln w="38100">
            <a:solidFill>
              <a:srgbClr val="AA9D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15340" y="4254500"/>
            <a:ext cx="1665605" cy="1438910"/>
          </a:xfrm>
          <a:prstGeom prst="rect">
            <a:avLst/>
          </a:prstGeom>
          <a:solidFill>
            <a:srgbClr val="3A543B"/>
          </a:solidFill>
          <a:ln w="38100">
            <a:solidFill>
              <a:srgbClr val="3A54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279015" y="4254500"/>
            <a:ext cx="4420235" cy="1438910"/>
          </a:xfrm>
          <a:prstGeom prst="rect">
            <a:avLst/>
          </a:prstGeom>
          <a:solidFill>
            <a:srgbClr val="AA9D67"/>
          </a:solidFill>
          <a:ln w="38100">
            <a:solidFill>
              <a:srgbClr val="AA9D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287770" y="2618105"/>
            <a:ext cx="5890260" cy="307467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6" name="Freeform 14"/>
          <p:cNvSpPr>
            <a:spLocks noEditPoints="1"/>
          </p:cNvSpPr>
          <p:nvPr/>
        </p:nvSpPr>
        <p:spPr bwMode="auto">
          <a:xfrm>
            <a:off x="1386840" y="3159125"/>
            <a:ext cx="340995" cy="356235"/>
          </a:xfrm>
          <a:custGeom>
            <a:avLst/>
            <a:gdLst>
              <a:gd name="T0" fmla="*/ 75 w 116"/>
              <a:gd name="T1" fmla="*/ 56 h 140"/>
              <a:gd name="T2" fmla="*/ 97 w 116"/>
              <a:gd name="T3" fmla="*/ 56 h 140"/>
              <a:gd name="T4" fmla="*/ 103 w 116"/>
              <a:gd name="T5" fmla="*/ 61 h 140"/>
              <a:gd name="T6" fmla="*/ 100 w 116"/>
              <a:gd name="T7" fmla="*/ 66 h 140"/>
              <a:gd name="T8" fmla="*/ 9 w 116"/>
              <a:gd name="T9" fmla="*/ 138 h 140"/>
              <a:gd name="T10" fmla="*/ 1 w 116"/>
              <a:gd name="T11" fmla="*/ 137 h 140"/>
              <a:gd name="T12" fmla="*/ 1 w 116"/>
              <a:gd name="T13" fmla="*/ 131 h 140"/>
              <a:gd name="T14" fmla="*/ 36 w 116"/>
              <a:gd name="T15" fmla="*/ 67 h 140"/>
              <a:gd name="T16" fmla="*/ 15 w 116"/>
              <a:gd name="T17" fmla="*/ 67 h 140"/>
              <a:gd name="T18" fmla="*/ 10 w 116"/>
              <a:gd name="T19" fmla="*/ 61 h 140"/>
              <a:gd name="T20" fmla="*/ 11 w 116"/>
              <a:gd name="T21" fmla="*/ 58 h 140"/>
              <a:gd name="T22" fmla="*/ 49 w 116"/>
              <a:gd name="T23" fmla="*/ 3 h 140"/>
              <a:gd name="T24" fmla="*/ 54 w 116"/>
              <a:gd name="T25" fmla="*/ 1 h 140"/>
              <a:gd name="T26" fmla="*/ 54 w 116"/>
              <a:gd name="T27" fmla="*/ 0 h 140"/>
              <a:gd name="T28" fmla="*/ 111 w 116"/>
              <a:gd name="T29" fmla="*/ 0 h 140"/>
              <a:gd name="T30" fmla="*/ 116 w 116"/>
              <a:gd name="T31" fmla="*/ 6 h 140"/>
              <a:gd name="T32" fmla="*/ 114 w 116"/>
              <a:gd name="T33" fmla="*/ 10 h 140"/>
              <a:gd name="T34" fmla="*/ 75 w 116"/>
              <a:gd name="T35" fmla="*/ 56 h 140"/>
              <a:gd name="T36" fmla="*/ 81 w 116"/>
              <a:gd name="T37" fmla="*/ 67 h 140"/>
              <a:gd name="T38" fmla="*/ 81 w 116"/>
              <a:gd name="T39" fmla="*/ 67 h 140"/>
              <a:gd name="T40" fmla="*/ 63 w 116"/>
              <a:gd name="T41" fmla="*/ 67 h 140"/>
              <a:gd name="T42" fmla="*/ 63 w 116"/>
              <a:gd name="T43" fmla="*/ 67 h 140"/>
              <a:gd name="T44" fmla="*/ 60 w 116"/>
              <a:gd name="T45" fmla="*/ 65 h 140"/>
              <a:gd name="T46" fmla="*/ 59 w 116"/>
              <a:gd name="T47" fmla="*/ 58 h 140"/>
              <a:gd name="T48" fmla="*/ 99 w 116"/>
              <a:gd name="T49" fmla="*/ 11 h 140"/>
              <a:gd name="T50" fmla="*/ 57 w 116"/>
              <a:gd name="T51" fmla="*/ 11 h 140"/>
              <a:gd name="T52" fmla="*/ 26 w 116"/>
              <a:gd name="T53" fmla="*/ 56 h 140"/>
              <a:gd name="T54" fmla="*/ 45 w 116"/>
              <a:gd name="T55" fmla="*/ 56 h 140"/>
              <a:gd name="T56" fmla="*/ 45 w 116"/>
              <a:gd name="T57" fmla="*/ 56 h 140"/>
              <a:gd name="T58" fmla="*/ 48 w 116"/>
              <a:gd name="T59" fmla="*/ 56 h 140"/>
              <a:gd name="T60" fmla="*/ 50 w 116"/>
              <a:gd name="T61" fmla="*/ 64 h 140"/>
              <a:gd name="T62" fmla="*/ 23 w 116"/>
              <a:gd name="T63" fmla="*/ 113 h 140"/>
              <a:gd name="T64" fmla="*/ 81 w 116"/>
              <a:gd name="T65" fmla="*/ 67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16" h="140">
                <a:moveTo>
                  <a:pt x="75" y="56"/>
                </a:moveTo>
                <a:cubicBezTo>
                  <a:pt x="97" y="56"/>
                  <a:pt x="97" y="56"/>
                  <a:pt x="97" y="56"/>
                </a:cubicBezTo>
                <a:cubicBezTo>
                  <a:pt x="100" y="56"/>
                  <a:pt x="103" y="58"/>
                  <a:pt x="103" y="61"/>
                </a:cubicBezTo>
                <a:cubicBezTo>
                  <a:pt x="103" y="63"/>
                  <a:pt x="102" y="65"/>
                  <a:pt x="100" y="66"/>
                </a:cubicBezTo>
                <a:cubicBezTo>
                  <a:pt x="9" y="138"/>
                  <a:pt x="9" y="138"/>
                  <a:pt x="9" y="138"/>
                </a:cubicBezTo>
                <a:cubicBezTo>
                  <a:pt x="6" y="140"/>
                  <a:pt x="3" y="140"/>
                  <a:pt x="1" y="137"/>
                </a:cubicBezTo>
                <a:cubicBezTo>
                  <a:pt x="0" y="136"/>
                  <a:pt x="0" y="133"/>
                  <a:pt x="1" y="131"/>
                </a:cubicBezTo>
                <a:cubicBezTo>
                  <a:pt x="36" y="67"/>
                  <a:pt x="36" y="67"/>
                  <a:pt x="36" y="67"/>
                </a:cubicBezTo>
                <a:cubicBezTo>
                  <a:pt x="15" y="67"/>
                  <a:pt x="15" y="67"/>
                  <a:pt x="15" y="67"/>
                </a:cubicBezTo>
                <a:cubicBezTo>
                  <a:pt x="12" y="67"/>
                  <a:pt x="10" y="64"/>
                  <a:pt x="10" y="61"/>
                </a:cubicBezTo>
                <a:cubicBezTo>
                  <a:pt x="10" y="60"/>
                  <a:pt x="10" y="59"/>
                  <a:pt x="11" y="58"/>
                </a:cubicBezTo>
                <a:cubicBezTo>
                  <a:pt x="49" y="3"/>
                  <a:pt x="49" y="3"/>
                  <a:pt x="49" y="3"/>
                </a:cubicBezTo>
                <a:cubicBezTo>
                  <a:pt x="50" y="1"/>
                  <a:pt x="52" y="1"/>
                  <a:pt x="54" y="1"/>
                </a:cubicBezTo>
                <a:cubicBezTo>
                  <a:pt x="54" y="0"/>
                  <a:pt x="54" y="0"/>
                  <a:pt x="54" y="0"/>
                </a:cubicBezTo>
                <a:cubicBezTo>
                  <a:pt x="111" y="0"/>
                  <a:pt x="111" y="0"/>
                  <a:pt x="111" y="0"/>
                </a:cubicBezTo>
                <a:cubicBezTo>
                  <a:pt x="114" y="0"/>
                  <a:pt x="116" y="3"/>
                  <a:pt x="116" y="6"/>
                </a:cubicBezTo>
                <a:cubicBezTo>
                  <a:pt x="116" y="7"/>
                  <a:pt x="115" y="9"/>
                  <a:pt x="114" y="10"/>
                </a:cubicBezTo>
                <a:cubicBezTo>
                  <a:pt x="75" y="56"/>
                  <a:pt x="75" y="56"/>
                  <a:pt x="75" y="56"/>
                </a:cubicBezTo>
                <a:close/>
                <a:moveTo>
                  <a:pt x="81" y="67"/>
                </a:moveTo>
                <a:cubicBezTo>
                  <a:pt x="81" y="67"/>
                  <a:pt x="81" y="67"/>
                  <a:pt x="81" y="67"/>
                </a:cubicBezTo>
                <a:cubicBezTo>
                  <a:pt x="63" y="67"/>
                  <a:pt x="63" y="67"/>
                  <a:pt x="63" y="67"/>
                </a:cubicBezTo>
                <a:cubicBezTo>
                  <a:pt x="63" y="67"/>
                  <a:pt x="63" y="67"/>
                  <a:pt x="63" y="67"/>
                </a:cubicBezTo>
                <a:cubicBezTo>
                  <a:pt x="62" y="67"/>
                  <a:pt x="61" y="66"/>
                  <a:pt x="60" y="65"/>
                </a:cubicBezTo>
                <a:cubicBezTo>
                  <a:pt x="57" y="63"/>
                  <a:pt x="57" y="60"/>
                  <a:pt x="59" y="58"/>
                </a:cubicBezTo>
                <a:cubicBezTo>
                  <a:pt x="99" y="11"/>
                  <a:pt x="99" y="11"/>
                  <a:pt x="99" y="11"/>
                </a:cubicBezTo>
                <a:cubicBezTo>
                  <a:pt x="57" y="11"/>
                  <a:pt x="57" y="11"/>
                  <a:pt x="57" y="11"/>
                </a:cubicBezTo>
                <a:cubicBezTo>
                  <a:pt x="26" y="56"/>
                  <a:pt x="26" y="56"/>
                  <a:pt x="26" y="56"/>
                </a:cubicBezTo>
                <a:cubicBezTo>
                  <a:pt x="45" y="56"/>
                  <a:pt x="45" y="56"/>
                  <a:pt x="45" y="56"/>
                </a:cubicBezTo>
                <a:cubicBezTo>
                  <a:pt x="45" y="56"/>
                  <a:pt x="45" y="56"/>
                  <a:pt x="45" y="56"/>
                </a:cubicBezTo>
                <a:cubicBezTo>
                  <a:pt x="46" y="56"/>
                  <a:pt x="47" y="56"/>
                  <a:pt x="48" y="56"/>
                </a:cubicBezTo>
                <a:cubicBezTo>
                  <a:pt x="51" y="58"/>
                  <a:pt x="52" y="61"/>
                  <a:pt x="50" y="64"/>
                </a:cubicBezTo>
                <a:cubicBezTo>
                  <a:pt x="23" y="113"/>
                  <a:pt x="23" y="113"/>
                  <a:pt x="23" y="113"/>
                </a:cubicBezTo>
                <a:cubicBezTo>
                  <a:pt x="81" y="67"/>
                  <a:pt x="81" y="67"/>
                  <a:pt x="81" y="6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7" name="Freeform 19"/>
          <p:cNvSpPr>
            <a:spLocks noEditPoints="1"/>
          </p:cNvSpPr>
          <p:nvPr/>
        </p:nvSpPr>
        <p:spPr bwMode="auto">
          <a:xfrm>
            <a:off x="1356995" y="4794250"/>
            <a:ext cx="412115" cy="359410"/>
          </a:xfrm>
          <a:custGeom>
            <a:avLst/>
            <a:gdLst>
              <a:gd name="T0" fmla="*/ 116 w 140"/>
              <a:gd name="T1" fmla="*/ 2 h 141"/>
              <a:gd name="T2" fmla="*/ 122 w 140"/>
              <a:gd name="T3" fmla="*/ 3 h 141"/>
              <a:gd name="T4" fmla="*/ 122 w 140"/>
              <a:gd name="T5" fmla="*/ 3 h 141"/>
              <a:gd name="T6" fmla="*/ 138 w 140"/>
              <a:gd name="T7" fmla="*/ 19 h 141"/>
              <a:gd name="T8" fmla="*/ 138 w 140"/>
              <a:gd name="T9" fmla="*/ 19 h 141"/>
              <a:gd name="T10" fmla="*/ 139 w 140"/>
              <a:gd name="T11" fmla="*/ 25 h 141"/>
              <a:gd name="T12" fmla="*/ 118 w 140"/>
              <a:gd name="T13" fmla="*/ 43 h 141"/>
              <a:gd name="T14" fmla="*/ 103 w 140"/>
              <a:gd name="T15" fmla="*/ 46 h 141"/>
              <a:gd name="T16" fmla="*/ 99 w 140"/>
              <a:gd name="T17" fmla="*/ 102 h 141"/>
              <a:gd name="T18" fmla="*/ 69 w 140"/>
              <a:gd name="T19" fmla="*/ 115 h 141"/>
              <a:gd name="T20" fmla="*/ 26 w 140"/>
              <a:gd name="T21" fmla="*/ 72 h 141"/>
              <a:gd name="T22" fmla="*/ 69 w 140"/>
              <a:gd name="T23" fmla="*/ 29 h 141"/>
              <a:gd name="T24" fmla="*/ 100 w 140"/>
              <a:gd name="T25" fmla="*/ 33 h 141"/>
              <a:gd name="T26" fmla="*/ 98 w 140"/>
              <a:gd name="T27" fmla="*/ 20 h 141"/>
              <a:gd name="T28" fmla="*/ 124 w 140"/>
              <a:gd name="T29" fmla="*/ 55 h 141"/>
              <a:gd name="T30" fmla="*/ 135 w 140"/>
              <a:gd name="T31" fmla="*/ 52 h 141"/>
              <a:gd name="T32" fmla="*/ 138 w 140"/>
              <a:gd name="T33" fmla="*/ 72 h 141"/>
              <a:gd name="T34" fmla="*/ 69 w 140"/>
              <a:gd name="T35" fmla="*/ 141 h 141"/>
              <a:gd name="T36" fmla="*/ 0 w 140"/>
              <a:gd name="T37" fmla="*/ 72 h 141"/>
              <a:gd name="T38" fmla="*/ 69 w 140"/>
              <a:gd name="T39" fmla="*/ 3 h 141"/>
              <a:gd name="T40" fmla="*/ 89 w 140"/>
              <a:gd name="T41" fmla="*/ 6 h 141"/>
              <a:gd name="T42" fmla="*/ 86 w 140"/>
              <a:gd name="T43" fmla="*/ 16 h 141"/>
              <a:gd name="T44" fmla="*/ 69 w 140"/>
              <a:gd name="T45" fmla="*/ 14 h 141"/>
              <a:gd name="T46" fmla="*/ 11 w 140"/>
              <a:gd name="T47" fmla="*/ 72 h 141"/>
              <a:gd name="T48" fmla="*/ 69 w 140"/>
              <a:gd name="T49" fmla="*/ 130 h 141"/>
              <a:gd name="T50" fmla="*/ 127 w 140"/>
              <a:gd name="T51" fmla="*/ 72 h 141"/>
              <a:gd name="T52" fmla="*/ 124 w 140"/>
              <a:gd name="T53" fmla="*/ 55 h 141"/>
              <a:gd name="T54" fmla="*/ 69 w 140"/>
              <a:gd name="T55" fmla="*/ 52 h 141"/>
              <a:gd name="T56" fmla="*/ 90 w 140"/>
              <a:gd name="T57" fmla="*/ 43 h 141"/>
              <a:gd name="T58" fmla="*/ 43 w 140"/>
              <a:gd name="T59" fmla="*/ 46 h 141"/>
              <a:gd name="T60" fmla="*/ 43 w 140"/>
              <a:gd name="T61" fmla="*/ 46 h 141"/>
              <a:gd name="T62" fmla="*/ 43 w 140"/>
              <a:gd name="T63" fmla="*/ 98 h 141"/>
              <a:gd name="T64" fmla="*/ 94 w 140"/>
              <a:gd name="T65" fmla="*/ 98 h 141"/>
              <a:gd name="T66" fmla="*/ 105 w 140"/>
              <a:gd name="T67" fmla="*/ 72 h 141"/>
              <a:gd name="T68" fmla="*/ 86 w 140"/>
              <a:gd name="T69" fmla="*/ 62 h 141"/>
              <a:gd name="T70" fmla="*/ 83 w 140"/>
              <a:gd name="T71" fmla="*/ 86 h 141"/>
              <a:gd name="T72" fmla="*/ 69 w 140"/>
              <a:gd name="T73" fmla="*/ 92 h 141"/>
              <a:gd name="T74" fmla="*/ 55 w 140"/>
              <a:gd name="T75" fmla="*/ 86 h 141"/>
              <a:gd name="T76" fmla="*/ 55 w 140"/>
              <a:gd name="T77" fmla="*/ 58 h 141"/>
              <a:gd name="T78" fmla="*/ 69 w 140"/>
              <a:gd name="T79" fmla="*/ 52 h 141"/>
              <a:gd name="T80" fmla="*/ 73 w 140"/>
              <a:gd name="T81" fmla="*/ 60 h 141"/>
              <a:gd name="T82" fmla="*/ 60 w 140"/>
              <a:gd name="T83" fmla="*/ 63 h 141"/>
              <a:gd name="T84" fmla="*/ 56 w 140"/>
              <a:gd name="T85" fmla="*/ 72 h 141"/>
              <a:gd name="T86" fmla="*/ 69 w 140"/>
              <a:gd name="T87" fmla="*/ 85 h 141"/>
              <a:gd name="T88" fmla="*/ 78 w 140"/>
              <a:gd name="T89" fmla="*/ 81 h 141"/>
              <a:gd name="T90" fmla="*/ 81 w 140"/>
              <a:gd name="T91" fmla="*/ 68 h 141"/>
              <a:gd name="T92" fmla="*/ 65 w 140"/>
              <a:gd name="T93" fmla="*/ 76 h 141"/>
              <a:gd name="T94" fmla="*/ 73 w 140"/>
              <a:gd name="T95" fmla="*/ 60 h 141"/>
              <a:gd name="T96" fmla="*/ 117 w 140"/>
              <a:gd name="T97" fmla="*/ 10 h 141"/>
              <a:gd name="T98" fmla="*/ 106 w 140"/>
              <a:gd name="T99" fmla="*/ 30 h 141"/>
              <a:gd name="T100" fmla="*/ 117 w 140"/>
              <a:gd name="T101" fmla="*/ 10 h 141"/>
              <a:gd name="T102" fmla="*/ 123 w 140"/>
              <a:gd name="T103" fmla="*/ 22 h 141"/>
              <a:gd name="T104" fmla="*/ 118 w 140"/>
              <a:gd name="T105" fmla="*/ 37 h 141"/>
              <a:gd name="T106" fmla="*/ 123 w 140"/>
              <a:gd name="T107" fmla="*/ 22 h 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40" h="141">
                <a:moveTo>
                  <a:pt x="98" y="20"/>
                </a:moveTo>
                <a:cubicBezTo>
                  <a:pt x="116" y="2"/>
                  <a:pt x="116" y="2"/>
                  <a:pt x="116" y="2"/>
                </a:cubicBezTo>
                <a:cubicBezTo>
                  <a:pt x="118" y="0"/>
                  <a:pt x="120" y="0"/>
                  <a:pt x="121" y="2"/>
                </a:cubicBezTo>
                <a:cubicBezTo>
                  <a:pt x="121" y="2"/>
                  <a:pt x="122" y="3"/>
                  <a:pt x="122" y="3"/>
                </a:cubicBezTo>
                <a:cubicBezTo>
                  <a:pt x="122" y="3"/>
                  <a:pt x="122" y="3"/>
                  <a:pt x="122" y="3"/>
                </a:cubicBezTo>
                <a:cubicBezTo>
                  <a:pt x="122" y="3"/>
                  <a:pt x="122" y="3"/>
                  <a:pt x="122" y="3"/>
                </a:cubicBezTo>
                <a:cubicBezTo>
                  <a:pt x="125" y="16"/>
                  <a:pt x="125" y="16"/>
                  <a:pt x="125" y="16"/>
                </a:cubicBezTo>
                <a:cubicBezTo>
                  <a:pt x="138" y="19"/>
                  <a:pt x="138" y="19"/>
                  <a:pt x="138" y="19"/>
                </a:cubicBezTo>
                <a:cubicBezTo>
                  <a:pt x="138" y="19"/>
                  <a:pt x="138" y="19"/>
                  <a:pt x="138" y="19"/>
                </a:cubicBezTo>
                <a:cubicBezTo>
                  <a:pt x="138" y="19"/>
                  <a:pt x="138" y="19"/>
                  <a:pt x="138" y="19"/>
                </a:cubicBezTo>
                <a:cubicBezTo>
                  <a:pt x="138" y="19"/>
                  <a:pt x="139" y="19"/>
                  <a:pt x="139" y="20"/>
                </a:cubicBezTo>
                <a:cubicBezTo>
                  <a:pt x="140" y="21"/>
                  <a:pt x="140" y="23"/>
                  <a:pt x="139" y="25"/>
                </a:cubicBezTo>
                <a:cubicBezTo>
                  <a:pt x="121" y="43"/>
                  <a:pt x="121" y="43"/>
                  <a:pt x="121" y="43"/>
                </a:cubicBezTo>
                <a:cubicBezTo>
                  <a:pt x="120" y="43"/>
                  <a:pt x="119" y="44"/>
                  <a:pt x="118" y="43"/>
                </a:cubicBezTo>
                <a:cubicBezTo>
                  <a:pt x="108" y="41"/>
                  <a:pt x="108" y="41"/>
                  <a:pt x="108" y="41"/>
                </a:cubicBezTo>
                <a:cubicBezTo>
                  <a:pt x="103" y="46"/>
                  <a:pt x="103" y="46"/>
                  <a:pt x="103" y="46"/>
                </a:cubicBezTo>
                <a:cubicBezTo>
                  <a:pt x="108" y="53"/>
                  <a:pt x="112" y="62"/>
                  <a:pt x="112" y="72"/>
                </a:cubicBezTo>
                <a:cubicBezTo>
                  <a:pt x="112" y="84"/>
                  <a:pt x="107" y="95"/>
                  <a:pt x="99" y="102"/>
                </a:cubicBezTo>
                <a:cubicBezTo>
                  <a:pt x="99" y="102"/>
                  <a:pt x="99" y="102"/>
                  <a:pt x="99" y="102"/>
                </a:cubicBezTo>
                <a:cubicBezTo>
                  <a:pt x="91" y="110"/>
                  <a:pt x="81" y="115"/>
                  <a:pt x="69" y="115"/>
                </a:cubicBezTo>
                <a:cubicBezTo>
                  <a:pt x="57" y="115"/>
                  <a:pt x="46" y="110"/>
                  <a:pt x="39" y="102"/>
                </a:cubicBezTo>
                <a:cubicBezTo>
                  <a:pt x="31" y="95"/>
                  <a:pt x="26" y="84"/>
                  <a:pt x="26" y="72"/>
                </a:cubicBezTo>
                <a:cubicBezTo>
                  <a:pt x="26" y="60"/>
                  <a:pt x="31" y="50"/>
                  <a:pt x="39" y="42"/>
                </a:cubicBezTo>
                <a:cubicBezTo>
                  <a:pt x="46" y="34"/>
                  <a:pt x="57" y="29"/>
                  <a:pt x="69" y="29"/>
                </a:cubicBezTo>
                <a:cubicBezTo>
                  <a:pt x="79" y="29"/>
                  <a:pt x="88" y="33"/>
                  <a:pt x="95" y="38"/>
                </a:cubicBezTo>
                <a:cubicBezTo>
                  <a:pt x="100" y="33"/>
                  <a:pt x="100" y="33"/>
                  <a:pt x="100" y="33"/>
                </a:cubicBezTo>
                <a:cubicBezTo>
                  <a:pt x="98" y="23"/>
                  <a:pt x="98" y="23"/>
                  <a:pt x="98" y="23"/>
                </a:cubicBezTo>
                <a:cubicBezTo>
                  <a:pt x="97" y="22"/>
                  <a:pt x="98" y="21"/>
                  <a:pt x="98" y="20"/>
                </a:cubicBezTo>
                <a:close/>
                <a:moveTo>
                  <a:pt x="124" y="55"/>
                </a:moveTo>
                <a:cubicBezTo>
                  <a:pt x="124" y="55"/>
                  <a:pt x="124" y="55"/>
                  <a:pt x="124" y="55"/>
                </a:cubicBezTo>
                <a:cubicBezTo>
                  <a:pt x="124" y="52"/>
                  <a:pt x="125" y="49"/>
                  <a:pt x="128" y="48"/>
                </a:cubicBezTo>
                <a:cubicBezTo>
                  <a:pt x="131" y="47"/>
                  <a:pt x="134" y="49"/>
                  <a:pt x="135" y="52"/>
                </a:cubicBezTo>
                <a:cubicBezTo>
                  <a:pt x="136" y="55"/>
                  <a:pt x="137" y="58"/>
                  <a:pt x="137" y="62"/>
                </a:cubicBezTo>
                <a:cubicBezTo>
                  <a:pt x="138" y="65"/>
                  <a:pt x="138" y="69"/>
                  <a:pt x="138" y="72"/>
                </a:cubicBezTo>
                <a:cubicBezTo>
                  <a:pt x="138" y="91"/>
                  <a:pt x="130" y="108"/>
                  <a:pt x="118" y="121"/>
                </a:cubicBezTo>
                <a:cubicBezTo>
                  <a:pt x="105" y="133"/>
                  <a:pt x="88" y="141"/>
                  <a:pt x="69" y="141"/>
                </a:cubicBezTo>
                <a:cubicBezTo>
                  <a:pt x="50" y="141"/>
                  <a:pt x="33" y="133"/>
                  <a:pt x="20" y="121"/>
                </a:cubicBezTo>
                <a:cubicBezTo>
                  <a:pt x="8" y="108"/>
                  <a:pt x="0" y="91"/>
                  <a:pt x="0" y="72"/>
                </a:cubicBezTo>
                <a:cubicBezTo>
                  <a:pt x="0" y="53"/>
                  <a:pt x="8" y="36"/>
                  <a:pt x="20" y="23"/>
                </a:cubicBezTo>
                <a:cubicBezTo>
                  <a:pt x="33" y="11"/>
                  <a:pt x="50" y="3"/>
                  <a:pt x="69" y="3"/>
                </a:cubicBezTo>
                <a:cubicBezTo>
                  <a:pt x="72" y="3"/>
                  <a:pt x="76" y="3"/>
                  <a:pt x="79" y="4"/>
                </a:cubicBezTo>
                <a:cubicBezTo>
                  <a:pt x="82" y="4"/>
                  <a:pt x="86" y="5"/>
                  <a:pt x="89" y="6"/>
                </a:cubicBezTo>
                <a:cubicBezTo>
                  <a:pt x="92" y="7"/>
                  <a:pt x="93" y="10"/>
                  <a:pt x="93" y="13"/>
                </a:cubicBezTo>
                <a:cubicBezTo>
                  <a:pt x="92" y="16"/>
                  <a:pt x="89" y="17"/>
                  <a:pt x="86" y="16"/>
                </a:cubicBezTo>
                <a:cubicBezTo>
                  <a:pt x="83" y="16"/>
                  <a:pt x="80" y="15"/>
                  <a:pt x="77" y="15"/>
                </a:cubicBezTo>
                <a:cubicBezTo>
                  <a:pt x="75" y="14"/>
                  <a:pt x="72" y="14"/>
                  <a:pt x="69" y="14"/>
                </a:cubicBezTo>
                <a:cubicBezTo>
                  <a:pt x="53" y="14"/>
                  <a:pt x="38" y="21"/>
                  <a:pt x="28" y="31"/>
                </a:cubicBezTo>
                <a:cubicBezTo>
                  <a:pt x="17" y="42"/>
                  <a:pt x="11" y="56"/>
                  <a:pt x="11" y="72"/>
                </a:cubicBezTo>
                <a:cubicBezTo>
                  <a:pt x="11" y="88"/>
                  <a:pt x="17" y="103"/>
                  <a:pt x="28" y="113"/>
                </a:cubicBezTo>
                <a:cubicBezTo>
                  <a:pt x="38" y="124"/>
                  <a:pt x="53" y="130"/>
                  <a:pt x="69" y="130"/>
                </a:cubicBezTo>
                <a:cubicBezTo>
                  <a:pt x="85" y="130"/>
                  <a:pt x="99" y="124"/>
                  <a:pt x="110" y="113"/>
                </a:cubicBezTo>
                <a:cubicBezTo>
                  <a:pt x="120" y="103"/>
                  <a:pt x="127" y="88"/>
                  <a:pt x="127" y="72"/>
                </a:cubicBezTo>
                <a:cubicBezTo>
                  <a:pt x="127" y="69"/>
                  <a:pt x="127" y="66"/>
                  <a:pt x="126" y="64"/>
                </a:cubicBezTo>
                <a:cubicBezTo>
                  <a:pt x="126" y="61"/>
                  <a:pt x="125" y="58"/>
                  <a:pt x="124" y="55"/>
                </a:cubicBezTo>
                <a:close/>
                <a:moveTo>
                  <a:pt x="69" y="52"/>
                </a:moveTo>
                <a:cubicBezTo>
                  <a:pt x="69" y="52"/>
                  <a:pt x="69" y="52"/>
                  <a:pt x="69" y="52"/>
                </a:cubicBezTo>
                <a:cubicBezTo>
                  <a:pt x="72" y="52"/>
                  <a:pt x="76" y="53"/>
                  <a:pt x="78" y="55"/>
                </a:cubicBezTo>
                <a:cubicBezTo>
                  <a:pt x="90" y="43"/>
                  <a:pt x="90" y="43"/>
                  <a:pt x="90" y="43"/>
                </a:cubicBezTo>
                <a:cubicBezTo>
                  <a:pt x="84" y="38"/>
                  <a:pt x="77" y="36"/>
                  <a:pt x="69" y="36"/>
                </a:cubicBezTo>
                <a:cubicBezTo>
                  <a:pt x="59" y="36"/>
                  <a:pt x="50" y="40"/>
                  <a:pt x="43" y="46"/>
                </a:cubicBezTo>
                <a:cubicBezTo>
                  <a:pt x="43" y="46"/>
                  <a:pt x="43" y="46"/>
                  <a:pt x="43" y="46"/>
                </a:cubicBezTo>
                <a:cubicBezTo>
                  <a:pt x="43" y="46"/>
                  <a:pt x="43" y="46"/>
                  <a:pt x="43" y="46"/>
                </a:cubicBezTo>
                <a:cubicBezTo>
                  <a:pt x="37" y="53"/>
                  <a:pt x="33" y="62"/>
                  <a:pt x="33" y="72"/>
                </a:cubicBezTo>
                <a:cubicBezTo>
                  <a:pt x="33" y="82"/>
                  <a:pt x="37" y="91"/>
                  <a:pt x="43" y="98"/>
                </a:cubicBezTo>
                <a:cubicBezTo>
                  <a:pt x="50" y="104"/>
                  <a:pt x="59" y="108"/>
                  <a:pt x="69" y="108"/>
                </a:cubicBezTo>
                <a:cubicBezTo>
                  <a:pt x="79" y="108"/>
                  <a:pt x="88" y="104"/>
                  <a:pt x="94" y="98"/>
                </a:cubicBezTo>
                <a:cubicBezTo>
                  <a:pt x="95" y="98"/>
                  <a:pt x="95" y="98"/>
                  <a:pt x="95" y="98"/>
                </a:cubicBezTo>
                <a:cubicBezTo>
                  <a:pt x="101" y="91"/>
                  <a:pt x="105" y="82"/>
                  <a:pt x="105" y="72"/>
                </a:cubicBezTo>
                <a:cubicBezTo>
                  <a:pt x="105" y="64"/>
                  <a:pt x="103" y="57"/>
                  <a:pt x="98" y="51"/>
                </a:cubicBezTo>
                <a:cubicBezTo>
                  <a:pt x="86" y="62"/>
                  <a:pt x="86" y="62"/>
                  <a:pt x="86" y="62"/>
                </a:cubicBezTo>
                <a:cubicBezTo>
                  <a:pt x="88" y="65"/>
                  <a:pt x="89" y="69"/>
                  <a:pt x="89" y="72"/>
                </a:cubicBezTo>
                <a:cubicBezTo>
                  <a:pt x="89" y="77"/>
                  <a:pt x="86" y="82"/>
                  <a:pt x="83" y="86"/>
                </a:cubicBezTo>
                <a:cubicBezTo>
                  <a:pt x="83" y="86"/>
                  <a:pt x="83" y="86"/>
                  <a:pt x="83" y="86"/>
                </a:cubicBezTo>
                <a:cubicBezTo>
                  <a:pt x="79" y="90"/>
                  <a:pt x="74" y="92"/>
                  <a:pt x="69" y="92"/>
                </a:cubicBezTo>
                <a:cubicBezTo>
                  <a:pt x="63" y="92"/>
                  <a:pt x="59" y="90"/>
                  <a:pt x="55" y="86"/>
                </a:cubicBezTo>
                <a:cubicBezTo>
                  <a:pt x="55" y="86"/>
                  <a:pt x="55" y="86"/>
                  <a:pt x="55" y="86"/>
                </a:cubicBezTo>
                <a:cubicBezTo>
                  <a:pt x="51" y="82"/>
                  <a:pt x="49" y="78"/>
                  <a:pt x="49" y="72"/>
                </a:cubicBezTo>
                <a:cubicBezTo>
                  <a:pt x="49" y="67"/>
                  <a:pt x="51" y="62"/>
                  <a:pt x="55" y="58"/>
                </a:cubicBezTo>
                <a:cubicBezTo>
                  <a:pt x="55" y="58"/>
                  <a:pt x="55" y="58"/>
                  <a:pt x="55" y="58"/>
                </a:cubicBezTo>
                <a:cubicBezTo>
                  <a:pt x="59" y="55"/>
                  <a:pt x="63" y="52"/>
                  <a:pt x="69" y="52"/>
                </a:cubicBezTo>
                <a:close/>
                <a:moveTo>
                  <a:pt x="73" y="60"/>
                </a:moveTo>
                <a:cubicBezTo>
                  <a:pt x="73" y="60"/>
                  <a:pt x="73" y="60"/>
                  <a:pt x="73" y="60"/>
                </a:cubicBezTo>
                <a:cubicBezTo>
                  <a:pt x="72" y="59"/>
                  <a:pt x="71" y="59"/>
                  <a:pt x="69" y="59"/>
                </a:cubicBezTo>
                <a:cubicBezTo>
                  <a:pt x="65" y="59"/>
                  <a:pt x="62" y="60"/>
                  <a:pt x="60" y="63"/>
                </a:cubicBezTo>
                <a:cubicBezTo>
                  <a:pt x="60" y="63"/>
                  <a:pt x="60" y="63"/>
                  <a:pt x="60" y="63"/>
                </a:cubicBezTo>
                <a:cubicBezTo>
                  <a:pt x="57" y="65"/>
                  <a:pt x="56" y="68"/>
                  <a:pt x="56" y="72"/>
                </a:cubicBezTo>
                <a:cubicBezTo>
                  <a:pt x="56" y="76"/>
                  <a:pt x="57" y="79"/>
                  <a:pt x="60" y="81"/>
                </a:cubicBezTo>
                <a:cubicBezTo>
                  <a:pt x="62" y="84"/>
                  <a:pt x="65" y="85"/>
                  <a:pt x="69" y="85"/>
                </a:cubicBezTo>
                <a:cubicBezTo>
                  <a:pt x="73" y="85"/>
                  <a:pt x="76" y="84"/>
                  <a:pt x="78" y="81"/>
                </a:cubicBezTo>
                <a:cubicBezTo>
                  <a:pt x="78" y="81"/>
                  <a:pt x="78" y="81"/>
                  <a:pt x="78" y="81"/>
                </a:cubicBezTo>
                <a:cubicBezTo>
                  <a:pt x="81" y="79"/>
                  <a:pt x="82" y="76"/>
                  <a:pt x="82" y="72"/>
                </a:cubicBezTo>
                <a:cubicBezTo>
                  <a:pt x="82" y="70"/>
                  <a:pt x="82" y="69"/>
                  <a:pt x="81" y="68"/>
                </a:cubicBezTo>
                <a:cubicBezTo>
                  <a:pt x="73" y="76"/>
                  <a:pt x="73" y="76"/>
                  <a:pt x="73" y="76"/>
                </a:cubicBezTo>
                <a:cubicBezTo>
                  <a:pt x="71" y="78"/>
                  <a:pt x="67" y="78"/>
                  <a:pt x="65" y="76"/>
                </a:cubicBezTo>
                <a:cubicBezTo>
                  <a:pt x="63" y="74"/>
                  <a:pt x="63" y="70"/>
                  <a:pt x="65" y="68"/>
                </a:cubicBezTo>
                <a:cubicBezTo>
                  <a:pt x="73" y="60"/>
                  <a:pt x="73" y="60"/>
                  <a:pt x="73" y="60"/>
                </a:cubicBezTo>
                <a:close/>
                <a:moveTo>
                  <a:pt x="117" y="10"/>
                </a:moveTo>
                <a:cubicBezTo>
                  <a:pt x="117" y="10"/>
                  <a:pt x="117" y="10"/>
                  <a:pt x="117" y="10"/>
                </a:cubicBezTo>
                <a:cubicBezTo>
                  <a:pt x="104" y="23"/>
                  <a:pt x="104" y="23"/>
                  <a:pt x="104" y="23"/>
                </a:cubicBezTo>
                <a:cubicBezTo>
                  <a:pt x="106" y="30"/>
                  <a:pt x="106" y="30"/>
                  <a:pt x="106" y="30"/>
                </a:cubicBezTo>
                <a:cubicBezTo>
                  <a:pt x="119" y="17"/>
                  <a:pt x="119" y="17"/>
                  <a:pt x="119" y="17"/>
                </a:cubicBezTo>
                <a:cubicBezTo>
                  <a:pt x="117" y="10"/>
                  <a:pt x="117" y="10"/>
                  <a:pt x="117" y="10"/>
                </a:cubicBezTo>
                <a:close/>
                <a:moveTo>
                  <a:pt x="123" y="22"/>
                </a:moveTo>
                <a:cubicBezTo>
                  <a:pt x="123" y="22"/>
                  <a:pt x="123" y="22"/>
                  <a:pt x="123" y="22"/>
                </a:cubicBezTo>
                <a:cubicBezTo>
                  <a:pt x="111" y="35"/>
                  <a:pt x="111" y="35"/>
                  <a:pt x="111" y="35"/>
                </a:cubicBezTo>
                <a:cubicBezTo>
                  <a:pt x="118" y="37"/>
                  <a:pt x="118" y="37"/>
                  <a:pt x="118" y="37"/>
                </a:cubicBezTo>
                <a:cubicBezTo>
                  <a:pt x="131" y="24"/>
                  <a:pt x="131" y="24"/>
                  <a:pt x="131" y="24"/>
                </a:cubicBezTo>
                <a:cubicBezTo>
                  <a:pt x="123" y="22"/>
                  <a:pt x="123" y="22"/>
                  <a:pt x="123" y="2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700655" y="2912110"/>
            <a:ext cx="3513455" cy="82804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14000"/>
              </a:lnSpc>
            </a:pPr>
            <a:r>
              <a:rPr lang="en-US" altLang="zh-CN" sz="1400" dirty="0">
                <a:solidFill>
                  <a:srgbClr val="FFFFFF"/>
                </a:solidFill>
                <a:latin typeface="Arial" panose="020B0604020202090204" pitchFamily="34" charset="0"/>
                <a:ea typeface="+mj-ea"/>
                <a:cs typeface="Arial" panose="020B0604020202090204" pitchFamily="34" charset="0"/>
              </a:rPr>
              <a:t>The user can demonstrate on a projector or computer, or print the presentation and make it </a:t>
            </a:r>
            <a:r>
              <a:rPr lang="en-US" altLang="zh-CN" sz="1400" dirty="0" smtClean="0">
                <a:solidFill>
                  <a:srgbClr val="FFFFFF"/>
                </a:solidFill>
                <a:latin typeface="Arial" panose="020B0604020202090204" pitchFamily="34" charset="0"/>
                <a:ea typeface="+mj-ea"/>
                <a:cs typeface="Arial" panose="020B0604020202090204" pitchFamily="34" charset="0"/>
              </a:rPr>
              <a:t>film</a:t>
            </a:r>
            <a:endParaRPr lang="en-US" altLang="zh-CN" sz="1400" dirty="0">
              <a:solidFill>
                <a:srgbClr val="FFFFFF"/>
              </a:solidFill>
              <a:latin typeface="Arial" panose="020B0604020202090204" pitchFamily="34" charset="0"/>
              <a:ea typeface="+mj-ea"/>
              <a:cs typeface="Arial" panose="020B0604020202090204" pitchFamily="3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700655" y="4552315"/>
            <a:ext cx="3368040" cy="82804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14000"/>
              </a:lnSpc>
            </a:pPr>
            <a:r>
              <a:rPr lang="en-US" altLang="zh-CN" sz="1400" dirty="0">
                <a:solidFill>
                  <a:srgbClr val="FFFFFF"/>
                </a:solidFill>
                <a:latin typeface="Arial" panose="020B0604020202090204" pitchFamily="34" charset="0"/>
                <a:ea typeface="+mj-ea"/>
                <a:cs typeface="Arial" panose="020B0604020202090204" pitchFamily="34" charset="0"/>
              </a:rPr>
              <a:t>The user can demonstrate on a projector or computer, or print the presentation and make it </a:t>
            </a:r>
            <a:r>
              <a:rPr lang="en-US" altLang="zh-CN" sz="1400" dirty="0" smtClean="0">
                <a:solidFill>
                  <a:srgbClr val="FFFFFF"/>
                </a:solidFill>
                <a:latin typeface="Arial" panose="020B0604020202090204" pitchFamily="34" charset="0"/>
                <a:ea typeface="+mj-ea"/>
                <a:cs typeface="Arial" panose="020B0604020202090204" pitchFamily="34" charset="0"/>
              </a:rPr>
              <a:t>film</a:t>
            </a:r>
            <a:endParaRPr lang="en-US" altLang="zh-CN" sz="1400" dirty="0">
              <a:solidFill>
                <a:srgbClr val="FFFFFF"/>
              </a:solidFill>
              <a:latin typeface="Arial" panose="020B0604020202090204" pitchFamily="34" charset="0"/>
              <a:ea typeface="+mj-ea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4E5E0"/>
            </a:gs>
            <a:gs pos="100000">
              <a:srgbClr val="F0F0F0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3"/>
          <p:cNvSpPr>
            <a:spLocks noChangeArrowheads="1"/>
          </p:cNvSpPr>
          <p:nvPr/>
        </p:nvSpPr>
        <p:spPr bwMode="auto">
          <a:xfrm rot="16200000" flipH="1">
            <a:off x="3511550" y="-2240915"/>
            <a:ext cx="1189355" cy="6341745"/>
          </a:xfrm>
          <a:prstGeom prst="rect">
            <a:avLst/>
          </a:prstGeom>
          <a:noFill/>
          <a:ln w="38100">
            <a:gradFill>
              <a:gsLst>
                <a:gs pos="0">
                  <a:srgbClr val="3A543B"/>
                </a:gs>
                <a:gs pos="100000">
                  <a:srgbClr val="AA9D67"/>
                </a:gs>
              </a:gsLst>
              <a:lin ang="5400000" scaled="1"/>
            </a:gra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 rot="5400000">
            <a:off x="2533650" y="-1209675"/>
            <a:ext cx="915670" cy="905510"/>
          </a:xfrm>
          <a:prstGeom prst="rect">
            <a:avLst/>
          </a:prstGeom>
          <a:solidFill>
            <a:srgbClr val="3A543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 bwMode="auto">
          <a:xfrm rot="5400000">
            <a:off x="3402965" y="-1209675"/>
            <a:ext cx="915670" cy="905510"/>
          </a:xfrm>
          <a:prstGeom prst="rect">
            <a:avLst/>
          </a:prstGeom>
          <a:solidFill>
            <a:srgbClr val="AA9D6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5" t="5898" r="33568" b="7130"/>
          <a:stretch>
            <a:fillRect/>
          </a:stretch>
        </p:blipFill>
        <p:spPr>
          <a:xfrm flipV="1">
            <a:off x="-83820" y="-10795"/>
            <a:ext cx="2422525" cy="1323340"/>
          </a:xfrm>
          <a:prstGeom prst="rect">
            <a:avLst/>
          </a:prstGeom>
        </p:spPr>
      </p:pic>
      <p:sp>
        <p:nvSpPr>
          <p:cNvPr id="9" name="椭圆 8"/>
          <p:cNvSpPr/>
          <p:nvPr/>
        </p:nvSpPr>
        <p:spPr>
          <a:xfrm>
            <a:off x="615315" y="3669030"/>
            <a:ext cx="1042035" cy="1000760"/>
          </a:xfrm>
          <a:prstGeom prst="ellipse">
            <a:avLst/>
          </a:prstGeom>
          <a:solidFill>
            <a:srgbClr val="AA9D67"/>
          </a:soli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2" name="Freeform 26"/>
          <p:cNvSpPr>
            <a:spLocks noEditPoints="1"/>
          </p:cNvSpPr>
          <p:nvPr/>
        </p:nvSpPr>
        <p:spPr bwMode="auto">
          <a:xfrm>
            <a:off x="897890" y="3970655"/>
            <a:ext cx="452120" cy="455930"/>
          </a:xfrm>
          <a:custGeom>
            <a:avLst/>
            <a:gdLst>
              <a:gd name="T0" fmla="*/ 139 w 577"/>
              <a:gd name="T1" fmla="*/ 87 h 609"/>
              <a:gd name="T2" fmla="*/ 27 w 577"/>
              <a:gd name="T3" fmla="*/ 87 h 609"/>
              <a:gd name="T4" fmla="*/ 27 w 577"/>
              <a:gd name="T5" fmla="*/ 48 h 609"/>
              <a:gd name="T6" fmla="*/ 139 w 577"/>
              <a:gd name="T7" fmla="*/ 48 h 609"/>
              <a:gd name="T8" fmla="*/ 139 w 577"/>
              <a:gd name="T9" fmla="*/ 87 h 609"/>
              <a:gd name="T10" fmla="*/ 139 w 577"/>
              <a:gd name="T11" fmla="*/ 179 h 609"/>
              <a:gd name="T12" fmla="*/ 27 w 577"/>
              <a:gd name="T13" fmla="*/ 179 h 609"/>
              <a:gd name="T14" fmla="*/ 27 w 577"/>
              <a:gd name="T15" fmla="*/ 140 h 609"/>
              <a:gd name="T16" fmla="*/ 139 w 577"/>
              <a:gd name="T17" fmla="*/ 140 h 609"/>
              <a:gd name="T18" fmla="*/ 139 w 577"/>
              <a:gd name="T19" fmla="*/ 179 h 609"/>
              <a:gd name="T20" fmla="*/ 139 w 577"/>
              <a:gd name="T21" fmla="*/ 271 h 609"/>
              <a:gd name="T22" fmla="*/ 27 w 577"/>
              <a:gd name="T23" fmla="*/ 271 h 609"/>
              <a:gd name="T24" fmla="*/ 27 w 577"/>
              <a:gd name="T25" fmla="*/ 232 h 609"/>
              <a:gd name="T26" fmla="*/ 139 w 577"/>
              <a:gd name="T27" fmla="*/ 232 h 609"/>
              <a:gd name="T28" fmla="*/ 139 w 577"/>
              <a:gd name="T29" fmla="*/ 271 h 609"/>
              <a:gd name="T30" fmla="*/ 0 w 577"/>
              <a:gd name="T31" fmla="*/ 609 h 609"/>
              <a:gd name="T32" fmla="*/ 166 w 577"/>
              <a:gd name="T33" fmla="*/ 609 h 609"/>
              <a:gd name="T34" fmla="*/ 166 w 577"/>
              <a:gd name="T35" fmla="*/ 0 h 609"/>
              <a:gd name="T36" fmla="*/ 0 w 577"/>
              <a:gd name="T37" fmla="*/ 0 h 609"/>
              <a:gd name="T38" fmla="*/ 0 w 577"/>
              <a:gd name="T39" fmla="*/ 609 h 609"/>
              <a:gd name="T40" fmla="*/ 344 w 577"/>
              <a:gd name="T41" fmla="*/ 87 h 609"/>
              <a:gd name="T42" fmla="*/ 232 w 577"/>
              <a:gd name="T43" fmla="*/ 87 h 609"/>
              <a:gd name="T44" fmla="*/ 232 w 577"/>
              <a:gd name="T45" fmla="*/ 48 h 609"/>
              <a:gd name="T46" fmla="*/ 344 w 577"/>
              <a:gd name="T47" fmla="*/ 48 h 609"/>
              <a:gd name="T48" fmla="*/ 344 w 577"/>
              <a:gd name="T49" fmla="*/ 87 h 609"/>
              <a:gd name="T50" fmla="*/ 344 w 577"/>
              <a:gd name="T51" fmla="*/ 179 h 609"/>
              <a:gd name="T52" fmla="*/ 232 w 577"/>
              <a:gd name="T53" fmla="*/ 179 h 609"/>
              <a:gd name="T54" fmla="*/ 232 w 577"/>
              <a:gd name="T55" fmla="*/ 140 h 609"/>
              <a:gd name="T56" fmla="*/ 344 w 577"/>
              <a:gd name="T57" fmla="*/ 140 h 609"/>
              <a:gd name="T58" fmla="*/ 344 w 577"/>
              <a:gd name="T59" fmla="*/ 179 h 609"/>
              <a:gd name="T60" fmla="*/ 344 w 577"/>
              <a:gd name="T61" fmla="*/ 271 h 609"/>
              <a:gd name="T62" fmla="*/ 232 w 577"/>
              <a:gd name="T63" fmla="*/ 271 h 609"/>
              <a:gd name="T64" fmla="*/ 232 w 577"/>
              <a:gd name="T65" fmla="*/ 232 h 609"/>
              <a:gd name="T66" fmla="*/ 344 w 577"/>
              <a:gd name="T67" fmla="*/ 232 h 609"/>
              <a:gd name="T68" fmla="*/ 344 w 577"/>
              <a:gd name="T69" fmla="*/ 271 h 609"/>
              <a:gd name="T70" fmla="*/ 205 w 577"/>
              <a:gd name="T71" fmla="*/ 609 h 609"/>
              <a:gd name="T72" fmla="*/ 371 w 577"/>
              <a:gd name="T73" fmla="*/ 609 h 609"/>
              <a:gd name="T74" fmla="*/ 371 w 577"/>
              <a:gd name="T75" fmla="*/ 0 h 609"/>
              <a:gd name="T76" fmla="*/ 205 w 577"/>
              <a:gd name="T77" fmla="*/ 0 h 609"/>
              <a:gd name="T78" fmla="*/ 205 w 577"/>
              <a:gd name="T79" fmla="*/ 609 h 609"/>
              <a:gd name="T80" fmla="*/ 549 w 577"/>
              <a:gd name="T81" fmla="*/ 87 h 609"/>
              <a:gd name="T82" fmla="*/ 437 w 577"/>
              <a:gd name="T83" fmla="*/ 87 h 609"/>
              <a:gd name="T84" fmla="*/ 437 w 577"/>
              <a:gd name="T85" fmla="*/ 48 h 609"/>
              <a:gd name="T86" fmla="*/ 549 w 577"/>
              <a:gd name="T87" fmla="*/ 48 h 609"/>
              <a:gd name="T88" fmla="*/ 549 w 577"/>
              <a:gd name="T89" fmla="*/ 87 h 609"/>
              <a:gd name="T90" fmla="*/ 549 w 577"/>
              <a:gd name="T91" fmla="*/ 179 h 609"/>
              <a:gd name="T92" fmla="*/ 437 w 577"/>
              <a:gd name="T93" fmla="*/ 179 h 609"/>
              <a:gd name="T94" fmla="*/ 437 w 577"/>
              <a:gd name="T95" fmla="*/ 140 h 609"/>
              <a:gd name="T96" fmla="*/ 549 w 577"/>
              <a:gd name="T97" fmla="*/ 140 h 609"/>
              <a:gd name="T98" fmla="*/ 549 w 577"/>
              <a:gd name="T99" fmla="*/ 179 h 609"/>
              <a:gd name="T100" fmla="*/ 549 w 577"/>
              <a:gd name="T101" fmla="*/ 271 h 609"/>
              <a:gd name="T102" fmla="*/ 437 w 577"/>
              <a:gd name="T103" fmla="*/ 271 h 609"/>
              <a:gd name="T104" fmla="*/ 437 w 577"/>
              <a:gd name="T105" fmla="*/ 232 h 609"/>
              <a:gd name="T106" fmla="*/ 549 w 577"/>
              <a:gd name="T107" fmla="*/ 232 h 609"/>
              <a:gd name="T108" fmla="*/ 549 w 577"/>
              <a:gd name="T109" fmla="*/ 271 h 609"/>
              <a:gd name="T110" fmla="*/ 410 w 577"/>
              <a:gd name="T111" fmla="*/ 609 h 609"/>
              <a:gd name="T112" fmla="*/ 577 w 577"/>
              <a:gd name="T113" fmla="*/ 609 h 609"/>
              <a:gd name="T114" fmla="*/ 577 w 577"/>
              <a:gd name="T115" fmla="*/ 0 h 609"/>
              <a:gd name="T116" fmla="*/ 410 w 577"/>
              <a:gd name="T117" fmla="*/ 0 h 609"/>
              <a:gd name="T118" fmla="*/ 410 w 577"/>
              <a:gd name="T119" fmla="*/ 609 h 6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577" h="609">
                <a:moveTo>
                  <a:pt x="139" y="87"/>
                </a:moveTo>
                <a:lnTo>
                  <a:pt x="27" y="87"/>
                </a:lnTo>
                <a:lnTo>
                  <a:pt x="27" y="48"/>
                </a:lnTo>
                <a:lnTo>
                  <a:pt x="139" y="48"/>
                </a:lnTo>
                <a:lnTo>
                  <a:pt x="139" y="87"/>
                </a:lnTo>
                <a:close/>
                <a:moveTo>
                  <a:pt x="139" y="179"/>
                </a:moveTo>
                <a:lnTo>
                  <a:pt x="27" y="179"/>
                </a:lnTo>
                <a:lnTo>
                  <a:pt x="27" y="140"/>
                </a:lnTo>
                <a:lnTo>
                  <a:pt x="139" y="140"/>
                </a:lnTo>
                <a:lnTo>
                  <a:pt x="139" y="179"/>
                </a:lnTo>
                <a:close/>
                <a:moveTo>
                  <a:pt x="139" y="271"/>
                </a:moveTo>
                <a:lnTo>
                  <a:pt x="27" y="271"/>
                </a:lnTo>
                <a:lnTo>
                  <a:pt x="27" y="232"/>
                </a:lnTo>
                <a:lnTo>
                  <a:pt x="139" y="232"/>
                </a:lnTo>
                <a:lnTo>
                  <a:pt x="139" y="271"/>
                </a:lnTo>
                <a:close/>
                <a:moveTo>
                  <a:pt x="0" y="609"/>
                </a:moveTo>
                <a:lnTo>
                  <a:pt x="166" y="609"/>
                </a:lnTo>
                <a:lnTo>
                  <a:pt x="166" y="0"/>
                </a:lnTo>
                <a:lnTo>
                  <a:pt x="0" y="0"/>
                </a:lnTo>
                <a:lnTo>
                  <a:pt x="0" y="609"/>
                </a:lnTo>
                <a:close/>
                <a:moveTo>
                  <a:pt x="344" y="87"/>
                </a:moveTo>
                <a:lnTo>
                  <a:pt x="232" y="87"/>
                </a:lnTo>
                <a:lnTo>
                  <a:pt x="232" y="48"/>
                </a:lnTo>
                <a:lnTo>
                  <a:pt x="344" y="48"/>
                </a:lnTo>
                <a:lnTo>
                  <a:pt x="344" y="87"/>
                </a:lnTo>
                <a:close/>
                <a:moveTo>
                  <a:pt x="344" y="179"/>
                </a:moveTo>
                <a:lnTo>
                  <a:pt x="232" y="179"/>
                </a:lnTo>
                <a:lnTo>
                  <a:pt x="232" y="140"/>
                </a:lnTo>
                <a:lnTo>
                  <a:pt x="344" y="140"/>
                </a:lnTo>
                <a:lnTo>
                  <a:pt x="344" y="179"/>
                </a:lnTo>
                <a:close/>
                <a:moveTo>
                  <a:pt x="344" y="271"/>
                </a:moveTo>
                <a:lnTo>
                  <a:pt x="232" y="271"/>
                </a:lnTo>
                <a:lnTo>
                  <a:pt x="232" y="232"/>
                </a:lnTo>
                <a:lnTo>
                  <a:pt x="344" y="232"/>
                </a:lnTo>
                <a:lnTo>
                  <a:pt x="344" y="271"/>
                </a:lnTo>
                <a:close/>
                <a:moveTo>
                  <a:pt x="205" y="609"/>
                </a:moveTo>
                <a:lnTo>
                  <a:pt x="371" y="609"/>
                </a:lnTo>
                <a:lnTo>
                  <a:pt x="371" y="0"/>
                </a:lnTo>
                <a:lnTo>
                  <a:pt x="205" y="0"/>
                </a:lnTo>
                <a:lnTo>
                  <a:pt x="205" y="609"/>
                </a:lnTo>
                <a:close/>
                <a:moveTo>
                  <a:pt x="549" y="87"/>
                </a:moveTo>
                <a:lnTo>
                  <a:pt x="437" y="87"/>
                </a:lnTo>
                <a:lnTo>
                  <a:pt x="437" y="48"/>
                </a:lnTo>
                <a:lnTo>
                  <a:pt x="549" y="48"/>
                </a:lnTo>
                <a:lnTo>
                  <a:pt x="549" y="87"/>
                </a:lnTo>
                <a:close/>
                <a:moveTo>
                  <a:pt x="549" y="179"/>
                </a:moveTo>
                <a:lnTo>
                  <a:pt x="437" y="179"/>
                </a:lnTo>
                <a:lnTo>
                  <a:pt x="437" y="140"/>
                </a:lnTo>
                <a:lnTo>
                  <a:pt x="549" y="140"/>
                </a:lnTo>
                <a:lnTo>
                  <a:pt x="549" y="179"/>
                </a:lnTo>
                <a:close/>
                <a:moveTo>
                  <a:pt x="549" y="271"/>
                </a:moveTo>
                <a:lnTo>
                  <a:pt x="437" y="271"/>
                </a:lnTo>
                <a:lnTo>
                  <a:pt x="437" y="232"/>
                </a:lnTo>
                <a:lnTo>
                  <a:pt x="549" y="232"/>
                </a:lnTo>
                <a:lnTo>
                  <a:pt x="549" y="271"/>
                </a:lnTo>
                <a:close/>
                <a:moveTo>
                  <a:pt x="410" y="609"/>
                </a:moveTo>
                <a:lnTo>
                  <a:pt x="577" y="609"/>
                </a:lnTo>
                <a:lnTo>
                  <a:pt x="577" y="0"/>
                </a:lnTo>
                <a:lnTo>
                  <a:pt x="410" y="0"/>
                </a:lnTo>
                <a:lnTo>
                  <a:pt x="410" y="609"/>
                </a:lnTo>
                <a:close/>
              </a:path>
            </a:pathLst>
          </a:custGeom>
          <a:solidFill>
            <a:srgbClr val="FEFEF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ED7D3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615315" y="5236845"/>
            <a:ext cx="1042035" cy="1000760"/>
          </a:xfrm>
          <a:prstGeom prst="ellipse">
            <a:avLst/>
          </a:prstGeom>
          <a:solidFill>
            <a:srgbClr val="3A543B"/>
          </a:soli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4" name="Freeform 36"/>
          <p:cNvSpPr>
            <a:spLocks noEditPoints="1"/>
          </p:cNvSpPr>
          <p:nvPr/>
        </p:nvSpPr>
        <p:spPr bwMode="auto">
          <a:xfrm>
            <a:off x="851535" y="5510530"/>
            <a:ext cx="478790" cy="454025"/>
          </a:xfrm>
          <a:custGeom>
            <a:avLst/>
            <a:gdLst>
              <a:gd name="T0" fmla="*/ 553 w 612"/>
              <a:gd name="T1" fmla="*/ 521 h 605"/>
              <a:gd name="T2" fmla="*/ 490 w 612"/>
              <a:gd name="T3" fmla="*/ 521 h 605"/>
              <a:gd name="T4" fmla="*/ 590 w 612"/>
              <a:gd name="T5" fmla="*/ 58 h 605"/>
              <a:gd name="T6" fmla="*/ 508 w 612"/>
              <a:gd name="T7" fmla="*/ 0 h 605"/>
              <a:gd name="T8" fmla="*/ 288 w 612"/>
              <a:gd name="T9" fmla="*/ 196 h 605"/>
              <a:gd name="T10" fmla="*/ 256 w 612"/>
              <a:gd name="T11" fmla="*/ 241 h 605"/>
              <a:gd name="T12" fmla="*/ 229 w 612"/>
              <a:gd name="T13" fmla="*/ 254 h 605"/>
              <a:gd name="T14" fmla="*/ 232 w 612"/>
              <a:gd name="T15" fmla="*/ 338 h 605"/>
              <a:gd name="T16" fmla="*/ 55 w 612"/>
              <a:gd name="T17" fmla="*/ 492 h 605"/>
              <a:gd name="T18" fmla="*/ 35 w 612"/>
              <a:gd name="T19" fmla="*/ 605 h 605"/>
              <a:gd name="T20" fmla="*/ 127 w 612"/>
              <a:gd name="T21" fmla="*/ 513 h 605"/>
              <a:gd name="T22" fmla="*/ 271 w 612"/>
              <a:gd name="T23" fmla="*/ 377 h 605"/>
              <a:gd name="T24" fmla="*/ 352 w 612"/>
              <a:gd name="T25" fmla="*/ 377 h 605"/>
              <a:gd name="T26" fmla="*/ 375 w 612"/>
              <a:gd name="T27" fmla="*/ 326 h 605"/>
              <a:gd name="T28" fmla="*/ 410 w 612"/>
              <a:gd name="T29" fmla="*/ 319 h 605"/>
              <a:gd name="T30" fmla="*/ 590 w 612"/>
              <a:gd name="T31" fmla="*/ 58 h 605"/>
              <a:gd name="T32" fmla="*/ 239 w 612"/>
              <a:gd name="T33" fmla="*/ 197 h 605"/>
              <a:gd name="T34" fmla="*/ 246 w 612"/>
              <a:gd name="T35" fmla="*/ 190 h 605"/>
              <a:gd name="T36" fmla="*/ 266 w 612"/>
              <a:gd name="T37" fmla="*/ 171 h 605"/>
              <a:gd name="T38" fmla="*/ 131 w 612"/>
              <a:gd name="T39" fmla="*/ 1 h 605"/>
              <a:gd name="T40" fmla="*/ 171 w 612"/>
              <a:gd name="T41" fmla="*/ 97 h 605"/>
              <a:gd name="T42" fmla="*/ 13 w 612"/>
              <a:gd name="T43" fmla="*/ 118 h 605"/>
              <a:gd name="T44" fmla="*/ 141 w 612"/>
              <a:gd name="T45" fmla="*/ 272 h 605"/>
              <a:gd name="T46" fmla="*/ 185 w 612"/>
              <a:gd name="T47" fmla="*/ 263 h 605"/>
              <a:gd name="T48" fmla="*/ 221 w 612"/>
              <a:gd name="T49" fmla="*/ 215 h 605"/>
              <a:gd name="T50" fmla="*/ 409 w 612"/>
              <a:gd name="T51" fmla="*/ 368 h 605"/>
              <a:gd name="T52" fmla="*/ 376 w 612"/>
              <a:gd name="T53" fmla="*/ 401 h 605"/>
              <a:gd name="T54" fmla="*/ 451 w 612"/>
              <a:gd name="T55" fmla="*/ 529 h 605"/>
              <a:gd name="T56" fmla="*/ 529 w 612"/>
              <a:gd name="T57" fmla="*/ 605 h 605"/>
              <a:gd name="T58" fmla="*/ 597 w 612"/>
              <a:gd name="T59" fmla="*/ 502 h 605"/>
              <a:gd name="T60" fmla="*/ 427 w 612"/>
              <a:gd name="T61" fmla="*/ 350 h 605"/>
              <a:gd name="T62" fmla="*/ 401 w 612"/>
              <a:gd name="T63" fmla="*/ 352 h 6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612" h="605">
                <a:moveTo>
                  <a:pt x="522" y="490"/>
                </a:moveTo>
                <a:cubicBezTo>
                  <a:pt x="539" y="490"/>
                  <a:pt x="553" y="504"/>
                  <a:pt x="553" y="521"/>
                </a:cubicBezTo>
                <a:cubicBezTo>
                  <a:pt x="553" y="539"/>
                  <a:pt x="539" y="553"/>
                  <a:pt x="522" y="553"/>
                </a:cubicBezTo>
                <a:cubicBezTo>
                  <a:pt x="504" y="553"/>
                  <a:pt x="490" y="539"/>
                  <a:pt x="490" y="521"/>
                </a:cubicBezTo>
                <a:cubicBezTo>
                  <a:pt x="490" y="504"/>
                  <a:pt x="504" y="490"/>
                  <a:pt x="522" y="490"/>
                </a:cubicBezTo>
                <a:close/>
                <a:moveTo>
                  <a:pt x="590" y="58"/>
                </a:moveTo>
                <a:lnTo>
                  <a:pt x="548" y="17"/>
                </a:lnTo>
                <a:cubicBezTo>
                  <a:pt x="537" y="5"/>
                  <a:pt x="522" y="0"/>
                  <a:pt x="508" y="0"/>
                </a:cubicBezTo>
                <a:cubicBezTo>
                  <a:pt x="493" y="0"/>
                  <a:pt x="478" y="5"/>
                  <a:pt x="467" y="17"/>
                </a:cubicBezTo>
                <a:lnTo>
                  <a:pt x="288" y="196"/>
                </a:lnTo>
                <a:cubicBezTo>
                  <a:pt x="293" y="207"/>
                  <a:pt x="289" y="223"/>
                  <a:pt x="281" y="231"/>
                </a:cubicBezTo>
                <a:cubicBezTo>
                  <a:pt x="275" y="237"/>
                  <a:pt x="265" y="241"/>
                  <a:pt x="256" y="241"/>
                </a:cubicBezTo>
                <a:cubicBezTo>
                  <a:pt x="252" y="241"/>
                  <a:pt x="249" y="240"/>
                  <a:pt x="245" y="239"/>
                </a:cubicBezTo>
                <a:lnTo>
                  <a:pt x="229" y="254"/>
                </a:lnTo>
                <a:cubicBezTo>
                  <a:pt x="207" y="277"/>
                  <a:pt x="207" y="313"/>
                  <a:pt x="229" y="335"/>
                </a:cubicBezTo>
                <a:lnTo>
                  <a:pt x="232" y="338"/>
                </a:lnTo>
                <a:lnTo>
                  <a:pt x="92" y="478"/>
                </a:lnTo>
                <a:lnTo>
                  <a:pt x="55" y="492"/>
                </a:lnTo>
                <a:lnTo>
                  <a:pt x="0" y="570"/>
                </a:lnTo>
                <a:lnTo>
                  <a:pt x="35" y="605"/>
                </a:lnTo>
                <a:lnTo>
                  <a:pt x="113" y="551"/>
                </a:lnTo>
                <a:lnTo>
                  <a:pt x="127" y="513"/>
                </a:lnTo>
                <a:lnTo>
                  <a:pt x="267" y="373"/>
                </a:lnTo>
                <a:lnTo>
                  <a:pt x="271" y="377"/>
                </a:lnTo>
                <a:cubicBezTo>
                  <a:pt x="283" y="388"/>
                  <a:pt x="297" y="394"/>
                  <a:pt x="312" y="394"/>
                </a:cubicBezTo>
                <a:cubicBezTo>
                  <a:pt x="326" y="394"/>
                  <a:pt x="341" y="388"/>
                  <a:pt x="352" y="377"/>
                </a:cubicBezTo>
                <a:lnTo>
                  <a:pt x="368" y="361"/>
                </a:lnTo>
                <a:cubicBezTo>
                  <a:pt x="363" y="351"/>
                  <a:pt x="367" y="335"/>
                  <a:pt x="375" y="326"/>
                </a:cubicBezTo>
                <a:cubicBezTo>
                  <a:pt x="381" y="320"/>
                  <a:pt x="391" y="317"/>
                  <a:pt x="399" y="317"/>
                </a:cubicBezTo>
                <a:cubicBezTo>
                  <a:pt x="403" y="317"/>
                  <a:pt x="407" y="317"/>
                  <a:pt x="410" y="319"/>
                </a:cubicBezTo>
                <a:lnTo>
                  <a:pt x="590" y="139"/>
                </a:lnTo>
                <a:cubicBezTo>
                  <a:pt x="612" y="117"/>
                  <a:pt x="612" y="81"/>
                  <a:pt x="590" y="58"/>
                </a:cubicBezTo>
                <a:close/>
                <a:moveTo>
                  <a:pt x="221" y="215"/>
                </a:moveTo>
                <a:lnTo>
                  <a:pt x="239" y="197"/>
                </a:lnTo>
                <a:lnTo>
                  <a:pt x="255" y="206"/>
                </a:lnTo>
                <a:lnTo>
                  <a:pt x="246" y="190"/>
                </a:lnTo>
                <a:lnTo>
                  <a:pt x="264" y="172"/>
                </a:lnTo>
                <a:lnTo>
                  <a:pt x="266" y="171"/>
                </a:lnTo>
                <a:cubicBezTo>
                  <a:pt x="270" y="160"/>
                  <a:pt x="272" y="151"/>
                  <a:pt x="272" y="141"/>
                </a:cubicBezTo>
                <a:cubicBezTo>
                  <a:pt x="272" y="69"/>
                  <a:pt x="203" y="0"/>
                  <a:pt x="131" y="1"/>
                </a:cubicBezTo>
                <a:cubicBezTo>
                  <a:pt x="131" y="1"/>
                  <a:pt x="123" y="9"/>
                  <a:pt x="118" y="13"/>
                </a:cubicBezTo>
                <a:cubicBezTo>
                  <a:pt x="176" y="71"/>
                  <a:pt x="171" y="61"/>
                  <a:pt x="171" y="97"/>
                </a:cubicBezTo>
                <a:cubicBezTo>
                  <a:pt x="171" y="126"/>
                  <a:pt x="125" y="171"/>
                  <a:pt x="97" y="171"/>
                </a:cubicBezTo>
                <a:cubicBezTo>
                  <a:pt x="61" y="171"/>
                  <a:pt x="72" y="177"/>
                  <a:pt x="13" y="118"/>
                </a:cubicBezTo>
                <a:cubicBezTo>
                  <a:pt x="9" y="123"/>
                  <a:pt x="1" y="131"/>
                  <a:pt x="1" y="131"/>
                </a:cubicBezTo>
                <a:cubicBezTo>
                  <a:pt x="2" y="203"/>
                  <a:pt x="70" y="272"/>
                  <a:pt x="141" y="272"/>
                </a:cubicBezTo>
                <a:cubicBezTo>
                  <a:pt x="154" y="272"/>
                  <a:pt x="168" y="267"/>
                  <a:pt x="182" y="261"/>
                </a:cubicBezTo>
                <a:lnTo>
                  <a:pt x="185" y="263"/>
                </a:lnTo>
                <a:cubicBezTo>
                  <a:pt x="189" y="251"/>
                  <a:pt x="196" y="240"/>
                  <a:pt x="206" y="230"/>
                </a:cubicBezTo>
                <a:lnTo>
                  <a:pt x="221" y="215"/>
                </a:lnTo>
                <a:close/>
                <a:moveTo>
                  <a:pt x="401" y="352"/>
                </a:moveTo>
                <a:lnTo>
                  <a:pt x="409" y="368"/>
                </a:lnTo>
                <a:lnTo>
                  <a:pt x="392" y="385"/>
                </a:lnTo>
                <a:lnTo>
                  <a:pt x="376" y="401"/>
                </a:lnTo>
                <a:cubicBezTo>
                  <a:pt x="367" y="410"/>
                  <a:pt x="356" y="417"/>
                  <a:pt x="343" y="422"/>
                </a:cubicBezTo>
                <a:lnTo>
                  <a:pt x="451" y="529"/>
                </a:lnTo>
                <a:lnTo>
                  <a:pt x="502" y="597"/>
                </a:lnTo>
                <a:lnTo>
                  <a:pt x="529" y="605"/>
                </a:lnTo>
                <a:lnTo>
                  <a:pt x="604" y="529"/>
                </a:lnTo>
                <a:lnTo>
                  <a:pt x="597" y="502"/>
                </a:lnTo>
                <a:lnTo>
                  <a:pt x="529" y="451"/>
                </a:lnTo>
                <a:lnTo>
                  <a:pt x="427" y="350"/>
                </a:lnTo>
                <a:lnTo>
                  <a:pt x="417" y="360"/>
                </a:lnTo>
                <a:lnTo>
                  <a:pt x="401" y="35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ED7D3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615315" y="2159000"/>
            <a:ext cx="1042035" cy="1000760"/>
          </a:xfrm>
          <a:prstGeom prst="ellipse">
            <a:avLst/>
          </a:prstGeom>
          <a:solidFill>
            <a:srgbClr val="3A543B"/>
          </a:soli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6" name="Freeform 48"/>
          <p:cNvSpPr>
            <a:spLocks noEditPoints="1"/>
          </p:cNvSpPr>
          <p:nvPr/>
        </p:nvSpPr>
        <p:spPr bwMode="auto">
          <a:xfrm>
            <a:off x="879475" y="2430145"/>
            <a:ext cx="490220" cy="450850"/>
          </a:xfrm>
          <a:custGeom>
            <a:avLst/>
            <a:gdLst>
              <a:gd name="T0" fmla="*/ 419 w 628"/>
              <a:gd name="T1" fmla="*/ 232 h 600"/>
              <a:gd name="T2" fmla="*/ 411 w 628"/>
              <a:gd name="T3" fmla="*/ 249 h 600"/>
              <a:gd name="T4" fmla="*/ 408 w 628"/>
              <a:gd name="T5" fmla="*/ 261 h 600"/>
              <a:gd name="T6" fmla="*/ 409 w 628"/>
              <a:gd name="T7" fmla="*/ 283 h 600"/>
              <a:gd name="T8" fmla="*/ 417 w 628"/>
              <a:gd name="T9" fmla="*/ 304 h 600"/>
              <a:gd name="T10" fmla="*/ 424 w 628"/>
              <a:gd name="T11" fmla="*/ 315 h 600"/>
              <a:gd name="T12" fmla="*/ 441 w 628"/>
              <a:gd name="T13" fmla="*/ 330 h 600"/>
              <a:gd name="T14" fmla="*/ 453 w 628"/>
              <a:gd name="T15" fmla="*/ 335 h 600"/>
              <a:gd name="T16" fmla="*/ 478 w 628"/>
              <a:gd name="T17" fmla="*/ 200 h 600"/>
              <a:gd name="T18" fmla="*/ 449 w 628"/>
              <a:gd name="T19" fmla="*/ 206 h 600"/>
              <a:gd name="T20" fmla="*/ 433 w 628"/>
              <a:gd name="T21" fmla="*/ 216 h 600"/>
              <a:gd name="T22" fmla="*/ 425 w 628"/>
              <a:gd name="T23" fmla="*/ 224 h 600"/>
              <a:gd name="T24" fmla="*/ 384 w 628"/>
              <a:gd name="T25" fmla="*/ 70 h 600"/>
              <a:gd name="T26" fmla="*/ 314 w 628"/>
              <a:gd name="T27" fmla="*/ 140 h 600"/>
              <a:gd name="T28" fmla="*/ 379 w 628"/>
              <a:gd name="T29" fmla="*/ 283 h 600"/>
              <a:gd name="T30" fmla="*/ 379 w 628"/>
              <a:gd name="T31" fmla="*/ 254 h 600"/>
              <a:gd name="T32" fmla="*/ 359 w 628"/>
              <a:gd name="T33" fmla="*/ 154 h 600"/>
              <a:gd name="T34" fmla="*/ 250 w 628"/>
              <a:gd name="T35" fmla="*/ 270 h 600"/>
              <a:gd name="T36" fmla="*/ 314 w 628"/>
              <a:gd name="T37" fmla="*/ 396 h 600"/>
              <a:gd name="T38" fmla="*/ 282 w 628"/>
              <a:gd name="T39" fmla="*/ 400 h 600"/>
              <a:gd name="T40" fmla="*/ 267 w 628"/>
              <a:gd name="T41" fmla="*/ 382 h 600"/>
              <a:gd name="T42" fmla="*/ 257 w 628"/>
              <a:gd name="T43" fmla="*/ 374 h 600"/>
              <a:gd name="T44" fmla="*/ 214 w 628"/>
              <a:gd name="T45" fmla="*/ 356 h 600"/>
              <a:gd name="T46" fmla="*/ 195 w 628"/>
              <a:gd name="T47" fmla="*/ 354 h 600"/>
              <a:gd name="T48" fmla="*/ 0 w 628"/>
              <a:gd name="T49" fmla="*/ 600 h 600"/>
              <a:gd name="T50" fmla="*/ 83 w 628"/>
              <a:gd name="T51" fmla="*/ 454 h 600"/>
              <a:gd name="T52" fmla="*/ 216 w 628"/>
              <a:gd name="T53" fmla="*/ 454 h 600"/>
              <a:gd name="T54" fmla="*/ 301 w 628"/>
              <a:gd name="T55" fmla="*/ 600 h 600"/>
              <a:gd name="T56" fmla="*/ 282 w 628"/>
              <a:gd name="T57" fmla="*/ 400 h 600"/>
              <a:gd name="T58" fmla="*/ 433 w 628"/>
              <a:gd name="T59" fmla="*/ 354 h 600"/>
              <a:gd name="T60" fmla="*/ 413 w 628"/>
              <a:gd name="T61" fmla="*/ 356 h 600"/>
              <a:gd name="T62" fmla="*/ 361 w 628"/>
              <a:gd name="T63" fmla="*/ 382 h 600"/>
              <a:gd name="T64" fmla="*/ 353 w 628"/>
              <a:gd name="T65" fmla="*/ 391 h 600"/>
              <a:gd name="T66" fmla="*/ 389 w 628"/>
              <a:gd name="T67" fmla="*/ 600 h 600"/>
              <a:gd name="T68" fmla="*/ 410 w 628"/>
              <a:gd name="T69" fmla="*/ 600 h 600"/>
              <a:gd name="T70" fmla="*/ 564 w 628"/>
              <a:gd name="T71" fmla="*/ 454 h 600"/>
              <a:gd name="T72" fmla="*/ 628 w 628"/>
              <a:gd name="T73" fmla="*/ 460 h 600"/>
              <a:gd name="T74" fmla="*/ 151 w 628"/>
              <a:gd name="T75" fmla="*/ 340 h 600"/>
              <a:gd name="T76" fmla="*/ 186 w 628"/>
              <a:gd name="T77" fmla="*/ 330 h 600"/>
              <a:gd name="T78" fmla="*/ 196 w 628"/>
              <a:gd name="T79" fmla="*/ 323 h 600"/>
              <a:gd name="T80" fmla="*/ 216 w 628"/>
              <a:gd name="T81" fmla="*/ 295 h 600"/>
              <a:gd name="T82" fmla="*/ 219 w 628"/>
              <a:gd name="T83" fmla="*/ 281 h 600"/>
              <a:gd name="T84" fmla="*/ 219 w 628"/>
              <a:gd name="T85" fmla="*/ 258 h 600"/>
              <a:gd name="T86" fmla="*/ 214 w 628"/>
              <a:gd name="T87" fmla="*/ 241 h 600"/>
              <a:gd name="T88" fmla="*/ 208 w 628"/>
              <a:gd name="T89" fmla="*/ 231 h 600"/>
              <a:gd name="T90" fmla="*/ 195 w 628"/>
              <a:gd name="T91" fmla="*/ 217 h 600"/>
              <a:gd name="T92" fmla="*/ 186 w 628"/>
              <a:gd name="T93" fmla="*/ 210 h 600"/>
              <a:gd name="T94" fmla="*/ 151 w 628"/>
              <a:gd name="T95" fmla="*/ 200 h 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628" h="600">
                <a:moveTo>
                  <a:pt x="425" y="224"/>
                </a:moveTo>
                <a:cubicBezTo>
                  <a:pt x="423" y="226"/>
                  <a:pt x="421" y="229"/>
                  <a:pt x="420" y="231"/>
                </a:cubicBezTo>
                <a:cubicBezTo>
                  <a:pt x="419" y="231"/>
                  <a:pt x="419" y="232"/>
                  <a:pt x="419" y="232"/>
                </a:cubicBezTo>
                <a:cubicBezTo>
                  <a:pt x="418" y="234"/>
                  <a:pt x="416" y="236"/>
                  <a:pt x="415" y="239"/>
                </a:cubicBezTo>
                <a:cubicBezTo>
                  <a:pt x="415" y="240"/>
                  <a:pt x="414" y="240"/>
                  <a:pt x="414" y="241"/>
                </a:cubicBezTo>
                <a:cubicBezTo>
                  <a:pt x="413" y="244"/>
                  <a:pt x="412" y="246"/>
                  <a:pt x="411" y="249"/>
                </a:cubicBezTo>
                <a:cubicBezTo>
                  <a:pt x="411" y="249"/>
                  <a:pt x="411" y="250"/>
                  <a:pt x="411" y="250"/>
                </a:cubicBezTo>
                <a:cubicBezTo>
                  <a:pt x="410" y="253"/>
                  <a:pt x="409" y="255"/>
                  <a:pt x="409" y="258"/>
                </a:cubicBezTo>
                <a:cubicBezTo>
                  <a:pt x="409" y="259"/>
                  <a:pt x="409" y="260"/>
                  <a:pt x="408" y="261"/>
                </a:cubicBezTo>
                <a:cubicBezTo>
                  <a:pt x="408" y="264"/>
                  <a:pt x="408" y="267"/>
                  <a:pt x="408" y="270"/>
                </a:cubicBezTo>
                <a:cubicBezTo>
                  <a:pt x="408" y="274"/>
                  <a:pt x="408" y="278"/>
                  <a:pt x="409" y="281"/>
                </a:cubicBezTo>
                <a:cubicBezTo>
                  <a:pt x="409" y="282"/>
                  <a:pt x="409" y="283"/>
                  <a:pt x="409" y="283"/>
                </a:cubicBezTo>
                <a:cubicBezTo>
                  <a:pt x="410" y="287"/>
                  <a:pt x="411" y="290"/>
                  <a:pt x="412" y="293"/>
                </a:cubicBezTo>
                <a:cubicBezTo>
                  <a:pt x="412" y="294"/>
                  <a:pt x="412" y="294"/>
                  <a:pt x="412" y="295"/>
                </a:cubicBezTo>
                <a:cubicBezTo>
                  <a:pt x="414" y="298"/>
                  <a:pt x="415" y="301"/>
                  <a:pt x="417" y="304"/>
                </a:cubicBezTo>
                <a:cubicBezTo>
                  <a:pt x="417" y="305"/>
                  <a:pt x="417" y="305"/>
                  <a:pt x="418" y="306"/>
                </a:cubicBezTo>
                <a:cubicBezTo>
                  <a:pt x="420" y="309"/>
                  <a:pt x="422" y="312"/>
                  <a:pt x="424" y="315"/>
                </a:cubicBezTo>
                <a:cubicBezTo>
                  <a:pt x="424" y="315"/>
                  <a:pt x="424" y="315"/>
                  <a:pt x="424" y="315"/>
                </a:cubicBezTo>
                <a:cubicBezTo>
                  <a:pt x="427" y="318"/>
                  <a:pt x="429" y="320"/>
                  <a:pt x="432" y="323"/>
                </a:cubicBezTo>
                <a:cubicBezTo>
                  <a:pt x="432" y="323"/>
                  <a:pt x="432" y="323"/>
                  <a:pt x="432" y="323"/>
                </a:cubicBezTo>
                <a:cubicBezTo>
                  <a:pt x="435" y="326"/>
                  <a:pt x="438" y="328"/>
                  <a:pt x="441" y="330"/>
                </a:cubicBezTo>
                <a:cubicBezTo>
                  <a:pt x="442" y="330"/>
                  <a:pt x="442" y="330"/>
                  <a:pt x="442" y="330"/>
                </a:cubicBezTo>
                <a:cubicBezTo>
                  <a:pt x="446" y="332"/>
                  <a:pt x="449" y="334"/>
                  <a:pt x="452" y="335"/>
                </a:cubicBezTo>
                <a:cubicBezTo>
                  <a:pt x="453" y="335"/>
                  <a:pt x="453" y="335"/>
                  <a:pt x="453" y="335"/>
                </a:cubicBezTo>
                <a:cubicBezTo>
                  <a:pt x="461" y="338"/>
                  <a:pt x="469" y="340"/>
                  <a:pt x="478" y="340"/>
                </a:cubicBezTo>
                <a:cubicBezTo>
                  <a:pt x="516" y="340"/>
                  <a:pt x="547" y="309"/>
                  <a:pt x="547" y="270"/>
                </a:cubicBezTo>
                <a:cubicBezTo>
                  <a:pt x="547" y="231"/>
                  <a:pt x="516" y="200"/>
                  <a:pt x="478" y="200"/>
                </a:cubicBezTo>
                <a:cubicBezTo>
                  <a:pt x="468" y="200"/>
                  <a:pt x="458" y="202"/>
                  <a:pt x="450" y="206"/>
                </a:cubicBezTo>
                <a:cubicBezTo>
                  <a:pt x="450" y="206"/>
                  <a:pt x="450" y="206"/>
                  <a:pt x="450" y="206"/>
                </a:cubicBezTo>
                <a:cubicBezTo>
                  <a:pt x="449" y="206"/>
                  <a:pt x="449" y="206"/>
                  <a:pt x="449" y="206"/>
                </a:cubicBezTo>
                <a:cubicBezTo>
                  <a:pt x="446" y="208"/>
                  <a:pt x="444" y="209"/>
                  <a:pt x="442" y="210"/>
                </a:cubicBezTo>
                <a:cubicBezTo>
                  <a:pt x="441" y="210"/>
                  <a:pt x="441" y="211"/>
                  <a:pt x="440" y="211"/>
                </a:cubicBezTo>
                <a:cubicBezTo>
                  <a:pt x="438" y="213"/>
                  <a:pt x="435" y="215"/>
                  <a:pt x="433" y="216"/>
                </a:cubicBezTo>
                <a:cubicBezTo>
                  <a:pt x="433" y="217"/>
                  <a:pt x="432" y="217"/>
                  <a:pt x="432" y="217"/>
                </a:cubicBezTo>
                <a:cubicBezTo>
                  <a:pt x="430" y="219"/>
                  <a:pt x="428" y="221"/>
                  <a:pt x="426" y="223"/>
                </a:cubicBezTo>
                <a:cubicBezTo>
                  <a:pt x="426" y="223"/>
                  <a:pt x="425" y="224"/>
                  <a:pt x="425" y="224"/>
                </a:cubicBezTo>
                <a:close/>
                <a:moveTo>
                  <a:pt x="314" y="140"/>
                </a:moveTo>
                <a:lnTo>
                  <a:pt x="314" y="140"/>
                </a:lnTo>
                <a:cubicBezTo>
                  <a:pt x="353" y="140"/>
                  <a:pt x="384" y="108"/>
                  <a:pt x="384" y="70"/>
                </a:cubicBezTo>
                <a:cubicBezTo>
                  <a:pt x="384" y="31"/>
                  <a:pt x="353" y="0"/>
                  <a:pt x="314" y="0"/>
                </a:cubicBezTo>
                <a:cubicBezTo>
                  <a:pt x="275" y="0"/>
                  <a:pt x="244" y="31"/>
                  <a:pt x="244" y="70"/>
                </a:cubicBezTo>
                <a:cubicBezTo>
                  <a:pt x="244" y="108"/>
                  <a:pt x="275" y="140"/>
                  <a:pt x="314" y="140"/>
                </a:cubicBezTo>
                <a:close/>
                <a:moveTo>
                  <a:pt x="379" y="336"/>
                </a:moveTo>
                <a:lnTo>
                  <a:pt x="379" y="336"/>
                </a:lnTo>
                <a:lnTo>
                  <a:pt x="379" y="283"/>
                </a:lnTo>
                <a:cubicBezTo>
                  <a:pt x="379" y="279"/>
                  <a:pt x="378" y="274"/>
                  <a:pt x="378" y="270"/>
                </a:cubicBezTo>
                <a:cubicBezTo>
                  <a:pt x="378" y="266"/>
                  <a:pt x="379" y="262"/>
                  <a:pt x="379" y="257"/>
                </a:cubicBezTo>
                <a:lnTo>
                  <a:pt x="379" y="254"/>
                </a:lnTo>
                <a:lnTo>
                  <a:pt x="380" y="254"/>
                </a:lnTo>
                <a:cubicBezTo>
                  <a:pt x="385" y="223"/>
                  <a:pt x="404" y="197"/>
                  <a:pt x="431" y="183"/>
                </a:cubicBezTo>
                <a:cubicBezTo>
                  <a:pt x="412" y="165"/>
                  <a:pt x="387" y="154"/>
                  <a:pt x="359" y="154"/>
                </a:cubicBezTo>
                <a:lnTo>
                  <a:pt x="269" y="154"/>
                </a:lnTo>
                <a:cubicBezTo>
                  <a:pt x="241" y="154"/>
                  <a:pt x="216" y="165"/>
                  <a:pt x="197" y="183"/>
                </a:cubicBezTo>
                <a:cubicBezTo>
                  <a:pt x="228" y="199"/>
                  <a:pt x="250" y="232"/>
                  <a:pt x="250" y="270"/>
                </a:cubicBezTo>
                <a:cubicBezTo>
                  <a:pt x="250" y="278"/>
                  <a:pt x="249" y="285"/>
                  <a:pt x="247" y="293"/>
                </a:cubicBezTo>
                <a:lnTo>
                  <a:pt x="247" y="335"/>
                </a:lnTo>
                <a:cubicBezTo>
                  <a:pt x="276" y="347"/>
                  <a:pt x="299" y="369"/>
                  <a:pt x="314" y="396"/>
                </a:cubicBezTo>
                <a:cubicBezTo>
                  <a:pt x="328" y="369"/>
                  <a:pt x="352" y="348"/>
                  <a:pt x="379" y="336"/>
                </a:cubicBezTo>
                <a:close/>
                <a:moveTo>
                  <a:pt x="282" y="400"/>
                </a:moveTo>
                <a:lnTo>
                  <a:pt x="282" y="400"/>
                </a:lnTo>
                <a:cubicBezTo>
                  <a:pt x="280" y="397"/>
                  <a:pt x="278" y="394"/>
                  <a:pt x="275" y="391"/>
                </a:cubicBezTo>
                <a:cubicBezTo>
                  <a:pt x="275" y="390"/>
                  <a:pt x="274" y="390"/>
                  <a:pt x="274" y="390"/>
                </a:cubicBezTo>
                <a:cubicBezTo>
                  <a:pt x="272" y="387"/>
                  <a:pt x="270" y="385"/>
                  <a:pt x="267" y="382"/>
                </a:cubicBezTo>
                <a:cubicBezTo>
                  <a:pt x="267" y="382"/>
                  <a:pt x="266" y="382"/>
                  <a:pt x="266" y="381"/>
                </a:cubicBezTo>
                <a:cubicBezTo>
                  <a:pt x="263" y="379"/>
                  <a:pt x="261" y="377"/>
                  <a:pt x="258" y="375"/>
                </a:cubicBezTo>
                <a:cubicBezTo>
                  <a:pt x="257" y="374"/>
                  <a:pt x="257" y="374"/>
                  <a:pt x="257" y="374"/>
                </a:cubicBezTo>
                <a:cubicBezTo>
                  <a:pt x="247" y="367"/>
                  <a:pt x="237" y="362"/>
                  <a:pt x="225" y="359"/>
                </a:cubicBezTo>
                <a:cubicBezTo>
                  <a:pt x="223" y="358"/>
                  <a:pt x="220" y="357"/>
                  <a:pt x="218" y="357"/>
                </a:cubicBezTo>
                <a:cubicBezTo>
                  <a:pt x="217" y="356"/>
                  <a:pt x="215" y="356"/>
                  <a:pt x="214" y="356"/>
                </a:cubicBezTo>
                <a:cubicBezTo>
                  <a:pt x="212" y="356"/>
                  <a:pt x="210" y="355"/>
                  <a:pt x="208" y="355"/>
                </a:cubicBezTo>
                <a:cubicBezTo>
                  <a:pt x="207" y="355"/>
                  <a:pt x="206" y="355"/>
                  <a:pt x="205" y="355"/>
                </a:cubicBezTo>
                <a:cubicBezTo>
                  <a:pt x="202" y="354"/>
                  <a:pt x="199" y="354"/>
                  <a:pt x="195" y="354"/>
                </a:cubicBezTo>
                <a:lnTo>
                  <a:pt x="105" y="354"/>
                </a:lnTo>
                <a:cubicBezTo>
                  <a:pt x="47" y="354"/>
                  <a:pt x="0" y="401"/>
                  <a:pt x="0" y="460"/>
                </a:cubicBezTo>
                <a:lnTo>
                  <a:pt x="0" y="600"/>
                </a:lnTo>
                <a:lnTo>
                  <a:pt x="62" y="600"/>
                </a:lnTo>
                <a:lnTo>
                  <a:pt x="62" y="454"/>
                </a:lnTo>
                <a:lnTo>
                  <a:pt x="83" y="454"/>
                </a:lnTo>
                <a:lnTo>
                  <a:pt x="83" y="600"/>
                </a:lnTo>
                <a:lnTo>
                  <a:pt x="216" y="600"/>
                </a:lnTo>
                <a:lnTo>
                  <a:pt x="216" y="454"/>
                </a:lnTo>
                <a:lnTo>
                  <a:pt x="237" y="454"/>
                </a:lnTo>
                <a:lnTo>
                  <a:pt x="237" y="600"/>
                </a:lnTo>
                <a:lnTo>
                  <a:pt x="301" y="600"/>
                </a:lnTo>
                <a:lnTo>
                  <a:pt x="301" y="460"/>
                </a:lnTo>
                <a:cubicBezTo>
                  <a:pt x="301" y="437"/>
                  <a:pt x="294" y="417"/>
                  <a:pt x="282" y="400"/>
                </a:cubicBezTo>
                <a:cubicBezTo>
                  <a:pt x="282" y="400"/>
                  <a:pt x="282" y="400"/>
                  <a:pt x="282" y="400"/>
                </a:cubicBezTo>
                <a:close/>
                <a:moveTo>
                  <a:pt x="523" y="354"/>
                </a:moveTo>
                <a:lnTo>
                  <a:pt x="523" y="354"/>
                </a:lnTo>
                <a:lnTo>
                  <a:pt x="433" y="354"/>
                </a:lnTo>
                <a:cubicBezTo>
                  <a:pt x="429" y="354"/>
                  <a:pt x="426" y="354"/>
                  <a:pt x="423" y="355"/>
                </a:cubicBezTo>
                <a:cubicBezTo>
                  <a:pt x="422" y="355"/>
                  <a:pt x="421" y="355"/>
                  <a:pt x="420" y="355"/>
                </a:cubicBezTo>
                <a:cubicBezTo>
                  <a:pt x="418" y="355"/>
                  <a:pt x="415" y="356"/>
                  <a:pt x="413" y="356"/>
                </a:cubicBezTo>
                <a:cubicBezTo>
                  <a:pt x="412" y="356"/>
                  <a:pt x="411" y="356"/>
                  <a:pt x="410" y="357"/>
                </a:cubicBezTo>
                <a:cubicBezTo>
                  <a:pt x="408" y="357"/>
                  <a:pt x="405" y="358"/>
                  <a:pt x="403" y="358"/>
                </a:cubicBezTo>
                <a:cubicBezTo>
                  <a:pt x="387" y="363"/>
                  <a:pt x="373" y="371"/>
                  <a:pt x="361" y="382"/>
                </a:cubicBezTo>
                <a:cubicBezTo>
                  <a:pt x="361" y="382"/>
                  <a:pt x="361" y="382"/>
                  <a:pt x="361" y="383"/>
                </a:cubicBezTo>
                <a:cubicBezTo>
                  <a:pt x="358" y="385"/>
                  <a:pt x="356" y="388"/>
                  <a:pt x="353" y="390"/>
                </a:cubicBezTo>
                <a:cubicBezTo>
                  <a:pt x="353" y="390"/>
                  <a:pt x="353" y="391"/>
                  <a:pt x="353" y="391"/>
                </a:cubicBezTo>
                <a:cubicBezTo>
                  <a:pt x="337" y="409"/>
                  <a:pt x="327" y="433"/>
                  <a:pt x="327" y="460"/>
                </a:cubicBezTo>
                <a:lnTo>
                  <a:pt x="327" y="600"/>
                </a:lnTo>
                <a:lnTo>
                  <a:pt x="389" y="600"/>
                </a:lnTo>
                <a:lnTo>
                  <a:pt x="389" y="454"/>
                </a:lnTo>
                <a:lnTo>
                  <a:pt x="410" y="454"/>
                </a:lnTo>
                <a:lnTo>
                  <a:pt x="410" y="600"/>
                </a:lnTo>
                <a:lnTo>
                  <a:pt x="543" y="600"/>
                </a:lnTo>
                <a:lnTo>
                  <a:pt x="543" y="454"/>
                </a:lnTo>
                <a:lnTo>
                  <a:pt x="564" y="454"/>
                </a:lnTo>
                <a:lnTo>
                  <a:pt x="564" y="600"/>
                </a:lnTo>
                <a:lnTo>
                  <a:pt x="628" y="600"/>
                </a:lnTo>
                <a:lnTo>
                  <a:pt x="628" y="460"/>
                </a:lnTo>
                <a:cubicBezTo>
                  <a:pt x="628" y="401"/>
                  <a:pt x="581" y="354"/>
                  <a:pt x="523" y="354"/>
                </a:cubicBezTo>
                <a:close/>
                <a:moveTo>
                  <a:pt x="151" y="340"/>
                </a:moveTo>
                <a:lnTo>
                  <a:pt x="151" y="340"/>
                </a:lnTo>
                <a:cubicBezTo>
                  <a:pt x="159" y="340"/>
                  <a:pt x="167" y="338"/>
                  <a:pt x="175" y="335"/>
                </a:cubicBezTo>
                <a:cubicBezTo>
                  <a:pt x="175" y="335"/>
                  <a:pt x="175" y="335"/>
                  <a:pt x="176" y="335"/>
                </a:cubicBezTo>
                <a:cubicBezTo>
                  <a:pt x="179" y="334"/>
                  <a:pt x="183" y="332"/>
                  <a:pt x="186" y="330"/>
                </a:cubicBezTo>
                <a:cubicBezTo>
                  <a:pt x="186" y="330"/>
                  <a:pt x="186" y="330"/>
                  <a:pt x="186" y="330"/>
                </a:cubicBezTo>
                <a:cubicBezTo>
                  <a:pt x="190" y="328"/>
                  <a:pt x="193" y="326"/>
                  <a:pt x="196" y="323"/>
                </a:cubicBezTo>
                <a:cubicBezTo>
                  <a:pt x="196" y="323"/>
                  <a:pt x="196" y="323"/>
                  <a:pt x="196" y="323"/>
                </a:cubicBezTo>
                <a:cubicBezTo>
                  <a:pt x="202" y="318"/>
                  <a:pt x="206" y="312"/>
                  <a:pt x="210" y="306"/>
                </a:cubicBezTo>
                <a:cubicBezTo>
                  <a:pt x="211" y="305"/>
                  <a:pt x="211" y="305"/>
                  <a:pt x="211" y="304"/>
                </a:cubicBezTo>
                <a:cubicBezTo>
                  <a:pt x="213" y="301"/>
                  <a:pt x="214" y="298"/>
                  <a:pt x="216" y="295"/>
                </a:cubicBezTo>
                <a:cubicBezTo>
                  <a:pt x="216" y="294"/>
                  <a:pt x="216" y="294"/>
                  <a:pt x="216" y="293"/>
                </a:cubicBezTo>
                <a:cubicBezTo>
                  <a:pt x="217" y="290"/>
                  <a:pt x="218" y="287"/>
                  <a:pt x="219" y="283"/>
                </a:cubicBezTo>
                <a:cubicBezTo>
                  <a:pt x="219" y="282"/>
                  <a:pt x="219" y="282"/>
                  <a:pt x="219" y="281"/>
                </a:cubicBezTo>
                <a:cubicBezTo>
                  <a:pt x="220" y="278"/>
                  <a:pt x="220" y="274"/>
                  <a:pt x="220" y="270"/>
                </a:cubicBezTo>
                <a:cubicBezTo>
                  <a:pt x="220" y="267"/>
                  <a:pt x="220" y="264"/>
                  <a:pt x="220" y="261"/>
                </a:cubicBezTo>
                <a:cubicBezTo>
                  <a:pt x="219" y="260"/>
                  <a:pt x="219" y="259"/>
                  <a:pt x="219" y="258"/>
                </a:cubicBezTo>
                <a:cubicBezTo>
                  <a:pt x="219" y="255"/>
                  <a:pt x="218" y="252"/>
                  <a:pt x="217" y="250"/>
                </a:cubicBezTo>
                <a:cubicBezTo>
                  <a:pt x="217" y="249"/>
                  <a:pt x="217" y="249"/>
                  <a:pt x="217" y="249"/>
                </a:cubicBezTo>
                <a:cubicBezTo>
                  <a:pt x="216" y="246"/>
                  <a:pt x="215" y="244"/>
                  <a:pt x="214" y="241"/>
                </a:cubicBezTo>
                <a:cubicBezTo>
                  <a:pt x="214" y="240"/>
                  <a:pt x="213" y="240"/>
                  <a:pt x="213" y="239"/>
                </a:cubicBezTo>
                <a:cubicBezTo>
                  <a:pt x="212" y="236"/>
                  <a:pt x="210" y="234"/>
                  <a:pt x="209" y="231"/>
                </a:cubicBezTo>
                <a:lnTo>
                  <a:pt x="208" y="231"/>
                </a:lnTo>
                <a:cubicBezTo>
                  <a:pt x="207" y="229"/>
                  <a:pt x="205" y="226"/>
                  <a:pt x="203" y="224"/>
                </a:cubicBezTo>
                <a:cubicBezTo>
                  <a:pt x="203" y="224"/>
                  <a:pt x="202" y="223"/>
                  <a:pt x="202" y="223"/>
                </a:cubicBezTo>
                <a:cubicBezTo>
                  <a:pt x="200" y="221"/>
                  <a:pt x="198" y="219"/>
                  <a:pt x="195" y="217"/>
                </a:cubicBezTo>
                <a:cubicBezTo>
                  <a:pt x="195" y="217"/>
                  <a:pt x="195" y="217"/>
                  <a:pt x="195" y="216"/>
                </a:cubicBezTo>
                <a:cubicBezTo>
                  <a:pt x="193" y="215"/>
                  <a:pt x="190" y="213"/>
                  <a:pt x="188" y="211"/>
                </a:cubicBezTo>
                <a:cubicBezTo>
                  <a:pt x="187" y="211"/>
                  <a:pt x="187" y="210"/>
                  <a:pt x="186" y="210"/>
                </a:cubicBezTo>
                <a:cubicBezTo>
                  <a:pt x="184" y="209"/>
                  <a:pt x="181" y="207"/>
                  <a:pt x="179" y="206"/>
                </a:cubicBezTo>
                <a:cubicBezTo>
                  <a:pt x="179" y="206"/>
                  <a:pt x="178" y="206"/>
                  <a:pt x="178" y="206"/>
                </a:cubicBezTo>
                <a:cubicBezTo>
                  <a:pt x="170" y="202"/>
                  <a:pt x="160" y="200"/>
                  <a:pt x="151" y="200"/>
                </a:cubicBezTo>
                <a:cubicBezTo>
                  <a:pt x="112" y="200"/>
                  <a:pt x="81" y="231"/>
                  <a:pt x="81" y="270"/>
                </a:cubicBezTo>
                <a:cubicBezTo>
                  <a:pt x="81" y="309"/>
                  <a:pt x="112" y="340"/>
                  <a:pt x="151" y="34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ED7D3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6527800" y="2159000"/>
            <a:ext cx="1042035" cy="1000760"/>
          </a:xfrm>
          <a:prstGeom prst="ellipse">
            <a:avLst/>
          </a:prstGeom>
          <a:solidFill>
            <a:srgbClr val="AA9D67"/>
          </a:soli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8" name="Freeform 31"/>
          <p:cNvSpPr>
            <a:spLocks noEditPoints="1"/>
          </p:cNvSpPr>
          <p:nvPr/>
        </p:nvSpPr>
        <p:spPr bwMode="auto">
          <a:xfrm>
            <a:off x="6847205" y="2480945"/>
            <a:ext cx="377825" cy="455930"/>
          </a:xfrm>
          <a:custGeom>
            <a:avLst/>
            <a:gdLst>
              <a:gd name="T0" fmla="*/ 82 w 484"/>
              <a:gd name="T1" fmla="*/ 166 h 606"/>
              <a:gd name="T2" fmla="*/ 82 w 484"/>
              <a:gd name="T3" fmla="*/ 186 h 606"/>
              <a:gd name="T4" fmla="*/ 331 w 484"/>
              <a:gd name="T5" fmla="*/ 193 h 606"/>
              <a:gd name="T6" fmla="*/ 331 w 484"/>
              <a:gd name="T7" fmla="*/ 173 h 606"/>
              <a:gd name="T8" fmla="*/ 387 w 484"/>
              <a:gd name="T9" fmla="*/ 556 h 606"/>
              <a:gd name="T10" fmla="*/ 388 w 484"/>
              <a:gd name="T11" fmla="*/ 564 h 606"/>
              <a:gd name="T12" fmla="*/ 418 w 484"/>
              <a:gd name="T13" fmla="*/ 594 h 606"/>
              <a:gd name="T14" fmla="*/ 474 w 484"/>
              <a:gd name="T15" fmla="*/ 581 h 606"/>
              <a:gd name="T16" fmla="*/ 474 w 484"/>
              <a:gd name="T17" fmla="*/ 531 h 606"/>
              <a:gd name="T18" fmla="*/ 444 w 484"/>
              <a:gd name="T19" fmla="*/ 501 h 606"/>
              <a:gd name="T20" fmla="*/ 418 w 484"/>
              <a:gd name="T21" fmla="*/ 519 h 606"/>
              <a:gd name="T22" fmla="*/ 384 w 484"/>
              <a:gd name="T23" fmla="*/ 553 h 606"/>
              <a:gd name="T24" fmla="*/ 218 w 484"/>
              <a:gd name="T25" fmla="*/ 354 h 606"/>
              <a:gd name="T26" fmla="*/ 229 w 484"/>
              <a:gd name="T27" fmla="*/ 336 h 606"/>
              <a:gd name="T28" fmla="*/ 207 w 484"/>
              <a:gd name="T29" fmla="*/ 320 h 606"/>
              <a:gd name="T30" fmla="*/ 207 w 484"/>
              <a:gd name="T31" fmla="*/ 327 h 606"/>
              <a:gd name="T32" fmla="*/ 246 w 484"/>
              <a:gd name="T33" fmla="*/ 422 h 606"/>
              <a:gd name="T34" fmla="*/ 297 w 484"/>
              <a:gd name="T35" fmla="*/ 364 h 606"/>
              <a:gd name="T36" fmla="*/ 296 w 484"/>
              <a:gd name="T37" fmla="*/ 357 h 606"/>
              <a:gd name="T38" fmla="*/ 224 w 484"/>
              <a:gd name="T39" fmla="*/ 362 h 606"/>
              <a:gd name="T40" fmla="*/ 224 w 484"/>
              <a:gd name="T41" fmla="*/ 368 h 606"/>
              <a:gd name="T42" fmla="*/ 246 w 484"/>
              <a:gd name="T43" fmla="*/ 422 h 606"/>
              <a:gd name="T44" fmla="*/ 429 w 484"/>
              <a:gd name="T45" fmla="*/ 493 h 606"/>
              <a:gd name="T46" fmla="*/ 429 w 484"/>
              <a:gd name="T47" fmla="*/ 487 h 606"/>
              <a:gd name="T48" fmla="*/ 394 w 484"/>
              <a:gd name="T49" fmla="*/ 451 h 606"/>
              <a:gd name="T50" fmla="*/ 256 w 484"/>
              <a:gd name="T51" fmla="*/ 425 h 606"/>
              <a:gd name="T52" fmla="*/ 256 w 484"/>
              <a:gd name="T53" fmla="*/ 432 h 606"/>
              <a:gd name="T54" fmla="*/ 354 w 484"/>
              <a:gd name="T55" fmla="*/ 530 h 606"/>
              <a:gd name="T56" fmla="*/ 395 w 484"/>
              <a:gd name="T57" fmla="*/ 528 h 606"/>
              <a:gd name="T58" fmla="*/ 20 w 484"/>
              <a:gd name="T59" fmla="*/ 150 h 606"/>
              <a:gd name="T60" fmla="*/ 89 w 484"/>
              <a:gd name="T61" fmla="*/ 152 h 606"/>
              <a:gd name="T62" fmla="*/ 141 w 484"/>
              <a:gd name="T63" fmla="*/ 100 h 606"/>
              <a:gd name="T64" fmla="*/ 141 w 484"/>
              <a:gd name="T65" fmla="*/ 93 h 606"/>
              <a:gd name="T66" fmla="*/ 383 w 484"/>
              <a:gd name="T67" fmla="*/ 27 h 606"/>
              <a:gd name="T68" fmla="*/ 394 w 484"/>
              <a:gd name="T69" fmla="*/ 422 h 606"/>
              <a:gd name="T70" fmla="*/ 414 w 484"/>
              <a:gd name="T71" fmla="*/ 449 h 606"/>
              <a:gd name="T72" fmla="*/ 414 w 484"/>
              <a:gd name="T73" fmla="*/ 39 h 606"/>
              <a:gd name="T74" fmla="*/ 383 w 484"/>
              <a:gd name="T75" fmla="*/ 0 h 606"/>
              <a:gd name="T76" fmla="*/ 121 w 484"/>
              <a:gd name="T77" fmla="*/ 2 h 606"/>
              <a:gd name="T78" fmla="*/ 0 w 484"/>
              <a:gd name="T79" fmla="*/ 123 h 606"/>
              <a:gd name="T80" fmla="*/ 0 w 484"/>
              <a:gd name="T81" fmla="*/ 492 h 606"/>
              <a:gd name="T82" fmla="*/ 32 w 484"/>
              <a:gd name="T83" fmla="*/ 530 h 606"/>
              <a:gd name="T84" fmla="*/ 319 w 484"/>
              <a:gd name="T85" fmla="*/ 524 h 606"/>
              <a:gd name="T86" fmla="*/ 305 w 484"/>
              <a:gd name="T87" fmla="*/ 503 h 606"/>
              <a:gd name="T88" fmla="*/ 20 w 484"/>
              <a:gd name="T89" fmla="*/ 492 h 606"/>
              <a:gd name="T90" fmla="*/ 20 w 484"/>
              <a:gd name="T91" fmla="*/ 150 h 606"/>
              <a:gd name="T92" fmla="*/ 156 w 484"/>
              <a:gd name="T93" fmla="*/ 321 h 606"/>
              <a:gd name="T94" fmla="*/ 156 w 484"/>
              <a:gd name="T95" fmla="*/ 301 h 606"/>
              <a:gd name="T96" fmla="*/ 82 w 484"/>
              <a:gd name="T97" fmla="*/ 294 h 606"/>
              <a:gd name="T98" fmla="*/ 82 w 484"/>
              <a:gd name="T99" fmla="*/ 315 h 606"/>
              <a:gd name="T100" fmla="*/ 82 w 484"/>
              <a:gd name="T101" fmla="*/ 272 h 606"/>
              <a:gd name="T102" fmla="*/ 331 w 484"/>
              <a:gd name="T103" fmla="*/ 279 h 606"/>
              <a:gd name="T104" fmla="*/ 331 w 484"/>
              <a:gd name="T105" fmla="*/ 258 h 606"/>
              <a:gd name="T106" fmla="*/ 82 w 484"/>
              <a:gd name="T107" fmla="*/ 252 h 606"/>
              <a:gd name="T108" fmla="*/ 82 w 484"/>
              <a:gd name="T109" fmla="*/ 272 h 606"/>
              <a:gd name="T110" fmla="*/ 82 w 484"/>
              <a:gd name="T111" fmla="*/ 236 h 606"/>
              <a:gd name="T112" fmla="*/ 331 w 484"/>
              <a:gd name="T113" fmla="*/ 229 h 606"/>
              <a:gd name="T114" fmla="*/ 331 w 484"/>
              <a:gd name="T115" fmla="*/ 209 h 606"/>
              <a:gd name="T116" fmla="*/ 82 w 484"/>
              <a:gd name="T117" fmla="*/ 216 h 6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84" h="606">
                <a:moveTo>
                  <a:pt x="331" y="166"/>
                </a:moveTo>
                <a:lnTo>
                  <a:pt x="82" y="166"/>
                </a:lnTo>
                <a:lnTo>
                  <a:pt x="82" y="173"/>
                </a:lnTo>
                <a:lnTo>
                  <a:pt x="82" y="186"/>
                </a:lnTo>
                <a:lnTo>
                  <a:pt x="82" y="193"/>
                </a:lnTo>
                <a:lnTo>
                  <a:pt x="331" y="193"/>
                </a:lnTo>
                <a:lnTo>
                  <a:pt x="331" y="186"/>
                </a:lnTo>
                <a:lnTo>
                  <a:pt x="331" y="173"/>
                </a:lnTo>
                <a:lnTo>
                  <a:pt x="331" y="166"/>
                </a:lnTo>
                <a:close/>
                <a:moveTo>
                  <a:pt x="387" y="556"/>
                </a:moveTo>
                <a:lnTo>
                  <a:pt x="384" y="560"/>
                </a:lnTo>
                <a:lnTo>
                  <a:pt x="388" y="564"/>
                </a:lnTo>
                <a:lnTo>
                  <a:pt x="408" y="583"/>
                </a:lnTo>
                <a:lnTo>
                  <a:pt x="418" y="594"/>
                </a:lnTo>
                <a:cubicBezTo>
                  <a:pt x="430" y="606"/>
                  <a:pt x="450" y="606"/>
                  <a:pt x="462" y="594"/>
                </a:cubicBezTo>
                <a:lnTo>
                  <a:pt x="474" y="581"/>
                </a:lnTo>
                <a:cubicBezTo>
                  <a:pt x="481" y="575"/>
                  <a:pt x="484" y="565"/>
                  <a:pt x="483" y="556"/>
                </a:cubicBezTo>
                <a:cubicBezTo>
                  <a:pt x="484" y="547"/>
                  <a:pt x="481" y="538"/>
                  <a:pt x="474" y="531"/>
                </a:cubicBezTo>
                <a:lnTo>
                  <a:pt x="462" y="519"/>
                </a:lnTo>
                <a:lnTo>
                  <a:pt x="444" y="501"/>
                </a:lnTo>
                <a:lnTo>
                  <a:pt x="440" y="497"/>
                </a:lnTo>
                <a:lnTo>
                  <a:pt x="418" y="519"/>
                </a:lnTo>
                <a:lnTo>
                  <a:pt x="412" y="525"/>
                </a:lnTo>
                <a:lnTo>
                  <a:pt x="384" y="553"/>
                </a:lnTo>
                <a:lnTo>
                  <a:pt x="387" y="556"/>
                </a:lnTo>
                <a:close/>
                <a:moveTo>
                  <a:pt x="218" y="354"/>
                </a:moveTo>
                <a:lnTo>
                  <a:pt x="234" y="338"/>
                </a:lnTo>
                <a:lnTo>
                  <a:pt x="229" y="336"/>
                </a:lnTo>
                <a:lnTo>
                  <a:pt x="234" y="331"/>
                </a:lnTo>
                <a:lnTo>
                  <a:pt x="207" y="320"/>
                </a:lnTo>
                <a:lnTo>
                  <a:pt x="211" y="328"/>
                </a:lnTo>
                <a:lnTo>
                  <a:pt x="207" y="327"/>
                </a:lnTo>
                <a:lnTo>
                  <a:pt x="218" y="354"/>
                </a:lnTo>
                <a:close/>
                <a:moveTo>
                  <a:pt x="246" y="422"/>
                </a:moveTo>
                <a:lnTo>
                  <a:pt x="302" y="366"/>
                </a:lnTo>
                <a:lnTo>
                  <a:pt x="297" y="364"/>
                </a:lnTo>
                <a:lnTo>
                  <a:pt x="302" y="359"/>
                </a:lnTo>
                <a:lnTo>
                  <a:pt x="296" y="357"/>
                </a:lnTo>
                <a:lnTo>
                  <a:pt x="249" y="337"/>
                </a:lnTo>
                <a:lnTo>
                  <a:pt x="224" y="362"/>
                </a:lnTo>
                <a:lnTo>
                  <a:pt x="226" y="366"/>
                </a:lnTo>
                <a:lnTo>
                  <a:pt x="224" y="368"/>
                </a:lnTo>
                <a:lnTo>
                  <a:pt x="243" y="416"/>
                </a:lnTo>
                <a:lnTo>
                  <a:pt x="246" y="422"/>
                </a:lnTo>
                <a:close/>
                <a:moveTo>
                  <a:pt x="412" y="511"/>
                </a:moveTo>
                <a:lnTo>
                  <a:pt x="429" y="493"/>
                </a:lnTo>
                <a:lnTo>
                  <a:pt x="426" y="490"/>
                </a:lnTo>
                <a:lnTo>
                  <a:pt x="429" y="487"/>
                </a:lnTo>
                <a:lnTo>
                  <a:pt x="414" y="472"/>
                </a:lnTo>
                <a:lnTo>
                  <a:pt x="394" y="451"/>
                </a:lnTo>
                <a:lnTo>
                  <a:pt x="312" y="369"/>
                </a:lnTo>
                <a:lnTo>
                  <a:pt x="256" y="425"/>
                </a:lnTo>
                <a:lnTo>
                  <a:pt x="260" y="429"/>
                </a:lnTo>
                <a:lnTo>
                  <a:pt x="256" y="432"/>
                </a:lnTo>
                <a:lnTo>
                  <a:pt x="334" y="510"/>
                </a:lnTo>
                <a:lnTo>
                  <a:pt x="354" y="530"/>
                </a:lnTo>
                <a:lnTo>
                  <a:pt x="374" y="549"/>
                </a:lnTo>
                <a:lnTo>
                  <a:pt x="395" y="528"/>
                </a:lnTo>
                <a:lnTo>
                  <a:pt x="412" y="511"/>
                </a:lnTo>
                <a:close/>
                <a:moveTo>
                  <a:pt x="20" y="150"/>
                </a:moveTo>
                <a:lnTo>
                  <a:pt x="89" y="152"/>
                </a:lnTo>
                <a:lnTo>
                  <a:pt x="89" y="152"/>
                </a:lnTo>
                <a:lnTo>
                  <a:pt x="89" y="152"/>
                </a:lnTo>
                <a:cubicBezTo>
                  <a:pt x="118" y="152"/>
                  <a:pt x="141" y="129"/>
                  <a:pt x="141" y="100"/>
                </a:cubicBezTo>
                <a:lnTo>
                  <a:pt x="141" y="94"/>
                </a:lnTo>
                <a:lnTo>
                  <a:pt x="141" y="93"/>
                </a:lnTo>
                <a:lnTo>
                  <a:pt x="141" y="27"/>
                </a:lnTo>
                <a:lnTo>
                  <a:pt x="383" y="27"/>
                </a:lnTo>
                <a:cubicBezTo>
                  <a:pt x="389" y="27"/>
                  <a:pt x="394" y="32"/>
                  <a:pt x="394" y="38"/>
                </a:cubicBezTo>
                <a:lnTo>
                  <a:pt x="394" y="422"/>
                </a:lnTo>
                <a:lnTo>
                  <a:pt x="394" y="429"/>
                </a:lnTo>
                <a:lnTo>
                  <a:pt x="414" y="449"/>
                </a:lnTo>
                <a:lnTo>
                  <a:pt x="414" y="443"/>
                </a:lnTo>
                <a:lnTo>
                  <a:pt x="414" y="39"/>
                </a:lnTo>
                <a:lnTo>
                  <a:pt x="414" y="32"/>
                </a:lnTo>
                <a:cubicBezTo>
                  <a:pt x="414" y="14"/>
                  <a:pt x="400" y="0"/>
                  <a:pt x="383" y="0"/>
                </a:cubicBezTo>
                <a:lnTo>
                  <a:pt x="123" y="0"/>
                </a:lnTo>
                <a:lnTo>
                  <a:pt x="121" y="2"/>
                </a:lnTo>
                <a:lnTo>
                  <a:pt x="1" y="122"/>
                </a:lnTo>
                <a:lnTo>
                  <a:pt x="0" y="123"/>
                </a:lnTo>
                <a:lnTo>
                  <a:pt x="0" y="130"/>
                </a:lnTo>
                <a:lnTo>
                  <a:pt x="0" y="492"/>
                </a:lnTo>
                <a:lnTo>
                  <a:pt x="0" y="499"/>
                </a:lnTo>
                <a:cubicBezTo>
                  <a:pt x="0" y="516"/>
                  <a:pt x="14" y="530"/>
                  <a:pt x="32" y="530"/>
                </a:cubicBezTo>
                <a:lnTo>
                  <a:pt x="326" y="530"/>
                </a:lnTo>
                <a:lnTo>
                  <a:pt x="319" y="524"/>
                </a:lnTo>
                <a:lnTo>
                  <a:pt x="326" y="524"/>
                </a:lnTo>
                <a:lnTo>
                  <a:pt x="305" y="503"/>
                </a:lnTo>
                <a:lnTo>
                  <a:pt x="32" y="503"/>
                </a:lnTo>
                <a:cubicBezTo>
                  <a:pt x="25" y="503"/>
                  <a:pt x="21" y="498"/>
                  <a:pt x="20" y="492"/>
                </a:cubicBezTo>
                <a:lnTo>
                  <a:pt x="20" y="492"/>
                </a:lnTo>
                <a:lnTo>
                  <a:pt x="20" y="150"/>
                </a:lnTo>
                <a:close/>
                <a:moveTo>
                  <a:pt x="82" y="321"/>
                </a:moveTo>
                <a:lnTo>
                  <a:pt x="156" y="321"/>
                </a:lnTo>
                <a:lnTo>
                  <a:pt x="156" y="315"/>
                </a:lnTo>
                <a:lnTo>
                  <a:pt x="156" y="301"/>
                </a:lnTo>
                <a:lnTo>
                  <a:pt x="156" y="294"/>
                </a:lnTo>
                <a:lnTo>
                  <a:pt x="82" y="294"/>
                </a:lnTo>
                <a:lnTo>
                  <a:pt x="82" y="301"/>
                </a:lnTo>
                <a:lnTo>
                  <a:pt x="82" y="315"/>
                </a:lnTo>
                <a:lnTo>
                  <a:pt x="82" y="321"/>
                </a:lnTo>
                <a:close/>
                <a:moveTo>
                  <a:pt x="82" y="272"/>
                </a:moveTo>
                <a:lnTo>
                  <a:pt x="82" y="279"/>
                </a:lnTo>
                <a:lnTo>
                  <a:pt x="331" y="279"/>
                </a:lnTo>
                <a:lnTo>
                  <a:pt x="331" y="272"/>
                </a:lnTo>
                <a:lnTo>
                  <a:pt x="331" y="258"/>
                </a:lnTo>
                <a:lnTo>
                  <a:pt x="331" y="252"/>
                </a:lnTo>
                <a:lnTo>
                  <a:pt x="82" y="252"/>
                </a:lnTo>
                <a:lnTo>
                  <a:pt x="82" y="258"/>
                </a:lnTo>
                <a:lnTo>
                  <a:pt x="82" y="272"/>
                </a:lnTo>
                <a:close/>
                <a:moveTo>
                  <a:pt x="82" y="229"/>
                </a:moveTo>
                <a:lnTo>
                  <a:pt x="82" y="236"/>
                </a:lnTo>
                <a:lnTo>
                  <a:pt x="331" y="236"/>
                </a:lnTo>
                <a:lnTo>
                  <a:pt x="331" y="229"/>
                </a:lnTo>
                <a:lnTo>
                  <a:pt x="331" y="216"/>
                </a:lnTo>
                <a:lnTo>
                  <a:pt x="331" y="209"/>
                </a:lnTo>
                <a:lnTo>
                  <a:pt x="82" y="209"/>
                </a:lnTo>
                <a:lnTo>
                  <a:pt x="82" y="216"/>
                </a:lnTo>
                <a:lnTo>
                  <a:pt x="82" y="229"/>
                </a:lnTo>
                <a:close/>
              </a:path>
            </a:pathLst>
          </a:custGeom>
          <a:solidFill>
            <a:srgbClr val="FEFEF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ED7D3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6527800" y="5236845"/>
            <a:ext cx="1042035" cy="1000760"/>
          </a:xfrm>
          <a:prstGeom prst="ellipse">
            <a:avLst/>
          </a:prstGeom>
          <a:solidFill>
            <a:srgbClr val="AA9D67"/>
          </a:soli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0" name="Freeform 44"/>
          <p:cNvSpPr>
            <a:spLocks noEditPoints="1"/>
          </p:cNvSpPr>
          <p:nvPr/>
        </p:nvSpPr>
        <p:spPr bwMode="auto">
          <a:xfrm>
            <a:off x="6816725" y="5510530"/>
            <a:ext cx="440690" cy="459740"/>
          </a:xfrm>
          <a:custGeom>
            <a:avLst/>
            <a:gdLst>
              <a:gd name="T0" fmla="*/ 38 w 566"/>
              <a:gd name="T1" fmla="*/ 38 h 613"/>
              <a:gd name="T2" fmla="*/ 151 w 566"/>
              <a:gd name="T3" fmla="*/ 37 h 613"/>
              <a:gd name="T4" fmla="*/ 271 w 566"/>
              <a:gd name="T5" fmla="*/ 5 h 613"/>
              <a:gd name="T6" fmla="*/ 283 w 566"/>
              <a:gd name="T7" fmla="*/ 0 h 613"/>
              <a:gd name="T8" fmla="*/ 294 w 566"/>
              <a:gd name="T9" fmla="*/ 5 h 613"/>
              <a:gd name="T10" fmla="*/ 415 w 566"/>
              <a:gd name="T11" fmla="*/ 37 h 613"/>
              <a:gd name="T12" fmla="*/ 528 w 566"/>
              <a:gd name="T13" fmla="*/ 38 h 613"/>
              <a:gd name="T14" fmla="*/ 566 w 566"/>
              <a:gd name="T15" fmla="*/ 33 h 613"/>
              <a:gd name="T16" fmla="*/ 566 w 566"/>
              <a:gd name="T17" fmla="*/ 76 h 613"/>
              <a:gd name="T18" fmla="*/ 486 w 566"/>
              <a:gd name="T19" fmla="*/ 464 h 613"/>
              <a:gd name="T20" fmla="*/ 291 w 566"/>
              <a:gd name="T21" fmla="*/ 611 h 613"/>
              <a:gd name="T22" fmla="*/ 283 w 566"/>
              <a:gd name="T23" fmla="*/ 613 h 613"/>
              <a:gd name="T24" fmla="*/ 275 w 566"/>
              <a:gd name="T25" fmla="*/ 611 h 613"/>
              <a:gd name="T26" fmla="*/ 80 w 566"/>
              <a:gd name="T27" fmla="*/ 464 h 613"/>
              <a:gd name="T28" fmla="*/ 0 w 566"/>
              <a:gd name="T29" fmla="*/ 76 h 613"/>
              <a:gd name="T30" fmla="*/ 0 w 566"/>
              <a:gd name="T31" fmla="*/ 33 h 613"/>
              <a:gd name="T32" fmla="*/ 38 w 566"/>
              <a:gd name="T33" fmla="*/ 38 h 613"/>
              <a:gd name="T34" fmla="*/ 283 w 566"/>
              <a:gd name="T35" fmla="*/ 312 h 613"/>
              <a:gd name="T36" fmla="*/ 283 w 566"/>
              <a:gd name="T37" fmla="*/ 312 h 613"/>
              <a:gd name="T38" fmla="*/ 472 w 566"/>
              <a:gd name="T39" fmla="*/ 312 h 613"/>
              <a:gd name="T40" fmla="*/ 496 w 566"/>
              <a:gd name="T41" fmla="*/ 117 h 613"/>
              <a:gd name="T42" fmla="*/ 407 w 566"/>
              <a:gd name="T43" fmla="*/ 113 h 613"/>
              <a:gd name="T44" fmla="*/ 283 w 566"/>
              <a:gd name="T45" fmla="*/ 81 h 613"/>
              <a:gd name="T46" fmla="*/ 283 w 566"/>
              <a:gd name="T47" fmla="*/ 312 h 613"/>
              <a:gd name="T48" fmla="*/ 283 w 566"/>
              <a:gd name="T49" fmla="*/ 535 h 613"/>
              <a:gd name="T50" fmla="*/ 283 w 566"/>
              <a:gd name="T51" fmla="*/ 535 h 613"/>
              <a:gd name="T52" fmla="*/ 283 w 566"/>
              <a:gd name="T53" fmla="*/ 312 h 613"/>
              <a:gd name="T54" fmla="*/ 94 w 566"/>
              <a:gd name="T55" fmla="*/ 312 h 613"/>
              <a:gd name="T56" fmla="*/ 137 w 566"/>
              <a:gd name="T57" fmla="*/ 423 h 613"/>
              <a:gd name="T58" fmla="*/ 283 w 566"/>
              <a:gd name="T59" fmla="*/ 535 h 6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566" h="613">
                <a:moveTo>
                  <a:pt x="38" y="38"/>
                </a:moveTo>
                <a:cubicBezTo>
                  <a:pt x="74" y="43"/>
                  <a:pt x="112" y="42"/>
                  <a:pt x="151" y="37"/>
                </a:cubicBezTo>
                <a:cubicBezTo>
                  <a:pt x="190" y="32"/>
                  <a:pt x="230" y="21"/>
                  <a:pt x="271" y="5"/>
                </a:cubicBezTo>
                <a:lnTo>
                  <a:pt x="283" y="0"/>
                </a:lnTo>
                <a:lnTo>
                  <a:pt x="294" y="5"/>
                </a:lnTo>
                <a:cubicBezTo>
                  <a:pt x="336" y="21"/>
                  <a:pt x="376" y="32"/>
                  <a:pt x="415" y="37"/>
                </a:cubicBezTo>
                <a:cubicBezTo>
                  <a:pt x="454" y="42"/>
                  <a:pt x="491" y="43"/>
                  <a:pt x="528" y="38"/>
                </a:cubicBezTo>
                <a:lnTo>
                  <a:pt x="566" y="33"/>
                </a:lnTo>
                <a:lnTo>
                  <a:pt x="566" y="76"/>
                </a:lnTo>
                <a:cubicBezTo>
                  <a:pt x="564" y="260"/>
                  <a:pt x="534" y="382"/>
                  <a:pt x="486" y="464"/>
                </a:cubicBezTo>
                <a:cubicBezTo>
                  <a:pt x="436" y="550"/>
                  <a:pt x="368" y="591"/>
                  <a:pt x="291" y="611"/>
                </a:cubicBezTo>
                <a:lnTo>
                  <a:pt x="283" y="613"/>
                </a:lnTo>
                <a:lnTo>
                  <a:pt x="275" y="611"/>
                </a:lnTo>
                <a:cubicBezTo>
                  <a:pt x="198" y="591"/>
                  <a:pt x="130" y="550"/>
                  <a:pt x="80" y="464"/>
                </a:cubicBezTo>
                <a:cubicBezTo>
                  <a:pt x="32" y="382"/>
                  <a:pt x="2" y="260"/>
                  <a:pt x="0" y="76"/>
                </a:cubicBezTo>
                <a:lnTo>
                  <a:pt x="0" y="33"/>
                </a:lnTo>
                <a:lnTo>
                  <a:pt x="38" y="38"/>
                </a:lnTo>
                <a:close/>
                <a:moveTo>
                  <a:pt x="283" y="312"/>
                </a:moveTo>
                <a:lnTo>
                  <a:pt x="283" y="312"/>
                </a:lnTo>
                <a:lnTo>
                  <a:pt x="472" y="312"/>
                </a:lnTo>
                <a:cubicBezTo>
                  <a:pt x="485" y="259"/>
                  <a:pt x="493" y="195"/>
                  <a:pt x="496" y="117"/>
                </a:cubicBezTo>
                <a:cubicBezTo>
                  <a:pt x="467" y="119"/>
                  <a:pt x="437" y="117"/>
                  <a:pt x="407" y="113"/>
                </a:cubicBezTo>
                <a:cubicBezTo>
                  <a:pt x="367" y="108"/>
                  <a:pt x="325" y="97"/>
                  <a:pt x="283" y="81"/>
                </a:cubicBezTo>
                <a:lnTo>
                  <a:pt x="283" y="312"/>
                </a:lnTo>
                <a:close/>
                <a:moveTo>
                  <a:pt x="283" y="535"/>
                </a:moveTo>
                <a:lnTo>
                  <a:pt x="283" y="535"/>
                </a:lnTo>
                <a:lnTo>
                  <a:pt x="283" y="312"/>
                </a:lnTo>
                <a:lnTo>
                  <a:pt x="94" y="312"/>
                </a:lnTo>
                <a:cubicBezTo>
                  <a:pt x="105" y="357"/>
                  <a:pt x="120" y="393"/>
                  <a:pt x="137" y="423"/>
                </a:cubicBezTo>
                <a:cubicBezTo>
                  <a:pt x="174" y="486"/>
                  <a:pt x="225" y="518"/>
                  <a:pt x="283" y="535"/>
                </a:cubicBezTo>
                <a:close/>
              </a:path>
            </a:pathLst>
          </a:custGeom>
          <a:solidFill>
            <a:srgbClr val="FEFEF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ED7D3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6527800" y="3669030"/>
            <a:ext cx="1042035" cy="1000760"/>
          </a:xfrm>
          <a:prstGeom prst="ellipse">
            <a:avLst/>
          </a:prstGeom>
          <a:solidFill>
            <a:srgbClr val="3A543B"/>
          </a:soli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2" name="Freeform 16"/>
          <p:cNvSpPr>
            <a:spLocks noEditPoints="1"/>
          </p:cNvSpPr>
          <p:nvPr/>
        </p:nvSpPr>
        <p:spPr bwMode="auto">
          <a:xfrm>
            <a:off x="6761480" y="3985895"/>
            <a:ext cx="555625" cy="425450"/>
          </a:xfrm>
          <a:custGeom>
            <a:avLst/>
            <a:gdLst>
              <a:gd name="T0" fmla="*/ 1238 w 1238"/>
              <a:gd name="T1" fmla="*/ 579 h 986"/>
              <a:gd name="T2" fmla="*/ 424 w 1238"/>
              <a:gd name="T3" fmla="*/ 579 h 986"/>
              <a:gd name="T4" fmla="*/ 443 w 1238"/>
              <a:gd name="T5" fmla="*/ 209 h 986"/>
              <a:gd name="T6" fmla="*/ 357 w 1238"/>
              <a:gd name="T7" fmla="*/ 223 h 986"/>
              <a:gd name="T8" fmla="*/ 329 w 1238"/>
              <a:gd name="T9" fmla="*/ 254 h 986"/>
              <a:gd name="T10" fmla="*/ 441 w 1238"/>
              <a:gd name="T11" fmla="*/ 316 h 986"/>
              <a:gd name="T12" fmla="*/ 311 w 1238"/>
              <a:gd name="T13" fmla="*/ 0 h 986"/>
              <a:gd name="T14" fmla="*/ 311 w 1238"/>
              <a:gd name="T15" fmla="*/ 620 h 986"/>
              <a:gd name="T16" fmla="*/ 367 w 1238"/>
              <a:gd name="T17" fmla="*/ 550 h 986"/>
              <a:gd name="T18" fmla="*/ 329 w 1238"/>
              <a:gd name="T19" fmla="*/ 473 h 986"/>
              <a:gd name="T20" fmla="*/ 295 w 1238"/>
              <a:gd name="T21" fmla="*/ 516 h 986"/>
              <a:gd name="T22" fmla="*/ 168 w 1238"/>
              <a:gd name="T23" fmla="*/ 370 h 986"/>
              <a:gd name="T24" fmla="*/ 295 w 1238"/>
              <a:gd name="T25" fmla="*/ 410 h 986"/>
              <a:gd name="T26" fmla="*/ 229 w 1238"/>
              <a:gd name="T27" fmla="*/ 307 h 986"/>
              <a:gd name="T28" fmla="*/ 295 w 1238"/>
              <a:gd name="T29" fmla="*/ 127 h 986"/>
              <a:gd name="T30" fmla="*/ 329 w 1238"/>
              <a:gd name="T31" fmla="*/ 104 h 986"/>
              <a:gd name="T32" fmla="*/ 443 w 1238"/>
              <a:gd name="T33" fmla="*/ 209 h 986"/>
              <a:gd name="T34" fmla="*/ 295 w 1238"/>
              <a:gd name="T35" fmla="*/ 186 h 986"/>
              <a:gd name="T36" fmla="*/ 295 w 1238"/>
              <a:gd name="T37" fmla="*/ 245 h 986"/>
              <a:gd name="T38" fmla="*/ 329 w 1238"/>
              <a:gd name="T39" fmla="*/ 413 h 986"/>
              <a:gd name="T40" fmla="*/ 357 w 1238"/>
              <a:gd name="T41" fmla="*/ 398 h 986"/>
              <a:gd name="T42" fmla="*/ 359 w 1238"/>
              <a:gd name="T43" fmla="*/ 356 h 986"/>
              <a:gd name="T44" fmla="*/ 329 w 1238"/>
              <a:gd name="T45" fmla="*/ 413 h 986"/>
              <a:gd name="T46" fmla="*/ 854 w 1238"/>
              <a:gd name="T47" fmla="*/ 713 h 986"/>
              <a:gd name="T48" fmla="*/ 904 w 1238"/>
              <a:gd name="T49" fmla="*/ 665 h 986"/>
              <a:gd name="T50" fmla="*/ 854 w 1238"/>
              <a:gd name="T51" fmla="*/ 617 h 986"/>
              <a:gd name="T52" fmla="*/ 810 w 1238"/>
              <a:gd name="T53" fmla="*/ 416 h 986"/>
              <a:gd name="T54" fmla="*/ 784 w 1238"/>
              <a:gd name="T55" fmla="*/ 477 h 986"/>
              <a:gd name="T56" fmla="*/ 810 w 1238"/>
              <a:gd name="T57" fmla="*/ 416 h 986"/>
              <a:gd name="T58" fmla="*/ 1004 w 1238"/>
              <a:gd name="T59" fmla="*/ 447 h 986"/>
              <a:gd name="T60" fmla="*/ 854 w 1238"/>
              <a:gd name="T61" fmla="*/ 418 h 986"/>
              <a:gd name="T62" fmla="*/ 977 w 1238"/>
              <a:gd name="T63" fmla="*/ 557 h 986"/>
              <a:gd name="T64" fmla="*/ 854 w 1238"/>
              <a:gd name="T65" fmla="*/ 792 h 986"/>
              <a:gd name="T66" fmla="*/ 810 w 1238"/>
              <a:gd name="T67" fmla="*/ 849 h 986"/>
              <a:gd name="T68" fmla="*/ 643 w 1238"/>
              <a:gd name="T69" fmla="*/ 658 h 986"/>
              <a:gd name="T70" fmla="*/ 810 w 1238"/>
              <a:gd name="T71" fmla="*/ 710 h 986"/>
              <a:gd name="T72" fmla="*/ 724 w 1238"/>
              <a:gd name="T73" fmla="*/ 575 h 986"/>
              <a:gd name="T74" fmla="*/ 810 w 1238"/>
              <a:gd name="T75" fmla="*/ 339 h 986"/>
              <a:gd name="T76" fmla="*/ 854 w 1238"/>
              <a:gd name="T77" fmla="*/ 309 h 986"/>
              <a:gd name="T78" fmla="*/ 1004 w 1238"/>
              <a:gd name="T79" fmla="*/ 447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238" h="986">
                <a:moveTo>
                  <a:pt x="831" y="172"/>
                </a:moveTo>
                <a:cubicBezTo>
                  <a:pt x="1055" y="172"/>
                  <a:pt x="1238" y="354"/>
                  <a:pt x="1238" y="579"/>
                </a:cubicBezTo>
                <a:cubicBezTo>
                  <a:pt x="1238" y="804"/>
                  <a:pt x="1055" y="986"/>
                  <a:pt x="831" y="986"/>
                </a:cubicBezTo>
                <a:cubicBezTo>
                  <a:pt x="606" y="986"/>
                  <a:pt x="424" y="804"/>
                  <a:pt x="424" y="579"/>
                </a:cubicBezTo>
                <a:cubicBezTo>
                  <a:pt x="424" y="354"/>
                  <a:pt x="606" y="172"/>
                  <a:pt x="831" y="172"/>
                </a:cubicBezTo>
                <a:close/>
                <a:moveTo>
                  <a:pt x="443" y="209"/>
                </a:moveTo>
                <a:lnTo>
                  <a:pt x="443" y="209"/>
                </a:lnTo>
                <a:lnTo>
                  <a:pt x="357" y="223"/>
                </a:lnTo>
                <a:cubicBezTo>
                  <a:pt x="350" y="204"/>
                  <a:pt x="346" y="197"/>
                  <a:pt x="329" y="187"/>
                </a:cubicBezTo>
                <a:lnTo>
                  <a:pt x="329" y="254"/>
                </a:lnTo>
                <a:cubicBezTo>
                  <a:pt x="375" y="266"/>
                  <a:pt x="406" y="279"/>
                  <a:pt x="422" y="293"/>
                </a:cubicBezTo>
                <a:cubicBezTo>
                  <a:pt x="430" y="300"/>
                  <a:pt x="436" y="308"/>
                  <a:pt x="441" y="316"/>
                </a:cubicBezTo>
                <a:cubicBezTo>
                  <a:pt x="480" y="260"/>
                  <a:pt x="533" y="215"/>
                  <a:pt x="594" y="185"/>
                </a:cubicBezTo>
                <a:cubicBezTo>
                  <a:pt x="546" y="76"/>
                  <a:pt x="437" y="0"/>
                  <a:pt x="311" y="0"/>
                </a:cubicBezTo>
                <a:cubicBezTo>
                  <a:pt x="139" y="0"/>
                  <a:pt x="0" y="139"/>
                  <a:pt x="0" y="310"/>
                </a:cubicBezTo>
                <a:cubicBezTo>
                  <a:pt x="0" y="481"/>
                  <a:pt x="139" y="620"/>
                  <a:pt x="311" y="620"/>
                </a:cubicBezTo>
                <a:cubicBezTo>
                  <a:pt x="331" y="620"/>
                  <a:pt x="352" y="618"/>
                  <a:pt x="372" y="614"/>
                </a:cubicBezTo>
                <a:cubicBezTo>
                  <a:pt x="368" y="593"/>
                  <a:pt x="367" y="572"/>
                  <a:pt x="367" y="550"/>
                </a:cubicBezTo>
                <a:cubicBezTo>
                  <a:pt x="367" y="521"/>
                  <a:pt x="370" y="493"/>
                  <a:pt x="376" y="465"/>
                </a:cubicBezTo>
                <a:cubicBezTo>
                  <a:pt x="361" y="470"/>
                  <a:pt x="345" y="472"/>
                  <a:pt x="329" y="473"/>
                </a:cubicBezTo>
                <a:lnTo>
                  <a:pt x="329" y="516"/>
                </a:lnTo>
                <a:lnTo>
                  <a:pt x="295" y="516"/>
                </a:lnTo>
                <a:lnTo>
                  <a:pt x="295" y="473"/>
                </a:lnTo>
                <a:cubicBezTo>
                  <a:pt x="226" y="467"/>
                  <a:pt x="180" y="440"/>
                  <a:pt x="168" y="370"/>
                </a:cubicBezTo>
                <a:lnTo>
                  <a:pt x="261" y="359"/>
                </a:lnTo>
                <a:cubicBezTo>
                  <a:pt x="265" y="385"/>
                  <a:pt x="271" y="398"/>
                  <a:pt x="295" y="410"/>
                </a:cubicBezTo>
                <a:lnTo>
                  <a:pt x="295" y="329"/>
                </a:lnTo>
                <a:cubicBezTo>
                  <a:pt x="264" y="320"/>
                  <a:pt x="242" y="313"/>
                  <a:pt x="229" y="307"/>
                </a:cubicBezTo>
                <a:cubicBezTo>
                  <a:pt x="173" y="279"/>
                  <a:pt x="166" y="200"/>
                  <a:pt x="210" y="157"/>
                </a:cubicBezTo>
                <a:cubicBezTo>
                  <a:pt x="229" y="139"/>
                  <a:pt x="257" y="129"/>
                  <a:pt x="295" y="127"/>
                </a:cubicBezTo>
                <a:lnTo>
                  <a:pt x="295" y="104"/>
                </a:lnTo>
                <a:lnTo>
                  <a:pt x="329" y="104"/>
                </a:lnTo>
                <a:lnTo>
                  <a:pt x="329" y="127"/>
                </a:lnTo>
                <a:cubicBezTo>
                  <a:pt x="384" y="130"/>
                  <a:pt x="430" y="151"/>
                  <a:pt x="443" y="209"/>
                </a:cubicBezTo>
                <a:close/>
                <a:moveTo>
                  <a:pt x="295" y="186"/>
                </a:moveTo>
                <a:lnTo>
                  <a:pt x="295" y="186"/>
                </a:lnTo>
                <a:cubicBezTo>
                  <a:pt x="274" y="193"/>
                  <a:pt x="259" y="212"/>
                  <a:pt x="275" y="233"/>
                </a:cubicBezTo>
                <a:cubicBezTo>
                  <a:pt x="279" y="238"/>
                  <a:pt x="285" y="242"/>
                  <a:pt x="295" y="245"/>
                </a:cubicBezTo>
                <a:lnTo>
                  <a:pt x="295" y="186"/>
                </a:lnTo>
                <a:close/>
                <a:moveTo>
                  <a:pt x="329" y="413"/>
                </a:moveTo>
                <a:lnTo>
                  <a:pt x="329" y="413"/>
                </a:lnTo>
                <a:cubicBezTo>
                  <a:pt x="342" y="410"/>
                  <a:pt x="351" y="405"/>
                  <a:pt x="357" y="398"/>
                </a:cubicBezTo>
                <a:cubicBezTo>
                  <a:pt x="363" y="392"/>
                  <a:pt x="366" y="384"/>
                  <a:pt x="366" y="376"/>
                </a:cubicBezTo>
                <a:cubicBezTo>
                  <a:pt x="366" y="368"/>
                  <a:pt x="364" y="362"/>
                  <a:pt x="359" y="356"/>
                </a:cubicBezTo>
                <a:cubicBezTo>
                  <a:pt x="354" y="350"/>
                  <a:pt x="344" y="344"/>
                  <a:pt x="329" y="339"/>
                </a:cubicBezTo>
                <a:lnTo>
                  <a:pt x="329" y="413"/>
                </a:lnTo>
                <a:close/>
                <a:moveTo>
                  <a:pt x="854" y="713"/>
                </a:moveTo>
                <a:lnTo>
                  <a:pt x="854" y="713"/>
                </a:lnTo>
                <a:cubicBezTo>
                  <a:pt x="871" y="710"/>
                  <a:pt x="884" y="703"/>
                  <a:pt x="892" y="695"/>
                </a:cubicBezTo>
                <a:cubicBezTo>
                  <a:pt x="900" y="686"/>
                  <a:pt x="904" y="676"/>
                  <a:pt x="904" y="665"/>
                </a:cubicBezTo>
                <a:cubicBezTo>
                  <a:pt x="904" y="656"/>
                  <a:pt x="901" y="647"/>
                  <a:pt x="894" y="639"/>
                </a:cubicBezTo>
                <a:cubicBezTo>
                  <a:pt x="887" y="631"/>
                  <a:pt x="874" y="624"/>
                  <a:pt x="854" y="617"/>
                </a:cubicBezTo>
                <a:lnTo>
                  <a:pt x="854" y="713"/>
                </a:lnTo>
                <a:close/>
                <a:moveTo>
                  <a:pt x="810" y="416"/>
                </a:moveTo>
                <a:lnTo>
                  <a:pt x="810" y="416"/>
                </a:lnTo>
                <a:cubicBezTo>
                  <a:pt x="783" y="426"/>
                  <a:pt x="763" y="451"/>
                  <a:pt x="784" y="477"/>
                </a:cubicBezTo>
                <a:cubicBezTo>
                  <a:pt x="789" y="484"/>
                  <a:pt x="798" y="489"/>
                  <a:pt x="810" y="494"/>
                </a:cubicBezTo>
                <a:lnTo>
                  <a:pt x="810" y="416"/>
                </a:lnTo>
                <a:close/>
                <a:moveTo>
                  <a:pt x="1004" y="447"/>
                </a:moveTo>
                <a:lnTo>
                  <a:pt x="1004" y="447"/>
                </a:lnTo>
                <a:lnTo>
                  <a:pt x="892" y="464"/>
                </a:lnTo>
                <a:cubicBezTo>
                  <a:pt x="883" y="440"/>
                  <a:pt x="877" y="430"/>
                  <a:pt x="854" y="418"/>
                </a:cubicBezTo>
                <a:lnTo>
                  <a:pt x="854" y="505"/>
                </a:lnTo>
                <a:cubicBezTo>
                  <a:pt x="916" y="521"/>
                  <a:pt x="956" y="539"/>
                  <a:pt x="977" y="557"/>
                </a:cubicBezTo>
                <a:cubicBezTo>
                  <a:pt x="1043" y="616"/>
                  <a:pt x="1024" y="719"/>
                  <a:pt x="953" y="765"/>
                </a:cubicBezTo>
                <a:cubicBezTo>
                  <a:pt x="925" y="783"/>
                  <a:pt x="892" y="791"/>
                  <a:pt x="854" y="792"/>
                </a:cubicBezTo>
                <a:lnTo>
                  <a:pt x="854" y="849"/>
                </a:lnTo>
                <a:lnTo>
                  <a:pt x="810" y="849"/>
                </a:lnTo>
                <a:lnTo>
                  <a:pt x="810" y="792"/>
                </a:lnTo>
                <a:cubicBezTo>
                  <a:pt x="720" y="784"/>
                  <a:pt x="660" y="750"/>
                  <a:pt x="643" y="658"/>
                </a:cubicBezTo>
                <a:lnTo>
                  <a:pt x="765" y="644"/>
                </a:lnTo>
                <a:cubicBezTo>
                  <a:pt x="772" y="677"/>
                  <a:pt x="779" y="695"/>
                  <a:pt x="810" y="710"/>
                </a:cubicBezTo>
                <a:lnTo>
                  <a:pt x="810" y="604"/>
                </a:lnTo>
                <a:cubicBezTo>
                  <a:pt x="770" y="593"/>
                  <a:pt x="741" y="583"/>
                  <a:pt x="724" y="575"/>
                </a:cubicBezTo>
                <a:cubicBezTo>
                  <a:pt x="650" y="539"/>
                  <a:pt x="641" y="434"/>
                  <a:pt x="699" y="379"/>
                </a:cubicBezTo>
                <a:cubicBezTo>
                  <a:pt x="724" y="355"/>
                  <a:pt x="761" y="341"/>
                  <a:pt x="810" y="339"/>
                </a:cubicBezTo>
                <a:lnTo>
                  <a:pt x="810" y="309"/>
                </a:lnTo>
                <a:lnTo>
                  <a:pt x="854" y="309"/>
                </a:lnTo>
                <a:lnTo>
                  <a:pt x="854" y="339"/>
                </a:lnTo>
                <a:cubicBezTo>
                  <a:pt x="927" y="343"/>
                  <a:pt x="987" y="370"/>
                  <a:pt x="1004" y="44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ED7D3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858010" y="2331085"/>
            <a:ext cx="4204970" cy="58229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14000"/>
              </a:lnSpc>
            </a:pP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  <a:ea typeface="+mj-ea"/>
                <a:cs typeface="Arial" panose="020B0604020202090204" pitchFamily="34" charset="0"/>
              </a:rPr>
              <a:t>The user can demonstrate on a projector or computer, or print the presentation and make it </a:t>
            </a:r>
            <a:r>
              <a:rPr lang="en-US" altLang="zh-CN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  <a:ea typeface="+mj-ea"/>
                <a:cs typeface="Arial" panose="020B0604020202090204" pitchFamily="34" charset="0"/>
              </a:rPr>
              <a:t>film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90204" pitchFamily="34" charset="0"/>
              <a:ea typeface="+mj-ea"/>
              <a:cs typeface="Arial" panose="020B0604020202090204" pitchFamily="34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858010" y="3754755"/>
            <a:ext cx="4204970" cy="58229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14000"/>
              </a:lnSpc>
            </a:pP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  <a:ea typeface="+mj-ea"/>
                <a:cs typeface="Arial" panose="020B0604020202090204" pitchFamily="34" charset="0"/>
              </a:rPr>
              <a:t>The user can demonstrate on a projector or computer, or print the presentation and make it </a:t>
            </a:r>
            <a:r>
              <a:rPr lang="en-US" altLang="zh-CN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  <a:ea typeface="+mj-ea"/>
                <a:cs typeface="Arial" panose="020B0604020202090204" pitchFamily="34" charset="0"/>
              </a:rPr>
              <a:t>film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90204" pitchFamily="34" charset="0"/>
              <a:ea typeface="+mj-ea"/>
              <a:cs typeface="Arial" panose="020B0604020202090204" pitchFamily="3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852930" y="5302250"/>
            <a:ext cx="4204970" cy="58229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14000"/>
              </a:lnSpc>
            </a:pP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  <a:ea typeface="+mj-ea"/>
                <a:cs typeface="Arial" panose="020B0604020202090204" pitchFamily="34" charset="0"/>
              </a:rPr>
              <a:t>The user can demonstrate on a projector or computer, or print the presentation and make it </a:t>
            </a:r>
            <a:r>
              <a:rPr lang="en-US" altLang="zh-CN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  <a:ea typeface="+mj-ea"/>
                <a:cs typeface="Arial" panose="020B0604020202090204" pitchFamily="34" charset="0"/>
              </a:rPr>
              <a:t>film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90204" pitchFamily="34" charset="0"/>
              <a:ea typeface="+mj-ea"/>
              <a:cs typeface="Arial" panose="020B060402020209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890510" y="2331085"/>
            <a:ext cx="4204970" cy="58229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14000"/>
              </a:lnSpc>
            </a:pP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  <a:ea typeface="+mj-ea"/>
                <a:cs typeface="Arial" panose="020B0604020202090204" pitchFamily="34" charset="0"/>
              </a:rPr>
              <a:t>The user can demonstrate on a projector or computer, or print the presentation and make it </a:t>
            </a:r>
            <a:r>
              <a:rPr lang="en-US" altLang="zh-CN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  <a:ea typeface="+mj-ea"/>
                <a:cs typeface="Arial" panose="020B0604020202090204" pitchFamily="34" charset="0"/>
              </a:rPr>
              <a:t>film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90204" pitchFamily="34" charset="0"/>
              <a:ea typeface="+mj-ea"/>
              <a:cs typeface="Arial" panose="020B060402020209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890510" y="3754755"/>
            <a:ext cx="4204970" cy="58229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14000"/>
              </a:lnSpc>
            </a:pP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  <a:ea typeface="+mj-ea"/>
                <a:cs typeface="Arial" panose="020B0604020202090204" pitchFamily="34" charset="0"/>
              </a:rPr>
              <a:t>The user can demonstrate on a projector or computer, or print the presentation and make it </a:t>
            </a:r>
            <a:r>
              <a:rPr lang="en-US" altLang="zh-CN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  <a:ea typeface="+mj-ea"/>
                <a:cs typeface="Arial" panose="020B0604020202090204" pitchFamily="34" charset="0"/>
              </a:rPr>
              <a:t>film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90204" pitchFamily="34" charset="0"/>
              <a:ea typeface="+mj-ea"/>
              <a:cs typeface="Arial" panose="020B0604020202090204" pitchFamily="34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885430" y="5302250"/>
            <a:ext cx="4204970" cy="58229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14000"/>
              </a:lnSpc>
            </a:pP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  <a:ea typeface="+mj-ea"/>
                <a:cs typeface="Arial" panose="020B0604020202090204" pitchFamily="34" charset="0"/>
              </a:rPr>
              <a:t>The user can demonstrate on a projector or computer, or print the presentation and make it </a:t>
            </a:r>
            <a:r>
              <a:rPr lang="en-US" altLang="zh-CN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  <a:ea typeface="+mj-ea"/>
                <a:cs typeface="Arial" panose="020B0604020202090204" pitchFamily="34" charset="0"/>
              </a:rPr>
              <a:t>film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90204" pitchFamily="34" charset="0"/>
              <a:ea typeface="+mj-ea"/>
              <a:cs typeface="Arial" panose="020B0604020202090204" pitchFamily="34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2241550" y="527050"/>
            <a:ext cx="501586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>
                <a:gradFill>
                  <a:gsLst>
                    <a:gs pos="0">
                      <a:srgbClr val="3A543B"/>
                    </a:gs>
                    <a:gs pos="100000">
                      <a:srgbClr val="AA9D67"/>
                    </a:gs>
                  </a:gsLst>
                  <a:lin ang="0" scaled="0"/>
                </a:gradFill>
                <a:latin typeface="Arial" panose="020B0604020202090204" pitchFamily="34" charset="0"/>
                <a:ea typeface="张海山锐线体2.0" panose="02000000000000000000" pitchFamily="2" charset="-122"/>
                <a:cs typeface="Arial" panose="020B0604020202090204" pitchFamily="34" charset="0"/>
              </a:rPr>
              <a:t>Title text addition</a:t>
            </a:r>
            <a:endParaRPr lang="en-US" altLang="zh-CN" sz="4400" b="1" dirty="0">
              <a:gradFill>
                <a:gsLst>
                  <a:gs pos="0">
                    <a:srgbClr val="3A543B"/>
                  </a:gs>
                  <a:gs pos="100000">
                    <a:srgbClr val="AA9D67"/>
                  </a:gs>
                </a:gsLst>
                <a:lin ang="0" scaled="0"/>
              </a:gradFill>
              <a:latin typeface="Arial" panose="020B0604020202090204" pitchFamily="34" charset="0"/>
              <a:ea typeface="张海山锐线体2.0" panose="02000000000000000000" pitchFamily="2" charset="-122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4E5E0"/>
            </a:gs>
            <a:gs pos="100000">
              <a:srgbClr val="F0F0F0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3"/>
          <p:cNvSpPr>
            <a:spLocks noChangeArrowheads="1"/>
          </p:cNvSpPr>
          <p:nvPr/>
        </p:nvSpPr>
        <p:spPr bwMode="auto">
          <a:xfrm rot="16200000" flipH="1">
            <a:off x="3468750" y="-2103914"/>
            <a:ext cx="1189584" cy="6089247"/>
          </a:xfrm>
          <a:prstGeom prst="rect">
            <a:avLst/>
          </a:prstGeom>
          <a:noFill/>
          <a:ln w="38100">
            <a:gradFill>
              <a:gsLst>
                <a:gs pos="0">
                  <a:srgbClr val="3A543B"/>
                </a:gs>
                <a:gs pos="100000">
                  <a:srgbClr val="AA9D67"/>
                </a:gs>
              </a:gsLst>
              <a:lin ang="5400000" scaled="1"/>
            </a:gra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 rot="5400000">
            <a:off x="2598761" y="-1180800"/>
            <a:ext cx="915746" cy="869424"/>
          </a:xfrm>
          <a:prstGeom prst="rect">
            <a:avLst/>
          </a:prstGeom>
          <a:solidFill>
            <a:srgbClr val="3A543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 bwMode="auto">
          <a:xfrm rot="5400000">
            <a:off x="3468185" y="-1180800"/>
            <a:ext cx="915746" cy="869424"/>
          </a:xfrm>
          <a:prstGeom prst="rect">
            <a:avLst/>
          </a:prstGeom>
          <a:solidFill>
            <a:srgbClr val="AA9D6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5" t="5898" r="33568" b="7130"/>
          <a:stretch>
            <a:fillRect/>
          </a:stretch>
        </p:blipFill>
        <p:spPr>
          <a:xfrm flipV="1">
            <a:off x="0" y="0"/>
            <a:ext cx="2325299" cy="1323385"/>
          </a:xfrm>
          <a:prstGeom prst="rect">
            <a:avLst/>
          </a:prstGeom>
        </p:spPr>
      </p:pic>
      <p:sp>
        <p:nvSpPr>
          <p:cNvPr id="9" name="Freeform 6"/>
          <p:cNvSpPr/>
          <p:nvPr/>
        </p:nvSpPr>
        <p:spPr bwMode="auto">
          <a:xfrm>
            <a:off x="1863948" y="2384106"/>
            <a:ext cx="1818239" cy="892783"/>
          </a:xfrm>
          <a:custGeom>
            <a:avLst/>
            <a:gdLst>
              <a:gd name="T0" fmla="*/ 2215516 w 702"/>
              <a:gd name="T1" fmla="*/ 545358 h 343"/>
              <a:gd name="T2" fmla="*/ 1934631 w 702"/>
              <a:gd name="T3" fmla="*/ 383653 h 343"/>
              <a:gd name="T4" fmla="*/ 1934631 w 702"/>
              <a:gd name="T5" fmla="*/ 152193 h 343"/>
              <a:gd name="T6" fmla="*/ 1783143 w 702"/>
              <a:gd name="T7" fmla="*/ 0 h 343"/>
              <a:gd name="T8" fmla="*/ 151488 w 702"/>
              <a:gd name="T9" fmla="*/ 0 h 343"/>
              <a:gd name="T10" fmla="*/ 0 w 702"/>
              <a:gd name="T11" fmla="*/ 152193 h 343"/>
              <a:gd name="T12" fmla="*/ 0 w 702"/>
              <a:gd name="T13" fmla="*/ 935353 h 343"/>
              <a:gd name="T14" fmla="*/ 151488 w 702"/>
              <a:gd name="T15" fmla="*/ 1087546 h 343"/>
              <a:gd name="T16" fmla="*/ 1783143 w 702"/>
              <a:gd name="T17" fmla="*/ 1087546 h 343"/>
              <a:gd name="T18" fmla="*/ 1934631 w 702"/>
              <a:gd name="T19" fmla="*/ 935353 h 343"/>
              <a:gd name="T20" fmla="*/ 1934631 w 702"/>
              <a:gd name="T21" fmla="*/ 703893 h 343"/>
              <a:gd name="T22" fmla="*/ 2215516 w 702"/>
              <a:gd name="T23" fmla="*/ 545358 h 34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702" h="343">
                <a:moveTo>
                  <a:pt x="702" y="172"/>
                </a:moveTo>
                <a:cubicBezTo>
                  <a:pt x="613" y="121"/>
                  <a:pt x="613" y="121"/>
                  <a:pt x="613" y="121"/>
                </a:cubicBezTo>
                <a:cubicBezTo>
                  <a:pt x="613" y="48"/>
                  <a:pt x="613" y="48"/>
                  <a:pt x="613" y="48"/>
                </a:cubicBezTo>
                <a:cubicBezTo>
                  <a:pt x="613" y="22"/>
                  <a:pt x="592" y="0"/>
                  <a:pt x="565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22" y="0"/>
                  <a:pt x="0" y="22"/>
                  <a:pt x="0" y="48"/>
                </a:cubicBezTo>
                <a:cubicBezTo>
                  <a:pt x="0" y="295"/>
                  <a:pt x="0" y="295"/>
                  <a:pt x="0" y="295"/>
                </a:cubicBezTo>
                <a:cubicBezTo>
                  <a:pt x="0" y="322"/>
                  <a:pt x="22" y="343"/>
                  <a:pt x="48" y="343"/>
                </a:cubicBezTo>
                <a:cubicBezTo>
                  <a:pt x="565" y="343"/>
                  <a:pt x="565" y="343"/>
                  <a:pt x="565" y="343"/>
                </a:cubicBezTo>
                <a:cubicBezTo>
                  <a:pt x="592" y="343"/>
                  <a:pt x="613" y="322"/>
                  <a:pt x="613" y="295"/>
                </a:cubicBezTo>
                <a:cubicBezTo>
                  <a:pt x="613" y="222"/>
                  <a:pt x="613" y="222"/>
                  <a:pt x="613" y="222"/>
                </a:cubicBezTo>
                <a:lnTo>
                  <a:pt x="702" y="172"/>
                </a:lnTo>
                <a:close/>
              </a:path>
            </a:pathLst>
          </a:custGeom>
          <a:solidFill>
            <a:srgbClr val="3A543B"/>
          </a:solidFill>
          <a:ln>
            <a:noFill/>
          </a:ln>
        </p:spPr>
        <p:txBody>
          <a:bodyPr/>
          <a:lstStyle/>
          <a:p>
            <a:endParaRPr lang="en-ID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2" name="Freeform 6"/>
          <p:cNvSpPr/>
          <p:nvPr/>
        </p:nvSpPr>
        <p:spPr bwMode="auto">
          <a:xfrm>
            <a:off x="1863948" y="3436496"/>
            <a:ext cx="1818239" cy="892783"/>
          </a:xfrm>
          <a:custGeom>
            <a:avLst/>
            <a:gdLst>
              <a:gd name="T0" fmla="*/ 2215516 w 702"/>
              <a:gd name="T1" fmla="*/ 545358 h 343"/>
              <a:gd name="T2" fmla="*/ 1934631 w 702"/>
              <a:gd name="T3" fmla="*/ 383653 h 343"/>
              <a:gd name="T4" fmla="*/ 1934631 w 702"/>
              <a:gd name="T5" fmla="*/ 152193 h 343"/>
              <a:gd name="T6" fmla="*/ 1783143 w 702"/>
              <a:gd name="T7" fmla="*/ 0 h 343"/>
              <a:gd name="T8" fmla="*/ 151488 w 702"/>
              <a:gd name="T9" fmla="*/ 0 h 343"/>
              <a:gd name="T10" fmla="*/ 0 w 702"/>
              <a:gd name="T11" fmla="*/ 152193 h 343"/>
              <a:gd name="T12" fmla="*/ 0 w 702"/>
              <a:gd name="T13" fmla="*/ 935353 h 343"/>
              <a:gd name="T14" fmla="*/ 151488 w 702"/>
              <a:gd name="T15" fmla="*/ 1087546 h 343"/>
              <a:gd name="T16" fmla="*/ 1783143 w 702"/>
              <a:gd name="T17" fmla="*/ 1087546 h 343"/>
              <a:gd name="T18" fmla="*/ 1934631 w 702"/>
              <a:gd name="T19" fmla="*/ 935353 h 343"/>
              <a:gd name="T20" fmla="*/ 1934631 w 702"/>
              <a:gd name="T21" fmla="*/ 703893 h 343"/>
              <a:gd name="T22" fmla="*/ 2215516 w 702"/>
              <a:gd name="T23" fmla="*/ 545358 h 34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702" h="343">
                <a:moveTo>
                  <a:pt x="702" y="172"/>
                </a:moveTo>
                <a:cubicBezTo>
                  <a:pt x="613" y="121"/>
                  <a:pt x="613" y="121"/>
                  <a:pt x="613" y="121"/>
                </a:cubicBezTo>
                <a:cubicBezTo>
                  <a:pt x="613" y="48"/>
                  <a:pt x="613" y="48"/>
                  <a:pt x="613" y="48"/>
                </a:cubicBezTo>
                <a:cubicBezTo>
                  <a:pt x="613" y="22"/>
                  <a:pt x="592" y="0"/>
                  <a:pt x="565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22" y="0"/>
                  <a:pt x="0" y="22"/>
                  <a:pt x="0" y="48"/>
                </a:cubicBezTo>
                <a:cubicBezTo>
                  <a:pt x="0" y="295"/>
                  <a:pt x="0" y="295"/>
                  <a:pt x="0" y="295"/>
                </a:cubicBezTo>
                <a:cubicBezTo>
                  <a:pt x="0" y="322"/>
                  <a:pt x="22" y="343"/>
                  <a:pt x="48" y="343"/>
                </a:cubicBezTo>
                <a:cubicBezTo>
                  <a:pt x="565" y="343"/>
                  <a:pt x="565" y="343"/>
                  <a:pt x="565" y="343"/>
                </a:cubicBezTo>
                <a:cubicBezTo>
                  <a:pt x="592" y="343"/>
                  <a:pt x="613" y="322"/>
                  <a:pt x="613" y="295"/>
                </a:cubicBezTo>
                <a:cubicBezTo>
                  <a:pt x="613" y="222"/>
                  <a:pt x="613" y="222"/>
                  <a:pt x="613" y="222"/>
                </a:cubicBezTo>
                <a:lnTo>
                  <a:pt x="702" y="172"/>
                </a:lnTo>
                <a:close/>
              </a:path>
            </a:pathLst>
          </a:custGeom>
          <a:solidFill>
            <a:srgbClr val="AA9D67"/>
          </a:solidFill>
          <a:ln>
            <a:noFill/>
          </a:ln>
        </p:spPr>
        <p:txBody>
          <a:bodyPr/>
          <a:lstStyle/>
          <a:p>
            <a:endParaRPr lang="en-ID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3" name="Freeform 6"/>
          <p:cNvSpPr/>
          <p:nvPr/>
        </p:nvSpPr>
        <p:spPr bwMode="auto">
          <a:xfrm>
            <a:off x="1863948" y="4521448"/>
            <a:ext cx="1818239" cy="892188"/>
          </a:xfrm>
          <a:custGeom>
            <a:avLst/>
            <a:gdLst>
              <a:gd name="T0" fmla="*/ 702 w 702"/>
              <a:gd name="T1" fmla="*/ 172 h 343"/>
              <a:gd name="T2" fmla="*/ 613 w 702"/>
              <a:gd name="T3" fmla="*/ 121 h 343"/>
              <a:gd name="T4" fmla="*/ 613 w 702"/>
              <a:gd name="T5" fmla="*/ 48 h 343"/>
              <a:gd name="T6" fmla="*/ 565 w 702"/>
              <a:gd name="T7" fmla="*/ 0 h 343"/>
              <a:gd name="T8" fmla="*/ 48 w 702"/>
              <a:gd name="T9" fmla="*/ 0 h 343"/>
              <a:gd name="T10" fmla="*/ 0 w 702"/>
              <a:gd name="T11" fmla="*/ 48 h 343"/>
              <a:gd name="T12" fmla="*/ 0 w 702"/>
              <a:gd name="T13" fmla="*/ 295 h 343"/>
              <a:gd name="T14" fmla="*/ 48 w 702"/>
              <a:gd name="T15" fmla="*/ 343 h 343"/>
              <a:gd name="T16" fmla="*/ 565 w 702"/>
              <a:gd name="T17" fmla="*/ 343 h 343"/>
              <a:gd name="T18" fmla="*/ 613 w 702"/>
              <a:gd name="T19" fmla="*/ 295 h 343"/>
              <a:gd name="T20" fmla="*/ 613 w 702"/>
              <a:gd name="T21" fmla="*/ 222 h 343"/>
              <a:gd name="T22" fmla="*/ 702 w 702"/>
              <a:gd name="T23" fmla="*/ 172 h 3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702" h="343">
                <a:moveTo>
                  <a:pt x="702" y="172"/>
                </a:moveTo>
                <a:cubicBezTo>
                  <a:pt x="613" y="121"/>
                  <a:pt x="613" y="121"/>
                  <a:pt x="613" y="121"/>
                </a:cubicBezTo>
                <a:cubicBezTo>
                  <a:pt x="613" y="48"/>
                  <a:pt x="613" y="48"/>
                  <a:pt x="613" y="48"/>
                </a:cubicBezTo>
                <a:cubicBezTo>
                  <a:pt x="613" y="22"/>
                  <a:pt x="592" y="0"/>
                  <a:pt x="565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22" y="0"/>
                  <a:pt x="0" y="22"/>
                  <a:pt x="0" y="48"/>
                </a:cubicBezTo>
                <a:cubicBezTo>
                  <a:pt x="0" y="295"/>
                  <a:pt x="0" y="295"/>
                  <a:pt x="0" y="295"/>
                </a:cubicBezTo>
                <a:cubicBezTo>
                  <a:pt x="0" y="322"/>
                  <a:pt x="22" y="343"/>
                  <a:pt x="48" y="343"/>
                </a:cubicBezTo>
                <a:cubicBezTo>
                  <a:pt x="565" y="343"/>
                  <a:pt x="565" y="343"/>
                  <a:pt x="565" y="343"/>
                </a:cubicBezTo>
                <a:cubicBezTo>
                  <a:pt x="592" y="343"/>
                  <a:pt x="613" y="322"/>
                  <a:pt x="613" y="295"/>
                </a:cubicBezTo>
                <a:cubicBezTo>
                  <a:pt x="613" y="222"/>
                  <a:pt x="613" y="222"/>
                  <a:pt x="613" y="222"/>
                </a:cubicBezTo>
                <a:lnTo>
                  <a:pt x="702" y="172"/>
                </a:lnTo>
                <a:close/>
              </a:path>
            </a:pathLst>
          </a:custGeom>
          <a:solidFill>
            <a:srgbClr val="3A543B"/>
          </a:solidFill>
          <a:ln>
            <a:noFill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4" name="Freeform 6"/>
          <p:cNvSpPr/>
          <p:nvPr/>
        </p:nvSpPr>
        <p:spPr bwMode="auto">
          <a:xfrm>
            <a:off x="1863948" y="5573838"/>
            <a:ext cx="1818239" cy="892188"/>
          </a:xfrm>
          <a:custGeom>
            <a:avLst/>
            <a:gdLst>
              <a:gd name="T0" fmla="*/ 702 w 702"/>
              <a:gd name="T1" fmla="*/ 172 h 343"/>
              <a:gd name="T2" fmla="*/ 613 w 702"/>
              <a:gd name="T3" fmla="*/ 121 h 343"/>
              <a:gd name="T4" fmla="*/ 613 w 702"/>
              <a:gd name="T5" fmla="*/ 48 h 343"/>
              <a:gd name="T6" fmla="*/ 565 w 702"/>
              <a:gd name="T7" fmla="*/ 0 h 343"/>
              <a:gd name="T8" fmla="*/ 48 w 702"/>
              <a:gd name="T9" fmla="*/ 0 h 343"/>
              <a:gd name="T10" fmla="*/ 0 w 702"/>
              <a:gd name="T11" fmla="*/ 48 h 343"/>
              <a:gd name="T12" fmla="*/ 0 w 702"/>
              <a:gd name="T13" fmla="*/ 295 h 343"/>
              <a:gd name="T14" fmla="*/ 48 w 702"/>
              <a:gd name="T15" fmla="*/ 343 h 343"/>
              <a:gd name="T16" fmla="*/ 565 w 702"/>
              <a:gd name="T17" fmla="*/ 343 h 343"/>
              <a:gd name="T18" fmla="*/ 613 w 702"/>
              <a:gd name="T19" fmla="*/ 295 h 343"/>
              <a:gd name="T20" fmla="*/ 613 w 702"/>
              <a:gd name="T21" fmla="*/ 222 h 343"/>
              <a:gd name="T22" fmla="*/ 702 w 702"/>
              <a:gd name="T23" fmla="*/ 172 h 3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702" h="343">
                <a:moveTo>
                  <a:pt x="702" y="172"/>
                </a:moveTo>
                <a:cubicBezTo>
                  <a:pt x="613" y="121"/>
                  <a:pt x="613" y="121"/>
                  <a:pt x="613" y="121"/>
                </a:cubicBezTo>
                <a:cubicBezTo>
                  <a:pt x="613" y="48"/>
                  <a:pt x="613" y="48"/>
                  <a:pt x="613" y="48"/>
                </a:cubicBezTo>
                <a:cubicBezTo>
                  <a:pt x="613" y="22"/>
                  <a:pt x="592" y="0"/>
                  <a:pt x="565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22" y="0"/>
                  <a:pt x="0" y="22"/>
                  <a:pt x="0" y="48"/>
                </a:cubicBezTo>
                <a:cubicBezTo>
                  <a:pt x="0" y="295"/>
                  <a:pt x="0" y="295"/>
                  <a:pt x="0" y="295"/>
                </a:cubicBezTo>
                <a:cubicBezTo>
                  <a:pt x="0" y="322"/>
                  <a:pt x="22" y="343"/>
                  <a:pt x="48" y="343"/>
                </a:cubicBezTo>
                <a:cubicBezTo>
                  <a:pt x="565" y="343"/>
                  <a:pt x="565" y="343"/>
                  <a:pt x="565" y="343"/>
                </a:cubicBezTo>
                <a:cubicBezTo>
                  <a:pt x="592" y="343"/>
                  <a:pt x="613" y="322"/>
                  <a:pt x="613" y="295"/>
                </a:cubicBezTo>
                <a:cubicBezTo>
                  <a:pt x="613" y="222"/>
                  <a:pt x="613" y="222"/>
                  <a:pt x="613" y="222"/>
                </a:cubicBezTo>
                <a:lnTo>
                  <a:pt x="702" y="172"/>
                </a:lnTo>
                <a:close/>
              </a:path>
            </a:pathLst>
          </a:custGeom>
          <a:solidFill>
            <a:srgbClr val="AA9D67"/>
          </a:solidFill>
          <a:ln>
            <a:noFill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5" name="Rectangle 12"/>
          <p:cNvSpPr/>
          <p:nvPr/>
        </p:nvSpPr>
        <p:spPr>
          <a:xfrm>
            <a:off x="2796512" y="2483080"/>
            <a:ext cx="462375" cy="830997"/>
          </a:xfrm>
          <a:prstGeom prst="rect">
            <a:avLst/>
          </a:prstGeom>
        </p:spPr>
        <p:txBody>
          <a:bodyPr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dirty="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S</a:t>
            </a:r>
            <a:endParaRPr lang="en-US" sz="4800" dirty="0">
              <a:solidFill>
                <a:schemeClr val="bg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796512" y="3614270"/>
            <a:ext cx="462375" cy="830997"/>
          </a:xfrm>
          <a:prstGeom prst="rect">
            <a:avLst/>
          </a:prstGeom>
        </p:spPr>
        <p:txBody>
          <a:bodyPr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dirty="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W</a:t>
            </a:r>
            <a:endParaRPr lang="en-US" sz="4800" dirty="0">
              <a:solidFill>
                <a:schemeClr val="bg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7" name="Rectangle 18"/>
          <p:cNvSpPr/>
          <p:nvPr/>
        </p:nvSpPr>
        <p:spPr>
          <a:xfrm>
            <a:off x="2796512" y="4639308"/>
            <a:ext cx="462375" cy="830997"/>
          </a:xfrm>
          <a:prstGeom prst="rect">
            <a:avLst/>
          </a:prstGeom>
        </p:spPr>
        <p:txBody>
          <a:bodyPr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dirty="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o</a:t>
            </a:r>
            <a:endParaRPr lang="en-US" sz="4800" dirty="0">
              <a:solidFill>
                <a:schemeClr val="bg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8" name="Rectangle 20"/>
          <p:cNvSpPr/>
          <p:nvPr/>
        </p:nvSpPr>
        <p:spPr>
          <a:xfrm>
            <a:off x="2796512" y="5698212"/>
            <a:ext cx="462375" cy="830997"/>
          </a:xfrm>
          <a:prstGeom prst="rect">
            <a:avLst/>
          </a:prstGeom>
        </p:spPr>
        <p:txBody>
          <a:bodyPr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dirty="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t</a:t>
            </a:r>
            <a:endParaRPr lang="en-US" sz="4800" dirty="0">
              <a:solidFill>
                <a:schemeClr val="bg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cxnSp>
        <p:nvCxnSpPr>
          <p:cNvPr id="19" name="Straight Connector 3"/>
          <p:cNvCxnSpPr/>
          <p:nvPr/>
        </p:nvCxnSpPr>
        <p:spPr>
          <a:xfrm>
            <a:off x="2635006" y="2515654"/>
            <a:ext cx="0" cy="591318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21"/>
          <p:cNvCxnSpPr/>
          <p:nvPr/>
        </p:nvCxnSpPr>
        <p:spPr>
          <a:xfrm>
            <a:off x="2635006" y="3587582"/>
            <a:ext cx="0" cy="590015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2"/>
          <p:cNvCxnSpPr/>
          <p:nvPr/>
        </p:nvCxnSpPr>
        <p:spPr>
          <a:xfrm>
            <a:off x="2635006" y="4672534"/>
            <a:ext cx="0" cy="590016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3"/>
          <p:cNvCxnSpPr/>
          <p:nvPr/>
        </p:nvCxnSpPr>
        <p:spPr>
          <a:xfrm>
            <a:off x="2635006" y="5743158"/>
            <a:ext cx="0" cy="591318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reeform 84"/>
          <p:cNvSpPr/>
          <p:nvPr/>
        </p:nvSpPr>
        <p:spPr bwMode="auto">
          <a:xfrm>
            <a:off x="2068435" y="2619851"/>
            <a:ext cx="380319" cy="403764"/>
          </a:xfrm>
          <a:custGeom>
            <a:avLst/>
            <a:gdLst>
              <a:gd name="T0" fmla="*/ 446066 w 178"/>
              <a:gd name="T1" fmla="*/ 300221 h 188"/>
              <a:gd name="T2" fmla="*/ 383460 w 178"/>
              <a:gd name="T3" fmla="*/ 224513 h 188"/>
              <a:gd name="T4" fmla="*/ 297377 w 178"/>
              <a:gd name="T5" fmla="*/ 248009 h 188"/>
              <a:gd name="T6" fmla="*/ 247814 w 178"/>
              <a:gd name="T7" fmla="*/ 289778 h 188"/>
              <a:gd name="T8" fmla="*/ 198252 w 178"/>
              <a:gd name="T9" fmla="*/ 287168 h 188"/>
              <a:gd name="T10" fmla="*/ 159123 w 178"/>
              <a:gd name="T11" fmla="*/ 302832 h 188"/>
              <a:gd name="T12" fmla="*/ 174774 w 178"/>
              <a:gd name="T13" fmla="*/ 255840 h 188"/>
              <a:gd name="T14" fmla="*/ 213903 w 178"/>
              <a:gd name="T15" fmla="*/ 133141 h 188"/>
              <a:gd name="T16" fmla="*/ 247814 w 178"/>
              <a:gd name="T17" fmla="*/ 127920 h 188"/>
              <a:gd name="T18" fmla="*/ 292160 w 178"/>
              <a:gd name="T19" fmla="*/ 109646 h 188"/>
              <a:gd name="T20" fmla="*/ 294769 w 178"/>
              <a:gd name="T21" fmla="*/ 91372 h 188"/>
              <a:gd name="T22" fmla="*/ 310420 w 178"/>
              <a:gd name="T23" fmla="*/ 75708 h 188"/>
              <a:gd name="T24" fmla="*/ 294769 w 178"/>
              <a:gd name="T25" fmla="*/ 31327 h 188"/>
              <a:gd name="T26" fmla="*/ 263466 w 178"/>
              <a:gd name="T27" fmla="*/ 0 h 188"/>
              <a:gd name="T28" fmla="*/ 187817 w 178"/>
              <a:gd name="T29" fmla="*/ 33938 h 188"/>
              <a:gd name="T30" fmla="*/ 146080 w 178"/>
              <a:gd name="T31" fmla="*/ 73097 h 188"/>
              <a:gd name="T32" fmla="*/ 99126 w 178"/>
              <a:gd name="T33" fmla="*/ 151416 h 188"/>
              <a:gd name="T34" fmla="*/ 2609 w 178"/>
              <a:gd name="T35" fmla="*/ 336770 h 188"/>
              <a:gd name="T36" fmla="*/ 26086 w 178"/>
              <a:gd name="T37" fmla="*/ 454247 h 188"/>
              <a:gd name="T38" fmla="*/ 46954 w 178"/>
              <a:gd name="T39" fmla="*/ 488185 h 188"/>
              <a:gd name="T40" fmla="*/ 146080 w 178"/>
              <a:gd name="T41" fmla="*/ 462079 h 188"/>
              <a:gd name="T42" fmla="*/ 284334 w 178"/>
              <a:gd name="T43" fmla="*/ 454247 h 188"/>
              <a:gd name="T44" fmla="*/ 292160 w 178"/>
              <a:gd name="T45" fmla="*/ 451637 h 188"/>
              <a:gd name="T46" fmla="*/ 349549 w 178"/>
              <a:gd name="T47" fmla="*/ 415088 h 188"/>
              <a:gd name="T48" fmla="*/ 435632 w 178"/>
              <a:gd name="T49" fmla="*/ 396814 h 188"/>
              <a:gd name="T50" fmla="*/ 396503 w 178"/>
              <a:gd name="T51" fmla="*/ 409867 h 188"/>
              <a:gd name="T52" fmla="*/ 443457 w 178"/>
              <a:gd name="T53" fmla="*/ 430752 h 188"/>
              <a:gd name="T54" fmla="*/ 446066 w 178"/>
              <a:gd name="T55" fmla="*/ 300221 h 188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0" t="0" r="r" b="b"/>
            <a:pathLst>
              <a:path w="178" h="188">
                <a:moveTo>
                  <a:pt x="171" y="115"/>
                </a:moveTo>
                <a:cubicBezTo>
                  <a:pt x="165" y="98"/>
                  <a:pt x="151" y="86"/>
                  <a:pt x="147" y="86"/>
                </a:cubicBezTo>
                <a:cubicBezTo>
                  <a:pt x="144" y="86"/>
                  <a:pt x="125" y="89"/>
                  <a:pt x="114" y="95"/>
                </a:cubicBezTo>
                <a:cubicBezTo>
                  <a:pt x="103" y="101"/>
                  <a:pt x="95" y="111"/>
                  <a:pt x="95" y="111"/>
                </a:cubicBezTo>
                <a:cubicBezTo>
                  <a:pt x="95" y="111"/>
                  <a:pt x="87" y="109"/>
                  <a:pt x="76" y="110"/>
                </a:cubicBezTo>
                <a:cubicBezTo>
                  <a:pt x="70" y="110"/>
                  <a:pt x="61" y="116"/>
                  <a:pt x="61" y="116"/>
                </a:cubicBezTo>
                <a:cubicBezTo>
                  <a:pt x="61" y="116"/>
                  <a:pt x="66" y="105"/>
                  <a:pt x="67" y="98"/>
                </a:cubicBezTo>
                <a:cubicBezTo>
                  <a:pt x="69" y="79"/>
                  <a:pt x="72" y="56"/>
                  <a:pt x="82" y="51"/>
                </a:cubicBezTo>
                <a:cubicBezTo>
                  <a:pt x="84" y="49"/>
                  <a:pt x="92" y="50"/>
                  <a:pt x="95" y="49"/>
                </a:cubicBezTo>
                <a:cubicBezTo>
                  <a:pt x="98" y="49"/>
                  <a:pt x="109" y="42"/>
                  <a:pt x="112" y="42"/>
                </a:cubicBezTo>
                <a:cubicBezTo>
                  <a:pt x="115" y="41"/>
                  <a:pt x="113" y="35"/>
                  <a:pt x="113" y="35"/>
                </a:cubicBezTo>
                <a:cubicBezTo>
                  <a:pt x="113" y="35"/>
                  <a:pt x="115" y="31"/>
                  <a:pt x="119" y="29"/>
                </a:cubicBezTo>
                <a:cubicBezTo>
                  <a:pt x="123" y="26"/>
                  <a:pt x="118" y="18"/>
                  <a:pt x="113" y="12"/>
                </a:cubicBezTo>
                <a:cubicBezTo>
                  <a:pt x="110" y="9"/>
                  <a:pt x="103" y="0"/>
                  <a:pt x="101" y="0"/>
                </a:cubicBezTo>
                <a:cubicBezTo>
                  <a:pt x="99" y="0"/>
                  <a:pt x="80" y="10"/>
                  <a:pt x="72" y="13"/>
                </a:cubicBezTo>
                <a:cubicBezTo>
                  <a:pt x="60" y="17"/>
                  <a:pt x="57" y="24"/>
                  <a:pt x="56" y="28"/>
                </a:cubicBezTo>
                <a:cubicBezTo>
                  <a:pt x="56" y="28"/>
                  <a:pt x="45" y="46"/>
                  <a:pt x="38" y="58"/>
                </a:cubicBezTo>
                <a:cubicBezTo>
                  <a:pt x="24" y="81"/>
                  <a:pt x="1" y="105"/>
                  <a:pt x="1" y="129"/>
                </a:cubicBezTo>
                <a:cubicBezTo>
                  <a:pt x="0" y="153"/>
                  <a:pt x="9" y="161"/>
                  <a:pt x="10" y="174"/>
                </a:cubicBezTo>
                <a:cubicBezTo>
                  <a:pt x="11" y="186"/>
                  <a:pt x="13" y="186"/>
                  <a:pt x="18" y="187"/>
                </a:cubicBezTo>
                <a:cubicBezTo>
                  <a:pt x="23" y="188"/>
                  <a:pt x="36" y="180"/>
                  <a:pt x="56" y="177"/>
                </a:cubicBezTo>
                <a:cubicBezTo>
                  <a:pt x="75" y="175"/>
                  <a:pt x="99" y="177"/>
                  <a:pt x="109" y="174"/>
                </a:cubicBezTo>
                <a:cubicBezTo>
                  <a:pt x="110" y="173"/>
                  <a:pt x="111" y="173"/>
                  <a:pt x="112" y="173"/>
                </a:cubicBezTo>
                <a:cubicBezTo>
                  <a:pt x="120" y="169"/>
                  <a:pt x="126" y="164"/>
                  <a:pt x="134" y="159"/>
                </a:cubicBezTo>
                <a:cubicBezTo>
                  <a:pt x="152" y="146"/>
                  <a:pt x="167" y="152"/>
                  <a:pt x="167" y="152"/>
                </a:cubicBezTo>
                <a:cubicBezTo>
                  <a:pt x="167" y="152"/>
                  <a:pt x="159" y="153"/>
                  <a:pt x="152" y="157"/>
                </a:cubicBezTo>
                <a:cubicBezTo>
                  <a:pt x="160" y="160"/>
                  <a:pt x="170" y="165"/>
                  <a:pt x="170" y="165"/>
                </a:cubicBezTo>
                <a:cubicBezTo>
                  <a:pt x="170" y="165"/>
                  <a:pt x="178" y="138"/>
                  <a:pt x="171" y="11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D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4" name="Freeform 41"/>
          <p:cNvSpPr>
            <a:spLocks noEditPoints="1"/>
          </p:cNvSpPr>
          <p:nvPr/>
        </p:nvSpPr>
        <p:spPr bwMode="auto">
          <a:xfrm>
            <a:off x="2098391" y="4761101"/>
            <a:ext cx="320406" cy="416788"/>
          </a:xfrm>
          <a:custGeom>
            <a:avLst/>
            <a:gdLst>
              <a:gd name="T0" fmla="*/ 343988 w 148"/>
              <a:gd name="T1" fmla="*/ 297219 h 191"/>
              <a:gd name="T2" fmla="*/ 391617 w 148"/>
              <a:gd name="T3" fmla="*/ 177801 h 191"/>
              <a:gd name="T4" fmla="*/ 216977 w 148"/>
              <a:gd name="T5" fmla="*/ 0 h 191"/>
              <a:gd name="T6" fmla="*/ 119073 w 148"/>
              <a:gd name="T7" fmla="*/ 31845 h 191"/>
              <a:gd name="T8" fmla="*/ 116427 w 148"/>
              <a:gd name="T9" fmla="*/ 31845 h 191"/>
              <a:gd name="T10" fmla="*/ 113781 w 148"/>
              <a:gd name="T11" fmla="*/ 34499 h 191"/>
              <a:gd name="T12" fmla="*/ 74090 w 148"/>
              <a:gd name="T13" fmla="*/ 74305 h 191"/>
              <a:gd name="T14" fmla="*/ 44983 w 148"/>
              <a:gd name="T15" fmla="*/ 140648 h 191"/>
              <a:gd name="T16" fmla="*/ 52921 w 148"/>
              <a:gd name="T17" fmla="*/ 196377 h 191"/>
              <a:gd name="T18" fmla="*/ 5292 w 148"/>
              <a:gd name="T19" fmla="*/ 268028 h 191"/>
              <a:gd name="T20" fmla="*/ 18522 w 148"/>
              <a:gd name="T21" fmla="*/ 291912 h 191"/>
              <a:gd name="T22" fmla="*/ 47629 w 148"/>
              <a:gd name="T23" fmla="*/ 291912 h 191"/>
              <a:gd name="T24" fmla="*/ 50275 w 148"/>
              <a:gd name="T25" fmla="*/ 313142 h 191"/>
              <a:gd name="T26" fmla="*/ 58213 w 148"/>
              <a:gd name="T27" fmla="*/ 323757 h 191"/>
              <a:gd name="T28" fmla="*/ 52921 w 148"/>
              <a:gd name="T29" fmla="*/ 342333 h 191"/>
              <a:gd name="T30" fmla="*/ 66152 w 148"/>
              <a:gd name="T31" fmla="*/ 352948 h 191"/>
              <a:gd name="T32" fmla="*/ 92612 w 148"/>
              <a:gd name="T33" fmla="*/ 403369 h 191"/>
              <a:gd name="T34" fmla="*/ 116427 w 148"/>
              <a:gd name="T35" fmla="*/ 400715 h 191"/>
              <a:gd name="T36" fmla="*/ 134949 w 148"/>
              <a:gd name="T37" fmla="*/ 398062 h 191"/>
              <a:gd name="T38" fmla="*/ 158764 w 148"/>
              <a:gd name="T39" fmla="*/ 421945 h 191"/>
              <a:gd name="T40" fmla="*/ 153472 w 148"/>
              <a:gd name="T41" fmla="*/ 453790 h 191"/>
              <a:gd name="T42" fmla="*/ 129657 w 148"/>
              <a:gd name="T43" fmla="*/ 506865 h 191"/>
              <a:gd name="T44" fmla="*/ 235499 w 148"/>
              <a:gd name="T45" fmla="*/ 453790 h 191"/>
              <a:gd name="T46" fmla="*/ 346634 w 148"/>
              <a:gd name="T47" fmla="*/ 432560 h 191"/>
              <a:gd name="T48" fmla="*/ 343988 w 148"/>
              <a:gd name="T49" fmla="*/ 297219 h 191"/>
              <a:gd name="T50" fmla="*/ 275190 w 148"/>
              <a:gd name="T51" fmla="*/ 201685 h 191"/>
              <a:gd name="T52" fmla="*/ 267252 w 148"/>
              <a:gd name="T53" fmla="*/ 191070 h 191"/>
              <a:gd name="T54" fmla="*/ 185224 w 148"/>
              <a:gd name="T55" fmla="*/ 302527 h 191"/>
              <a:gd name="T56" fmla="*/ 201101 w 148"/>
              <a:gd name="T57" fmla="*/ 206992 h 191"/>
              <a:gd name="T58" fmla="*/ 166702 w 148"/>
              <a:gd name="T59" fmla="*/ 206992 h 191"/>
              <a:gd name="T60" fmla="*/ 179932 w 148"/>
              <a:gd name="T61" fmla="*/ 156571 h 191"/>
              <a:gd name="T62" fmla="*/ 164056 w 148"/>
              <a:gd name="T63" fmla="*/ 156571 h 191"/>
              <a:gd name="T64" fmla="*/ 129657 w 148"/>
              <a:gd name="T65" fmla="*/ 58382 h 191"/>
              <a:gd name="T66" fmla="*/ 129657 w 148"/>
              <a:gd name="T67" fmla="*/ 55729 h 191"/>
              <a:gd name="T68" fmla="*/ 129657 w 148"/>
              <a:gd name="T69" fmla="*/ 55729 h 191"/>
              <a:gd name="T70" fmla="*/ 129657 w 148"/>
              <a:gd name="T71" fmla="*/ 55729 h 191"/>
              <a:gd name="T72" fmla="*/ 132303 w 148"/>
              <a:gd name="T73" fmla="*/ 55729 h 191"/>
              <a:gd name="T74" fmla="*/ 216977 w 148"/>
              <a:gd name="T75" fmla="*/ 29191 h 191"/>
              <a:gd name="T76" fmla="*/ 357218 w 148"/>
              <a:gd name="T77" fmla="*/ 127380 h 191"/>
              <a:gd name="T78" fmla="*/ 357218 w 148"/>
              <a:gd name="T79" fmla="*/ 185762 h 191"/>
              <a:gd name="T80" fmla="*/ 275190 w 148"/>
              <a:gd name="T81" fmla="*/ 201685 h 191"/>
              <a:gd name="T82" fmla="*/ 238145 w 148"/>
              <a:gd name="T83" fmla="*/ 161878 h 191"/>
              <a:gd name="T84" fmla="*/ 272544 w 148"/>
              <a:gd name="T85" fmla="*/ 161878 h 191"/>
              <a:gd name="T86" fmla="*/ 198455 w 148"/>
              <a:gd name="T87" fmla="*/ 270682 h 191"/>
              <a:gd name="T88" fmla="*/ 214331 w 148"/>
              <a:gd name="T89" fmla="*/ 196377 h 191"/>
              <a:gd name="T90" fmla="*/ 179932 w 148"/>
              <a:gd name="T91" fmla="*/ 196377 h 191"/>
              <a:gd name="T92" fmla="*/ 201101 w 148"/>
              <a:gd name="T93" fmla="*/ 106150 h 191"/>
              <a:gd name="T94" fmla="*/ 256668 w 148"/>
              <a:gd name="T95" fmla="*/ 106150 h 191"/>
              <a:gd name="T96" fmla="*/ 238145 w 148"/>
              <a:gd name="T97" fmla="*/ 161878 h 191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148" h="191">
                <a:moveTo>
                  <a:pt x="130" y="112"/>
                </a:moveTo>
                <a:cubicBezTo>
                  <a:pt x="142" y="92"/>
                  <a:pt x="148" y="84"/>
                  <a:pt x="148" y="67"/>
                </a:cubicBezTo>
                <a:cubicBezTo>
                  <a:pt x="148" y="30"/>
                  <a:pt x="118" y="0"/>
                  <a:pt x="82" y="0"/>
                </a:cubicBezTo>
                <a:cubicBezTo>
                  <a:pt x="68" y="0"/>
                  <a:pt x="55" y="5"/>
                  <a:pt x="45" y="12"/>
                </a:cubicBezTo>
                <a:cubicBezTo>
                  <a:pt x="44" y="12"/>
                  <a:pt x="44" y="12"/>
                  <a:pt x="44" y="12"/>
                </a:cubicBezTo>
                <a:cubicBezTo>
                  <a:pt x="44" y="12"/>
                  <a:pt x="44" y="12"/>
                  <a:pt x="43" y="13"/>
                </a:cubicBezTo>
                <a:cubicBezTo>
                  <a:pt x="37" y="17"/>
                  <a:pt x="32" y="22"/>
                  <a:pt x="28" y="28"/>
                </a:cubicBezTo>
                <a:cubicBezTo>
                  <a:pt x="23" y="35"/>
                  <a:pt x="19" y="44"/>
                  <a:pt x="17" y="53"/>
                </a:cubicBezTo>
                <a:cubicBezTo>
                  <a:pt x="14" y="68"/>
                  <a:pt x="20" y="68"/>
                  <a:pt x="20" y="74"/>
                </a:cubicBezTo>
                <a:cubicBezTo>
                  <a:pt x="20" y="79"/>
                  <a:pt x="11" y="89"/>
                  <a:pt x="2" y="101"/>
                </a:cubicBezTo>
                <a:cubicBezTo>
                  <a:pt x="0" y="104"/>
                  <a:pt x="1" y="110"/>
                  <a:pt x="7" y="110"/>
                </a:cubicBezTo>
                <a:cubicBezTo>
                  <a:pt x="18" y="110"/>
                  <a:pt x="18" y="110"/>
                  <a:pt x="18" y="110"/>
                </a:cubicBezTo>
                <a:cubicBezTo>
                  <a:pt x="25" y="110"/>
                  <a:pt x="20" y="117"/>
                  <a:pt x="19" y="118"/>
                </a:cubicBezTo>
                <a:cubicBezTo>
                  <a:pt x="19" y="119"/>
                  <a:pt x="22" y="122"/>
                  <a:pt x="22" y="122"/>
                </a:cubicBezTo>
                <a:cubicBezTo>
                  <a:pt x="22" y="122"/>
                  <a:pt x="18" y="126"/>
                  <a:pt x="20" y="129"/>
                </a:cubicBezTo>
                <a:cubicBezTo>
                  <a:pt x="20" y="130"/>
                  <a:pt x="26" y="129"/>
                  <a:pt x="25" y="133"/>
                </a:cubicBezTo>
                <a:cubicBezTo>
                  <a:pt x="21" y="150"/>
                  <a:pt x="30" y="152"/>
                  <a:pt x="35" y="152"/>
                </a:cubicBezTo>
                <a:cubicBezTo>
                  <a:pt x="38" y="152"/>
                  <a:pt x="41" y="152"/>
                  <a:pt x="44" y="151"/>
                </a:cubicBezTo>
                <a:cubicBezTo>
                  <a:pt x="46" y="150"/>
                  <a:pt x="49" y="150"/>
                  <a:pt x="51" y="150"/>
                </a:cubicBezTo>
                <a:cubicBezTo>
                  <a:pt x="57" y="150"/>
                  <a:pt x="61" y="153"/>
                  <a:pt x="60" y="159"/>
                </a:cubicBezTo>
                <a:cubicBezTo>
                  <a:pt x="58" y="164"/>
                  <a:pt x="58" y="167"/>
                  <a:pt x="58" y="171"/>
                </a:cubicBezTo>
                <a:cubicBezTo>
                  <a:pt x="57" y="175"/>
                  <a:pt x="49" y="191"/>
                  <a:pt x="49" y="191"/>
                </a:cubicBezTo>
                <a:cubicBezTo>
                  <a:pt x="49" y="191"/>
                  <a:pt x="62" y="182"/>
                  <a:pt x="89" y="171"/>
                </a:cubicBezTo>
                <a:cubicBezTo>
                  <a:pt x="115" y="159"/>
                  <a:pt x="131" y="163"/>
                  <a:pt x="131" y="163"/>
                </a:cubicBezTo>
                <a:cubicBezTo>
                  <a:pt x="131" y="163"/>
                  <a:pt x="118" y="132"/>
                  <a:pt x="130" y="112"/>
                </a:cubicBezTo>
                <a:close/>
                <a:moveTo>
                  <a:pt x="104" y="76"/>
                </a:moveTo>
                <a:cubicBezTo>
                  <a:pt x="103" y="75"/>
                  <a:pt x="102" y="73"/>
                  <a:pt x="101" y="72"/>
                </a:cubicBezTo>
                <a:cubicBezTo>
                  <a:pt x="70" y="114"/>
                  <a:pt x="70" y="114"/>
                  <a:pt x="70" y="114"/>
                </a:cubicBezTo>
                <a:cubicBezTo>
                  <a:pt x="76" y="78"/>
                  <a:pt x="76" y="78"/>
                  <a:pt x="76" y="78"/>
                </a:cubicBezTo>
                <a:cubicBezTo>
                  <a:pt x="63" y="78"/>
                  <a:pt x="63" y="78"/>
                  <a:pt x="63" y="78"/>
                </a:cubicBezTo>
                <a:cubicBezTo>
                  <a:pt x="68" y="59"/>
                  <a:pt x="68" y="59"/>
                  <a:pt x="68" y="59"/>
                </a:cubicBezTo>
                <a:cubicBezTo>
                  <a:pt x="66" y="59"/>
                  <a:pt x="64" y="59"/>
                  <a:pt x="62" y="59"/>
                </a:cubicBezTo>
                <a:cubicBezTo>
                  <a:pt x="37" y="62"/>
                  <a:pt x="30" y="36"/>
                  <a:pt x="49" y="22"/>
                </a:cubicBezTo>
                <a:cubicBezTo>
                  <a:pt x="49" y="21"/>
                  <a:pt x="49" y="21"/>
                  <a:pt x="49" y="21"/>
                </a:cubicBezTo>
                <a:cubicBezTo>
                  <a:pt x="49" y="21"/>
                  <a:pt x="49" y="21"/>
                  <a:pt x="49" y="21"/>
                </a:cubicBezTo>
                <a:cubicBezTo>
                  <a:pt x="49" y="21"/>
                  <a:pt x="49" y="21"/>
                  <a:pt x="49" y="21"/>
                </a:cubicBezTo>
                <a:cubicBezTo>
                  <a:pt x="50" y="21"/>
                  <a:pt x="50" y="21"/>
                  <a:pt x="50" y="21"/>
                </a:cubicBezTo>
                <a:cubicBezTo>
                  <a:pt x="59" y="14"/>
                  <a:pt x="70" y="11"/>
                  <a:pt x="82" y="11"/>
                </a:cubicBezTo>
                <a:cubicBezTo>
                  <a:pt x="106" y="11"/>
                  <a:pt x="127" y="26"/>
                  <a:pt x="135" y="48"/>
                </a:cubicBezTo>
                <a:cubicBezTo>
                  <a:pt x="138" y="57"/>
                  <a:pt x="138" y="63"/>
                  <a:pt x="135" y="70"/>
                </a:cubicBezTo>
                <a:cubicBezTo>
                  <a:pt x="130" y="82"/>
                  <a:pt x="108" y="83"/>
                  <a:pt x="104" y="76"/>
                </a:cubicBezTo>
                <a:close/>
                <a:moveTo>
                  <a:pt x="90" y="61"/>
                </a:moveTo>
                <a:cubicBezTo>
                  <a:pt x="103" y="61"/>
                  <a:pt x="103" y="61"/>
                  <a:pt x="103" y="61"/>
                </a:cubicBezTo>
                <a:cubicBezTo>
                  <a:pt x="75" y="102"/>
                  <a:pt x="75" y="102"/>
                  <a:pt x="75" y="102"/>
                </a:cubicBezTo>
                <a:cubicBezTo>
                  <a:pt x="81" y="74"/>
                  <a:pt x="81" y="74"/>
                  <a:pt x="81" y="74"/>
                </a:cubicBezTo>
                <a:cubicBezTo>
                  <a:pt x="68" y="74"/>
                  <a:pt x="68" y="74"/>
                  <a:pt x="68" y="74"/>
                </a:cubicBezTo>
                <a:cubicBezTo>
                  <a:pt x="76" y="40"/>
                  <a:pt x="76" y="40"/>
                  <a:pt x="76" y="40"/>
                </a:cubicBezTo>
                <a:cubicBezTo>
                  <a:pt x="97" y="40"/>
                  <a:pt x="97" y="40"/>
                  <a:pt x="97" y="40"/>
                </a:cubicBezTo>
                <a:lnTo>
                  <a:pt x="90" y="6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D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5" name="Freeform 13"/>
          <p:cNvSpPr>
            <a:spLocks noEditPoints="1"/>
          </p:cNvSpPr>
          <p:nvPr/>
        </p:nvSpPr>
        <p:spPr bwMode="auto">
          <a:xfrm>
            <a:off x="2071040" y="5852565"/>
            <a:ext cx="375109" cy="355573"/>
          </a:xfrm>
          <a:custGeom>
            <a:avLst/>
            <a:gdLst>
              <a:gd name="T0" fmla="*/ 438635 w 268"/>
              <a:gd name="T1" fmla="*/ 400089 h 254"/>
              <a:gd name="T2" fmla="*/ 418154 w 268"/>
              <a:gd name="T3" fmla="*/ 400089 h 254"/>
              <a:gd name="T4" fmla="*/ 267960 w 268"/>
              <a:gd name="T5" fmla="*/ 35905 h 254"/>
              <a:gd name="T6" fmla="*/ 228705 w 268"/>
              <a:gd name="T7" fmla="*/ 0 h 254"/>
              <a:gd name="T8" fmla="*/ 189449 w 268"/>
              <a:gd name="T9" fmla="*/ 35905 h 254"/>
              <a:gd name="T10" fmla="*/ 39255 w 268"/>
              <a:gd name="T11" fmla="*/ 400089 h 254"/>
              <a:gd name="T12" fmla="*/ 18774 w 268"/>
              <a:gd name="T13" fmla="*/ 400089 h 254"/>
              <a:gd name="T14" fmla="*/ 0 w 268"/>
              <a:gd name="T15" fmla="*/ 417187 h 254"/>
              <a:gd name="T16" fmla="*/ 18774 w 268"/>
              <a:gd name="T17" fmla="*/ 434285 h 254"/>
              <a:gd name="T18" fmla="*/ 438635 w 268"/>
              <a:gd name="T19" fmla="*/ 434285 h 254"/>
              <a:gd name="T20" fmla="*/ 457409 w 268"/>
              <a:gd name="T21" fmla="*/ 417187 h 254"/>
              <a:gd name="T22" fmla="*/ 438635 w 268"/>
              <a:gd name="T23" fmla="*/ 400089 h 254"/>
              <a:gd name="T24" fmla="*/ 206517 w 268"/>
              <a:gd name="T25" fmla="*/ 44454 h 254"/>
              <a:gd name="T26" fmla="*/ 228705 w 268"/>
              <a:gd name="T27" fmla="*/ 18808 h 254"/>
              <a:gd name="T28" fmla="*/ 250892 w 268"/>
              <a:gd name="T29" fmla="*/ 44454 h 254"/>
              <a:gd name="T30" fmla="*/ 276494 w 268"/>
              <a:gd name="T31" fmla="*/ 107716 h 254"/>
              <a:gd name="T32" fmla="*/ 180916 w 268"/>
              <a:gd name="T33" fmla="*/ 107716 h 254"/>
              <a:gd name="T34" fmla="*/ 206517 w 268"/>
              <a:gd name="T35" fmla="*/ 44454 h 254"/>
              <a:gd name="T36" fmla="*/ 98992 w 268"/>
              <a:gd name="T37" fmla="*/ 304341 h 254"/>
              <a:gd name="T38" fmla="*/ 139954 w 268"/>
              <a:gd name="T39" fmla="*/ 205174 h 254"/>
              <a:gd name="T40" fmla="*/ 317456 w 268"/>
              <a:gd name="T41" fmla="*/ 205174 h 254"/>
              <a:gd name="T42" fmla="*/ 356711 w 268"/>
              <a:gd name="T43" fmla="*/ 304341 h 254"/>
              <a:gd name="T44" fmla="*/ 98992 w 268"/>
              <a:gd name="T45" fmla="*/ 304341 h 254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268" h="254">
                <a:moveTo>
                  <a:pt x="257" y="234"/>
                </a:moveTo>
                <a:cubicBezTo>
                  <a:pt x="245" y="234"/>
                  <a:pt x="245" y="234"/>
                  <a:pt x="245" y="234"/>
                </a:cubicBezTo>
                <a:cubicBezTo>
                  <a:pt x="157" y="21"/>
                  <a:pt x="157" y="21"/>
                  <a:pt x="157" y="21"/>
                </a:cubicBezTo>
                <a:cubicBezTo>
                  <a:pt x="149" y="3"/>
                  <a:pt x="139" y="0"/>
                  <a:pt x="134" y="0"/>
                </a:cubicBezTo>
                <a:cubicBezTo>
                  <a:pt x="128" y="0"/>
                  <a:pt x="118" y="3"/>
                  <a:pt x="111" y="21"/>
                </a:cubicBezTo>
                <a:cubicBezTo>
                  <a:pt x="23" y="234"/>
                  <a:pt x="23" y="234"/>
                  <a:pt x="23" y="234"/>
                </a:cubicBezTo>
                <a:cubicBezTo>
                  <a:pt x="11" y="234"/>
                  <a:pt x="11" y="234"/>
                  <a:pt x="11" y="234"/>
                </a:cubicBezTo>
                <a:cubicBezTo>
                  <a:pt x="5" y="234"/>
                  <a:pt x="0" y="238"/>
                  <a:pt x="0" y="244"/>
                </a:cubicBezTo>
                <a:cubicBezTo>
                  <a:pt x="0" y="249"/>
                  <a:pt x="5" y="254"/>
                  <a:pt x="11" y="254"/>
                </a:cubicBezTo>
                <a:cubicBezTo>
                  <a:pt x="257" y="254"/>
                  <a:pt x="257" y="254"/>
                  <a:pt x="257" y="254"/>
                </a:cubicBezTo>
                <a:cubicBezTo>
                  <a:pt x="263" y="254"/>
                  <a:pt x="268" y="249"/>
                  <a:pt x="268" y="244"/>
                </a:cubicBezTo>
                <a:cubicBezTo>
                  <a:pt x="268" y="238"/>
                  <a:pt x="263" y="234"/>
                  <a:pt x="257" y="234"/>
                </a:cubicBezTo>
                <a:close/>
                <a:moveTo>
                  <a:pt x="121" y="26"/>
                </a:moveTo>
                <a:cubicBezTo>
                  <a:pt x="125" y="17"/>
                  <a:pt x="130" y="11"/>
                  <a:pt x="134" y="11"/>
                </a:cubicBezTo>
                <a:cubicBezTo>
                  <a:pt x="138" y="11"/>
                  <a:pt x="143" y="17"/>
                  <a:pt x="147" y="26"/>
                </a:cubicBezTo>
                <a:cubicBezTo>
                  <a:pt x="162" y="63"/>
                  <a:pt x="162" y="63"/>
                  <a:pt x="162" y="63"/>
                </a:cubicBezTo>
                <a:cubicBezTo>
                  <a:pt x="106" y="63"/>
                  <a:pt x="106" y="63"/>
                  <a:pt x="106" y="63"/>
                </a:cubicBezTo>
                <a:lnTo>
                  <a:pt x="121" y="26"/>
                </a:lnTo>
                <a:close/>
                <a:moveTo>
                  <a:pt x="58" y="178"/>
                </a:moveTo>
                <a:cubicBezTo>
                  <a:pt x="82" y="120"/>
                  <a:pt x="82" y="120"/>
                  <a:pt x="82" y="120"/>
                </a:cubicBezTo>
                <a:cubicBezTo>
                  <a:pt x="186" y="120"/>
                  <a:pt x="186" y="120"/>
                  <a:pt x="186" y="120"/>
                </a:cubicBezTo>
                <a:cubicBezTo>
                  <a:pt x="209" y="178"/>
                  <a:pt x="209" y="178"/>
                  <a:pt x="209" y="178"/>
                </a:cubicBezTo>
                <a:lnTo>
                  <a:pt x="58" y="17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D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6" name="Freeform 20"/>
          <p:cNvSpPr>
            <a:spLocks noEditPoints="1"/>
          </p:cNvSpPr>
          <p:nvPr/>
        </p:nvSpPr>
        <p:spPr bwMode="auto">
          <a:xfrm>
            <a:off x="2051503" y="3764717"/>
            <a:ext cx="412881" cy="315196"/>
          </a:xfrm>
          <a:custGeom>
            <a:avLst/>
            <a:gdLst>
              <a:gd name="T0" fmla="*/ 502953 w 201"/>
              <a:gd name="T1" fmla="*/ 137789 h 153"/>
              <a:gd name="T2" fmla="*/ 472926 w 201"/>
              <a:gd name="T3" fmla="*/ 165346 h 153"/>
              <a:gd name="T4" fmla="*/ 460415 w 201"/>
              <a:gd name="T5" fmla="*/ 165346 h 153"/>
              <a:gd name="T6" fmla="*/ 482935 w 201"/>
              <a:gd name="T7" fmla="*/ 192904 h 153"/>
              <a:gd name="T8" fmla="*/ 452908 w 201"/>
              <a:gd name="T9" fmla="*/ 220462 h 153"/>
              <a:gd name="T10" fmla="*/ 340307 w 201"/>
              <a:gd name="T11" fmla="*/ 220462 h 153"/>
              <a:gd name="T12" fmla="*/ 357822 w 201"/>
              <a:gd name="T13" fmla="*/ 310651 h 153"/>
              <a:gd name="T14" fmla="*/ 332800 w 201"/>
              <a:gd name="T15" fmla="*/ 375787 h 153"/>
              <a:gd name="T16" fmla="*/ 302773 w 201"/>
              <a:gd name="T17" fmla="*/ 330693 h 153"/>
              <a:gd name="T18" fmla="*/ 252728 w 201"/>
              <a:gd name="T19" fmla="*/ 263051 h 153"/>
              <a:gd name="T20" fmla="*/ 197678 w 201"/>
              <a:gd name="T21" fmla="*/ 207936 h 153"/>
              <a:gd name="T22" fmla="*/ 162646 w 201"/>
              <a:gd name="T23" fmla="*/ 202925 h 153"/>
              <a:gd name="T24" fmla="*/ 147633 w 201"/>
              <a:gd name="T25" fmla="*/ 202925 h 153"/>
              <a:gd name="T26" fmla="*/ 147633 w 201"/>
              <a:gd name="T27" fmla="*/ 15031 h 153"/>
              <a:gd name="T28" fmla="*/ 177660 w 201"/>
              <a:gd name="T29" fmla="*/ 15031 h 153"/>
              <a:gd name="T30" fmla="*/ 215194 w 201"/>
              <a:gd name="T31" fmla="*/ 5010 h 153"/>
              <a:gd name="T32" fmla="*/ 240216 w 201"/>
              <a:gd name="T33" fmla="*/ 12526 h 153"/>
              <a:gd name="T34" fmla="*/ 312782 w 201"/>
              <a:gd name="T35" fmla="*/ 0 h 153"/>
              <a:gd name="T36" fmla="*/ 445401 w 201"/>
              <a:gd name="T37" fmla="*/ 0 h 153"/>
              <a:gd name="T38" fmla="*/ 475428 w 201"/>
              <a:gd name="T39" fmla="*/ 27558 h 153"/>
              <a:gd name="T40" fmla="*/ 452908 w 201"/>
              <a:gd name="T41" fmla="*/ 55115 h 153"/>
              <a:gd name="T42" fmla="*/ 465419 w 201"/>
              <a:gd name="T43" fmla="*/ 55115 h 153"/>
              <a:gd name="T44" fmla="*/ 495446 w 201"/>
              <a:gd name="T45" fmla="*/ 82673 h 153"/>
              <a:gd name="T46" fmla="*/ 470424 w 201"/>
              <a:gd name="T47" fmla="*/ 110231 h 153"/>
              <a:gd name="T48" fmla="*/ 472926 w 201"/>
              <a:gd name="T49" fmla="*/ 110231 h 153"/>
              <a:gd name="T50" fmla="*/ 502953 w 201"/>
              <a:gd name="T51" fmla="*/ 137789 h 153"/>
              <a:gd name="T52" fmla="*/ 0 w 201"/>
              <a:gd name="T53" fmla="*/ 2505 h 153"/>
              <a:gd name="T54" fmla="*/ 130117 w 201"/>
              <a:gd name="T55" fmla="*/ 2505 h 153"/>
              <a:gd name="T56" fmla="*/ 130117 w 201"/>
              <a:gd name="T57" fmla="*/ 258041 h 153"/>
              <a:gd name="T58" fmla="*/ 0 w 201"/>
              <a:gd name="T59" fmla="*/ 258041 h 153"/>
              <a:gd name="T60" fmla="*/ 0 w 201"/>
              <a:gd name="T61" fmla="*/ 2505 h 153"/>
              <a:gd name="T62" fmla="*/ 95086 w 201"/>
              <a:gd name="T63" fmla="*/ 57621 h 153"/>
              <a:gd name="T64" fmla="*/ 110099 w 201"/>
              <a:gd name="T65" fmla="*/ 42589 h 153"/>
              <a:gd name="T66" fmla="*/ 95086 w 201"/>
              <a:gd name="T67" fmla="*/ 25052 h 153"/>
              <a:gd name="T68" fmla="*/ 77570 w 201"/>
              <a:gd name="T69" fmla="*/ 42589 h 153"/>
              <a:gd name="T70" fmla="*/ 95086 w 201"/>
              <a:gd name="T71" fmla="*/ 57621 h 153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01" h="153">
                <a:moveTo>
                  <a:pt x="201" y="55"/>
                </a:moveTo>
                <a:cubicBezTo>
                  <a:pt x="201" y="61"/>
                  <a:pt x="196" y="66"/>
                  <a:pt x="189" y="66"/>
                </a:cubicBezTo>
                <a:cubicBezTo>
                  <a:pt x="184" y="66"/>
                  <a:pt x="184" y="66"/>
                  <a:pt x="184" y="66"/>
                </a:cubicBezTo>
                <a:cubicBezTo>
                  <a:pt x="189" y="67"/>
                  <a:pt x="193" y="71"/>
                  <a:pt x="193" y="77"/>
                </a:cubicBezTo>
                <a:cubicBezTo>
                  <a:pt x="193" y="83"/>
                  <a:pt x="188" y="88"/>
                  <a:pt x="181" y="88"/>
                </a:cubicBezTo>
                <a:cubicBezTo>
                  <a:pt x="136" y="88"/>
                  <a:pt x="136" y="88"/>
                  <a:pt x="136" y="88"/>
                </a:cubicBezTo>
                <a:cubicBezTo>
                  <a:pt x="130" y="95"/>
                  <a:pt x="141" y="105"/>
                  <a:pt x="143" y="124"/>
                </a:cubicBezTo>
                <a:cubicBezTo>
                  <a:pt x="144" y="135"/>
                  <a:pt x="143" y="146"/>
                  <a:pt x="133" y="150"/>
                </a:cubicBezTo>
                <a:cubicBezTo>
                  <a:pt x="123" y="153"/>
                  <a:pt x="124" y="139"/>
                  <a:pt x="121" y="132"/>
                </a:cubicBezTo>
                <a:cubicBezTo>
                  <a:pt x="115" y="118"/>
                  <a:pt x="105" y="112"/>
                  <a:pt x="101" y="105"/>
                </a:cubicBezTo>
                <a:cubicBezTo>
                  <a:pt x="96" y="99"/>
                  <a:pt x="86" y="87"/>
                  <a:pt x="79" y="83"/>
                </a:cubicBezTo>
                <a:cubicBezTo>
                  <a:pt x="75" y="81"/>
                  <a:pt x="69" y="81"/>
                  <a:pt x="65" y="81"/>
                </a:cubicBezTo>
                <a:cubicBezTo>
                  <a:pt x="59" y="81"/>
                  <a:pt x="59" y="81"/>
                  <a:pt x="59" y="81"/>
                </a:cubicBezTo>
                <a:cubicBezTo>
                  <a:pt x="59" y="6"/>
                  <a:pt x="59" y="6"/>
                  <a:pt x="59" y="6"/>
                </a:cubicBezTo>
                <a:cubicBezTo>
                  <a:pt x="71" y="6"/>
                  <a:pt x="71" y="6"/>
                  <a:pt x="71" y="6"/>
                </a:cubicBezTo>
                <a:cubicBezTo>
                  <a:pt x="75" y="6"/>
                  <a:pt x="82" y="2"/>
                  <a:pt x="86" y="2"/>
                </a:cubicBezTo>
                <a:cubicBezTo>
                  <a:pt x="90" y="2"/>
                  <a:pt x="91" y="5"/>
                  <a:pt x="96" y="5"/>
                </a:cubicBezTo>
                <a:cubicBezTo>
                  <a:pt x="102" y="5"/>
                  <a:pt x="118" y="0"/>
                  <a:pt x="125" y="0"/>
                </a:cubicBezTo>
                <a:cubicBezTo>
                  <a:pt x="178" y="0"/>
                  <a:pt x="178" y="0"/>
                  <a:pt x="178" y="0"/>
                </a:cubicBezTo>
                <a:cubicBezTo>
                  <a:pt x="185" y="0"/>
                  <a:pt x="190" y="5"/>
                  <a:pt x="190" y="11"/>
                </a:cubicBezTo>
                <a:cubicBezTo>
                  <a:pt x="190" y="16"/>
                  <a:pt x="186" y="21"/>
                  <a:pt x="181" y="22"/>
                </a:cubicBezTo>
                <a:cubicBezTo>
                  <a:pt x="186" y="22"/>
                  <a:pt x="186" y="22"/>
                  <a:pt x="186" y="22"/>
                </a:cubicBezTo>
                <a:cubicBezTo>
                  <a:pt x="192" y="22"/>
                  <a:pt x="198" y="27"/>
                  <a:pt x="198" y="33"/>
                </a:cubicBezTo>
                <a:cubicBezTo>
                  <a:pt x="198" y="38"/>
                  <a:pt x="194" y="42"/>
                  <a:pt x="188" y="44"/>
                </a:cubicBezTo>
                <a:cubicBezTo>
                  <a:pt x="189" y="44"/>
                  <a:pt x="189" y="44"/>
                  <a:pt x="189" y="44"/>
                </a:cubicBezTo>
                <a:cubicBezTo>
                  <a:pt x="196" y="44"/>
                  <a:pt x="201" y="49"/>
                  <a:pt x="201" y="55"/>
                </a:cubicBezTo>
                <a:moveTo>
                  <a:pt x="0" y="1"/>
                </a:moveTo>
                <a:cubicBezTo>
                  <a:pt x="52" y="1"/>
                  <a:pt x="52" y="1"/>
                  <a:pt x="52" y="1"/>
                </a:cubicBezTo>
                <a:cubicBezTo>
                  <a:pt x="52" y="103"/>
                  <a:pt x="52" y="103"/>
                  <a:pt x="52" y="103"/>
                </a:cubicBezTo>
                <a:cubicBezTo>
                  <a:pt x="0" y="103"/>
                  <a:pt x="0" y="103"/>
                  <a:pt x="0" y="103"/>
                </a:cubicBezTo>
                <a:lnTo>
                  <a:pt x="0" y="1"/>
                </a:lnTo>
                <a:close/>
                <a:moveTo>
                  <a:pt x="38" y="23"/>
                </a:moveTo>
                <a:cubicBezTo>
                  <a:pt x="41" y="23"/>
                  <a:pt x="44" y="20"/>
                  <a:pt x="44" y="17"/>
                </a:cubicBezTo>
                <a:cubicBezTo>
                  <a:pt x="44" y="13"/>
                  <a:pt x="41" y="10"/>
                  <a:pt x="38" y="10"/>
                </a:cubicBezTo>
                <a:cubicBezTo>
                  <a:pt x="34" y="10"/>
                  <a:pt x="31" y="13"/>
                  <a:pt x="31" y="17"/>
                </a:cubicBezTo>
                <a:cubicBezTo>
                  <a:pt x="31" y="20"/>
                  <a:pt x="34" y="23"/>
                  <a:pt x="38" y="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D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cxnSp>
        <p:nvCxnSpPr>
          <p:cNvPr id="27" name="Straight Connector 29"/>
          <p:cNvCxnSpPr/>
          <p:nvPr/>
        </p:nvCxnSpPr>
        <p:spPr>
          <a:xfrm>
            <a:off x="3682187" y="3436496"/>
            <a:ext cx="681839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30"/>
          <p:cNvCxnSpPr/>
          <p:nvPr/>
        </p:nvCxnSpPr>
        <p:spPr>
          <a:xfrm>
            <a:off x="3682187" y="4436788"/>
            <a:ext cx="681839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31"/>
          <p:cNvCxnSpPr/>
          <p:nvPr/>
        </p:nvCxnSpPr>
        <p:spPr>
          <a:xfrm>
            <a:off x="3682187" y="5506110"/>
            <a:ext cx="681839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32"/>
          <p:cNvCxnSpPr/>
          <p:nvPr/>
        </p:nvCxnSpPr>
        <p:spPr>
          <a:xfrm>
            <a:off x="3682187" y="6506402"/>
            <a:ext cx="681839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3783391" y="2644845"/>
            <a:ext cx="2398875" cy="38061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rPr>
              <a:t>Title text addition</a:t>
            </a:r>
            <a:endParaRPr lang="en-US" altLang="zh-CN" b="1" dirty="0" smtClean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6182266" y="2641905"/>
            <a:ext cx="4181829" cy="51334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14000"/>
              </a:lnSpc>
            </a:pP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  <a:ea typeface="+mj-ea"/>
                <a:cs typeface="Arial" panose="020B0604020202090204" pitchFamily="34" charset="0"/>
              </a:rPr>
              <a:t>The user can demonstrate on a projector or computer, or print the presentation and make it </a:t>
            </a:r>
            <a:r>
              <a:rPr lang="en-US" altLang="zh-CN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  <a:ea typeface="+mj-ea"/>
                <a:cs typeface="Arial" panose="020B0604020202090204" pitchFamily="34" charset="0"/>
              </a:rPr>
              <a:t>film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90204" pitchFamily="34" charset="0"/>
              <a:ea typeface="+mj-ea"/>
              <a:cs typeface="Arial" panose="020B0604020202090204" pitchFamily="3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783391" y="3742257"/>
            <a:ext cx="2398875" cy="38061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rPr>
              <a:t>Title text addition</a:t>
            </a:r>
            <a:endParaRPr lang="en-US" altLang="zh-CN" b="1" dirty="0" smtClean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182266" y="3739317"/>
            <a:ext cx="4181829" cy="51334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14000"/>
              </a:lnSpc>
            </a:pP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  <a:ea typeface="+mj-ea"/>
                <a:cs typeface="Arial" panose="020B0604020202090204" pitchFamily="34" charset="0"/>
              </a:rPr>
              <a:t>The user can demonstrate on a projector or computer, or print the presentation and make it </a:t>
            </a:r>
            <a:r>
              <a:rPr lang="en-US" altLang="zh-CN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  <a:ea typeface="+mj-ea"/>
                <a:cs typeface="Arial" panose="020B0604020202090204" pitchFamily="34" charset="0"/>
              </a:rPr>
              <a:t>film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90204" pitchFamily="34" charset="0"/>
              <a:ea typeface="+mj-ea"/>
              <a:cs typeface="Arial" panose="020B0604020202090204" pitchFamily="34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761354" y="4763609"/>
            <a:ext cx="2398875" cy="38061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rPr>
              <a:t>Title text addition</a:t>
            </a:r>
            <a:endParaRPr lang="en-US" altLang="zh-CN" b="1" dirty="0" smtClean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160229" y="4760669"/>
            <a:ext cx="4181829" cy="51334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14000"/>
              </a:lnSpc>
            </a:pP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  <a:ea typeface="+mj-ea"/>
                <a:cs typeface="Arial" panose="020B0604020202090204" pitchFamily="34" charset="0"/>
              </a:rPr>
              <a:t>The user can demonstrate on a projector or computer, or print the presentation and make it </a:t>
            </a:r>
            <a:r>
              <a:rPr lang="en-US" altLang="zh-CN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  <a:ea typeface="+mj-ea"/>
                <a:cs typeface="Arial" panose="020B0604020202090204" pitchFamily="34" charset="0"/>
              </a:rPr>
              <a:t>film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90204" pitchFamily="34" charset="0"/>
              <a:ea typeface="+mj-ea"/>
              <a:cs typeface="Arial" panose="020B0604020202090204" pitchFamily="34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761354" y="5861021"/>
            <a:ext cx="2398875" cy="38061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rPr>
              <a:t>Title text addition</a:t>
            </a:r>
            <a:endParaRPr lang="en-US" altLang="zh-CN" b="1" dirty="0" smtClean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6160229" y="5858081"/>
            <a:ext cx="4181829" cy="51334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14000"/>
              </a:lnSpc>
            </a:pP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  <a:ea typeface="+mj-ea"/>
                <a:cs typeface="Arial" panose="020B0604020202090204" pitchFamily="34" charset="0"/>
              </a:rPr>
              <a:t>The user can demonstrate on a projector or computer, or print the presentation and make it </a:t>
            </a:r>
            <a:r>
              <a:rPr lang="en-US" altLang="zh-CN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  <a:ea typeface="+mj-ea"/>
                <a:cs typeface="Arial" panose="020B0604020202090204" pitchFamily="34" charset="0"/>
              </a:rPr>
              <a:t>film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90204" pitchFamily="34" charset="0"/>
              <a:ea typeface="+mj-ea"/>
              <a:cs typeface="Arial" panose="020B0604020202090204" pitchFamily="34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2325370" y="537845"/>
            <a:ext cx="514223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>
                <a:gradFill>
                  <a:gsLst>
                    <a:gs pos="0">
                      <a:srgbClr val="3A543B"/>
                    </a:gs>
                    <a:gs pos="100000">
                      <a:srgbClr val="AA9D67"/>
                    </a:gs>
                  </a:gsLst>
                  <a:lin ang="0" scaled="0"/>
                </a:gradFill>
                <a:latin typeface="Arial" panose="020B0604020202090204" pitchFamily="34" charset="0"/>
                <a:ea typeface="张海山锐线体2.0" panose="02000000000000000000" pitchFamily="2" charset="-122"/>
                <a:cs typeface="Arial" panose="020B0604020202090204" pitchFamily="34" charset="0"/>
              </a:rPr>
              <a:t>Title text addition</a:t>
            </a:r>
            <a:endParaRPr lang="en-US" altLang="zh-CN" sz="4400" b="1" dirty="0">
              <a:gradFill>
                <a:gsLst>
                  <a:gs pos="0">
                    <a:srgbClr val="3A543B"/>
                  </a:gs>
                  <a:gs pos="100000">
                    <a:srgbClr val="AA9D67"/>
                  </a:gs>
                </a:gsLst>
                <a:lin ang="0" scaled="0"/>
              </a:gradFill>
              <a:latin typeface="Arial" panose="020B0604020202090204" pitchFamily="34" charset="0"/>
              <a:ea typeface="张海山锐线体2.0" panose="02000000000000000000" pitchFamily="2" charset="-122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4E5E0"/>
            </a:gs>
            <a:gs pos="100000">
              <a:srgbClr val="F0F0F0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3"/>
          <p:cNvSpPr>
            <a:spLocks noChangeArrowheads="1"/>
          </p:cNvSpPr>
          <p:nvPr/>
        </p:nvSpPr>
        <p:spPr bwMode="auto">
          <a:xfrm rot="16200000" flipH="1">
            <a:off x="3468750" y="-2103914"/>
            <a:ext cx="1189584" cy="6089247"/>
          </a:xfrm>
          <a:prstGeom prst="rect">
            <a:avLst/>
          </a:prstGeom>
          <a:noFill/>
          <a:ln w="38100">
            <a:gradFill>
              <a:gsLst>
                <a:gs pos="0">
                  <a:srgbClr val="3A543B"/>
                </a:gs>
                <a:gs pos="100000">
                  <a:srgbClr val="AA9D67"/>
                </a:gs>
              </a:gsLst>
              <a:lin ang="5400000" scaled="1"/>
            </a:gra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 rot="5400000">
            <a:off x="2598761" y="-1180800"/>
            <a:ext cx="915746" cy="869424"/>
          </a:xfrm>
          <a:prstGeom prst="rect">
            <a:avLst/>
          </a:prstGeom>
          <a:solidFill>
            <a:srgbClr val="3A543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 bwMode="auto">
          <a:xfrm rot="5400000">
            <a:off x="3468185" y="-1180800"/>
            <a:ext cx="915746" cy="869424"/>
          </a:xfrm>
          <a:prstGeom prst="rect">
            <a:avLst/>
          </a:prstGeom>
          <a:solidFill>
            <a:srgbClr val="AA9D6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5" t="5898" r="33568" b="7130"/>
          <a:stretch>
            <a:fillRect/>
          </a:stretch>
        </p:blipFill>
        <p:spPr>
          <a:xfrm flipV="1">
            <a:off x="0" y="0"/>
            <a:ext cx="2325299" cy="1323385"/>
          </a:xfrm>
          <a:prstGeom prst="rect">
            <a:avLst/>
          </a:prstGeom>
        </p:spPr>
      </p:pic>
      <p:sp>
        <p:nvSpPr>
          <p:cNvPr id="9" name="Freeform 78"/>
          <p:cNvSpPr/>
          <p:nvPr/>
        </p:nvSpPr>
        <p:spPr bwMode="auto">
          <a:xfrm rot="19278684">
            <a:off x="4772459" y="4606425"/>
            <a:ext cx="1563599" cy="1630655"/>
          </a:xfrm>
          <a:custGeom>
            <a:avLst/>
            <a:gdLst/>
            <a:ahLst/>
            <a:cxnLst>
              <a:cxn ang="0">
                <a:pos x="399" y="216"/>
              </a:cxn>
              <a:cxn ang="0">
                <a:pos x="472" y="181"/>
              </a:cxn>
              <a:cxn ang="0">
                <a:pos x="433" y="88"/>
              </a:cxn>
              <a:cxn ang="0">
                <a:pos x="601" y="88"/>
              </a:cxn>
              <a:cxn ang="0">
                <a:pos x="563" y="181"/>
              </a:cxn>
              <a:cxn ang="0">
                <a:pos x="636" y="216"/>
              </a:cxn>
              <a:cxn ang="0">
                <a:pos x="819" y="216"/>
              </a:cxn>
              <a:cxn ang="0">
                <a:pos x="819" y="399"/>
              </a:cxn>
              <a:cxn ang="0">
                <a:pos x="784" y="472"/>
              </a:cxn>
              <a:cxn ang="0">
                <a:pos x="691" y="434"/>
              </a:cxn>
              <a:cxn ang="0">
                <a:pos x="691" y="602"/>
              </a:cxn>
              <a:cxn ang="0">
                <a:pos x="784" y="563"/>
              </a:cxn>
              <a:cxn ang="0">
                <a:pos x="819" y="636"/>
              </a:cxn>
              <a:cxn ang="0">
                <a:pos x="819" y="819"/>
              </a:cxn>
              <a:cxn ang="0">
                <a:pos x="636" y="819"/>
              </a:cxn>
              <a:cxn ang="0">
                <a:pos x="563" y="784"/>
              </a:cxn>
              <a:cxn ang="0">
                <a:pos x="601" y="691"/>
              </a:cxn>
              <a:cxn ang="0">
                <a:pos x="433" y="691"/>
              </a:cxn>
              <a:cxn ang="0">
                <a:pos x="472" y="784"/>
              </a:cxn>
              <a:cxn ang="0">
                <a:pos x="399" y="819"/>
              </a:cxn>
              <a:cxn ang="0">
                <a:pos x="216" y="819"/>
              </a:cxn>
              <a:cxn ang="0">
                <a:pos x="216" y="636"/>
              </a:cxn>
              <a:cxn ang="0">
                <a:pos x="180" y="563"/>
              </a:cxn>
              <a:cxn ang="0">
                <a:pos x="88" y="602"/>
              </a:cxn>
              <a:cxn ang="0">
                <a:pos x="88" y="434"/>
              </a:cxn>
              <a:cxn ang="0">
                <a:pos x="180" y="472"/>
              </a:cxn>
              <a:cxn ang="0">
                <a:pos x="216" y="399"/>
              </a:cxn>
              <a:cxn ang="0">
                <a:pos x="216" y="216"/>
              </a:cxn>
              <a:cxn ang="0">
                <a:pos x="399" y="216"/>
              </a:cxn>
            </a:cxnLst>
            <a:rect l="0" t="0" r="r" b="b"/>
            <a:pathLst>
              <a:path w="819" h="819">
                <a:moveTo>
                  <a:pt x="399" y="216"/>
                </a:moveTo>
                <a:cubicBezTo>
                  <a:pt x="465" y="216"/>
                  <a:pt x="480" y="200"/>
                  <a:pt x="472" y="181"/>
                </a:cubicBezTo>
                <a:cubicBezTo>
                  <a:pt x="455" y="144"/>
                  <a:pt x="425" y="139"/>
                  <a:pt x="433" y="88"/>
                </a:cubicBezTo>
                <a:cubicBezTo>
                  <a:pt x="447" y="0"/>
                  <a:pt x="588" y="0"/>
                  <a:pt x="601" y="88"/>
                </a:cubicBezTo>
                <a:cubicBezTo>
                  <a:pt x="609" y="139"/>
                  <a:pt x="580" y="144"/>
                  <a:pt x="563" y="181"/>
                </a:cubicBezTo>
                <a:cubicBezTo>
                  <a:pt x="554" y="200"/>
                  <a:pt x="570" y="216"/>
                  <a:pt x="636" y="216"/>
                </a:cubicBezTo>
                <a:cubicBezTo>
                  <a:pt x="819" y="216"/>
                  <a:pt x="819" y="216"/>
                  <a:pt x="819" y="216"/>
                </a:cubicBezTo>
                <a:cubicBezTo>
                  <a:pt x="819" y="399"/>
                  <a:pt x="819" y="399"/>
                  <a:pt x="819" y="399"/>
                </a:cubicBezTo>
                <a:cubicBezTo>
                  <a:pt x="819" y="465"/>
                  <a:pt x="803" y="481"/>
                  <a:pt x="784" y="472"/>
                </a:cubicBezTo>
                <a:cubicBezTo>
                  <a:pt x="747" y="455"/>
                  <a:pt x="742" y="426"/>
                  <a:pt x="691" y="434"/>
                </a:cubicBezTo>
                <a:cubicBezTo>
                  <a:pt x="603" y="447"/>
                  <a:pt x="603" y="588"/>
                  <a:pt x="691" y="602"/>
                </a:cubicBezTo>
                <a:cubicBezTo>
                  <a:pt x="742" y="610"/>
                  <a:pt x="747" y="580"/>
                  <a:pt x="784" y="563"/>
                </a:cubicBezTo>
                <a:cubicBezTo>
                  <a:pt x="803" y="555"/>
                  <a:pt x="819" y="570"/>
                  <a:pt x="819" y="636"/>
                </a:cubicBezTo>
                <a:cubicBezTo>
                  <a:pt x="819" y="819"/>
                  <a:pt x="819" y="819"/>
                  <a:pt x="819" y="819"/>
                </a:cubicBezTo>
                <a:cubicBezTo>
                  <a:pt x="636" y="819"/>
                  <a:pt x="636" y="819"/>
                  <a:pt x="636" y="819"/>
                </a:cubicBezTo>
                <a:cubicBezTo>
                  <a:pt x="570" y="819"/>
                  <a:pt x="554" y="803"/>
                  <a:pt x="563" y="784"/>
                </a:cubicBezTo>
                <a:cubicBezTo>
                  <a:pt x="580" y="747"/>
                  <a:pt x="609" y="743"/>
                  <a:pt x="601" y="691"/>
                </a:cubicBezTo>
                <a:cubicBezTo>
                  <a:pt x="588" y="603"/>
                  <a:pt x="447" y="603"/>
                  <a:pt x="433" y="691"/>
                </a:cubicBezTo>
                <a:cubicBezTo>
                  <a:pt x="425" y="743"/>
                  <a:pt x="455" y="747"/>
                  <a:pt x="472" y="784"/>
                </a:cubicBezTo>
                <a:cubicBezTo>
                  <a:pt x="480" y="803"/>
                  <a:pt x="465" y="819"/>
                  <a:pt x="399" y="819"/>
                </a:cubicBezTo>
                <a:cubicBezTo>
                  <a:pt x="216" y="819"/>
                  <a:pt x="216" y="819"/>
                  <a:pt x="216" y="819"/>
                </a:cubicBezTo>
                <a:cubicBezTo>
                  <a:pt x="216" y="636"/>
                  <a:pt x="216" y="636"/>
                  <a:pt x="216" y="636"/>
                </a:cubicBezTo>
                <a:cubicBezTo>
                  <a:pt x="216" y="570"/>
                  <a:pt x="200" y="555"/>
                  <a:pt x="180" y="563"/>
                </a:cubicBezTo>
                <a:cubicBezTo>
                  <a:pt x="144" y="580"/>
                  <a:pt x="139" y="610"/>
                  <a:pt x="88" y="602"/>
                </a:cubicBezTo>
                <a:cubicBezTo>
                  <a:pt x="0" y="588"/>
                  <a:pt x="0" y="447"/>
                  <a:pt x="88" y="434"/>
                </a:cubicBezTo>
                <a:cubicBezTo>
                  <a:pt x="139" y="426"/>
                  <a:pt x="144" y="455"/>
                  <a:pt x="180" y="472"/>
                </a:cubicBezTo>
                <a:cubicBezTo>
                  <a:pt x="200" y="481"/>
                  <a:pt x="216" y="465"/>
                  <a:pt x="216" y="399"/>
                </a:cubicBezTo>
                <a:cubicBezTo>
                  <a:pt x="216" y="216"/>
                  <a:pt x="216" y="216"/>
                  <a:pt x="216" y="216"/>
                </a:cubicBezTo>
                <a:lnTo>
                  <a:pt x="399" y="216"/>
                </a:lnTo>
                <a:close/>
              </a:path>
            </a:pathLst>
          </a:custGeom>
          <a:solidFill>
            <a:srgbClr val="3A543B"/>
          </a:solidFill>
          <a:ln w="9525">
            <a:noFill/>
            <a:round/>
          </a:ln>
        </p:spPr>
        <p:txBody>
          <a:bodyPr vert="horz" wrap="square" lIns="67204" tIns="33602" rIns="67204" bIns="33602" numCol="1" anchor="t" anchorCtr="0" compatLnSpc="1"/>
          <a:lstStyle/>
          <a:p>
            <a:endParaRPr lang="en-US" sz="975"/>
          </a:p>
        </p:txBody>
      </p:sp>
      <p:sp>
        <p:nvSpPr>
          <p:cNvPr id="12" name="Freeform 76"/>
          <p:cNvSpPr/>
          <p:nvPr/>
        </p:nvSpPr>
        <p:spPr bwMode="auto">
          <a:xfrm rot="19278684">
            <a:off x="5842710" y="2457941"/>
            <a:ext cx="1563599" cy="1630655"/>
          </a:xfrm>
          <a:custGeom>
            <a:avLst/>
            <a:gdLst/>
            <a:ahLst/>
            <a:cxnLst>
              <a:cxn ang="0">
                <a:pos x="183" y="603"/>
              </a:cxn>
              <a:cxn ang="0">
                <a:pos x="256" y="638"/>
              </a:cxn>
              <a:cxn ang="0">
                <a:pos x="218" y="731"/>
              </a:cxn>
              <a:cxn ang="0">
                <a:pos x="386" y="731"/>
              </a:cxn>
              <a:cxn ang="0">
                <a:pos x="347" y="638"/>
              </a:cxn>
              <a:cxn ang="0">
                <a:pos x="420" y="603"/>
              </a:cxn>
              <a:cxn ang="0">
                <a:pos x="603" y="603"/>
              </a:cxn>
              <a:cxn ang="0">
                <a:pos x="603" y="420"/>
              </a:cxn>
              <a:cxn ang="0">
                <a:pos x="639" y="347"/>
              </a:cxn>
              <a:cxn ang="0">
                <a:pos x="731" y="385"/>
              </a:cxn>
              <a:cxn ang="0">
                <a:pos x="731" y="217"/>
              </a:cxn>
              <a:cxn ang="0">
                <a:pos x="639" y="256"/>
              </a:cxn>
              <a:cxn ang="0">
                <a:pos x="603" y="183"/>
              </a:cxn>
              <a:cxn ang="0">
                <a:pos x="603" y="0"/>
              </a:cxn>
              <a:cxn ang="0">
                <a:pos x="420" y="0"/>
              </a:cxn>
              <a:cxn ang="0">
                <a:pos x="347" y="35"/>
              </a:cxn>
              <a:cxn ang="0">
                <a:pos x="386" y="128"/>
              </a:cxn>
              <a:cxn ang="0">
                <a:pos x="218" y="128"/>
              </a:cxn>
              <a:cxn ang="0">
                <a:pos x="256" y="35"/>
              </a:cxn>
              <a:cxn ang="0">
                <a:pos x="183" y="0"/>
              </a:cxn>
              <a:cxn ang="0">
                <a:pos x="0" y="0"/>
              </a:cxn>
              <a:cxn ang="0">
                <a:pos x="0" y="183"/>
              </a:cxn>
              <a:cxn ang="0">
                <a:pos x="35" y="256"/>
              </a:cxn>
              <a:cxn ang="0">
                <a:pos x="128" y="217"/>
              </a:cxn>
              <a:cxn ang="0">
                <a:pos x="128" y="385"/>
              </a:cxn>
              <a:cxn ang="0">
                <a:pos x="35" y="347"/>
              </a:cxn>
              <a:cxn ang="0">
                <a:pos x="0" y="420"/>
              </a:cxn>
              <a:cxn ang="0">
                <a:pos x="0" y="603"/>
              </a:cxn>
              <a:cxn ang="0">
                <a:pos x="183" y="603"/>
              </a:cxn>
            </a:cxnLst>
            <a:rect l="0" t="0" r="r" b="b"/>
            <a:pathLst>
              <a:path w="819" h="819">
                <a:moveTo>
                  <a:pt x="183" y="603"/>
                </a:moveTo>
                <a:cubicBezTo>
                  <a:pt x="249" y="603"/>
                  <a:pt x="265" y="619"/>
                  <a:pt x="256" y="638"/>
                </a:cubicBezTo>
                <a:cubicBezTo>
                  <a:pt x="239" y="675"/>
                  <a:pt x="210" y="680"/>
                  <a:pt x="218" y="731"/>
                </a:cubicBezTo>
                <a:cubicBezTo>
                  <a:pt x="231" y="819"/>
                  <a:pt x="372" y="819"/>
                  <a:pt x="386" y="731"/>
                </a:cubicBezTo>
                <a:cubicBezTo>
                  <a:pt x="394" y="680"/>
                  <a:pt x="364" y="675"/>
                  <a:pt x="347" y="638"/>
                </a:cubicBezTo>
                <a:cubicBezTo>
                  <a:pt x="339" y="619"/>
                  <a:pt x="354" y="603"/>
                  <a:pt x="420" y="603"/>
                </a:cubicBezTo>
                <a:cubicBezTo>
                  <a:pt x="603" y="603"/>
                  <a:pt x="603" y="603"/>
                  <a:pt x="603" y="603"/>
                </a:cubicBezTo>
                <a:cubicBezTo>
                  <a:pt x="603" y="420"/>
                  <a:pt x="603" y="420"/>
                  <a:pt x="603" y="420"/>
                </a:cubicBezTo>
                <a:cubicBezTo>
                  <a:pt x="603" y="354"/>
                  <a:pt x="619" y="338"/>
                  <a:pt x="639" y="347"/>
                </a:cubicBezTo>
                <a:cubicBezTo>
                  <a:pt x="675" y="364"/>
                  <a:pt x="680" y="393"/>
                  <a:pt x="731" y="385"/>
                </a:cubicBezTo>
                <a:cubicBezTo>
                  <a:pt x="819" y="372"/>
                  <a:pt x="819" y="231"/>
                  <a:pt x="731" y="217"/>
                </a:cubicBezTo>
                <a:cubicBezTo>
                  <a:pt x="680" y="209"/>
                  <a:pt x="675" y="239"/>
                  <a:pt x="639" y="256"/>
                </a:cubicBezTo>
                <a:cubicBezTo>
                  <a:pt x="619" y="264"/>
                  <a:pt x="603" y="249"/>
                  <a:pt x="603" y="183"/>
                </a:cubicBezTo>
                <a:cubicBezTo>
                  <a:pt x="603" y="0"/>
                  <a:pt x="603" y="0"/>
                  <a:pt x="603" y="0"/>
                </a:cubicBezTo>
                <a:cubicBezTo>
                  <a:pt x="420" y="0"/>
                  <a:pt x="420" y="0"/>
                  <a:pt x="420" y="0"/>
                </a:cubicBezTo>
                <a:cubicBezTo>
                  <a:pt x="354" y="0"/>
                  <a:pt x="339" y="16"/>
                  <a:pt x="347" y="35"/>
                </a:cubicBezTo>
                <a:cubicBezTo>
                  <a:pt x="364" y="72"/>
                  <a:pt x="394" y="76"/>
                  <a:pt x="386" y="128"/>
                </a:cubicBezTo>
                <a:cubicBezTo>
                  <a:pt x="372" y="216"/>
                  <a:pt x="231" y="216"/>
                  <a:pt x="218" y="128"/>
                </a:cubicBezTo>
                <a:cubicBezTo>
                  <a:pt x="210" y="76"/>
                  <a:pt x="239" y="72"/>
                  <a:pt x="256" y="35"/>
                </a:cubicBezTo>
                <a:cubicBezTo>
                  <a:pt x="265" y="16"/>
                  <a:pt x="249" y="0"/>
                  <a:pt x="18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83"/>
                  <a:pt x="0" y="183"/>
                  <a:pt x="0" y="183"/>
                </a:cubicBezTo>
                <a:cubicBezTo>
                  <a:pt x="0" y="249"/>
                  <a:pt x="16" y="264"/>
                  <a:pt x="35" y="256"/>
                </a:cubicBezTo>
                <a:cubicBezTo>
                  <a:pt x="72" y="239"/>
                  <a:pt x="77" y="209"/>
                  <a:pt x="128" y="217"/>
                </a:cubicBezTo>
                <a:cubicBezTo>
                  <a:pt x="216" y="231"/>
                  <a:pt x="216" y="372"/>
                  <a:pt x="128" y="385"/>
                </a:cubicBezTo>
                <a:cubicBezTo>
                  <a:pt x="77" y="393"/>
                  <a:pt x="72" y="364"/>
                  <a:pt x="35" y="347"/>
                </a:cubicBezTo>
                <a:cubicBezTo>
                  <a:pt x="16" y="338"/>
                  <a:pt x="0" y="354"/>
                  <a:pt x="0" y="420"/>
                </a:cubicBezTo>
                <a:cubicBezTo>
                  <a:pt x="0" y="603"/>
                  <a:pt x="0" y="603"/>
                  <a:pt x="0" y="603"/>
                </a:cubicBezTo>
                <a:lnTo>
                  <a:pt x="183" y="603"/>
                </a:lnTo>
                <a:close/>
              </a:path>
            </a:pathLst>
          </a:custGeom>
          <a:solidFill>
            <a:srgbClr val="3A543B"/>
          </a:solidFill>
          <a:ln w="9525">
            <a:noFill/>
            <a:round/>
          </a:ln>
        </p:spPr>
        <p:txBody>
          <a:bodyPr vert="horz" wrap="square" lIns="67204" tIns="33602" rIns="67204" bIns="33602" numCol="1" anchor="t" anchorCtr="0" compatLnSpc="1"/>
          <a:lstStyle/>
          <a:p>
            <a:endParaRPr lang="en-US" sz="975"/>
          </a:p>
        </p:txBody>
      </p:sp>
      <p:sp>
        <p:nvSpPr>
          <p:cNvPr id="13" name="Freeform 77"/>
          <p:cNvSpPr/>
          <p:nvPr/>
        </p:nvSpPr>
        <p:spPr bwMode="auto">
          <a:xfrm rot="19278684">
            <a:off x="4085924" y="3064647"/>
            <a:ext cx="1563599" cy="1630655"/>
          </a:xfrm>
          <a:custGeom>
            <a:avLst/>
            <a:gdLst/>
            <a:ahLst/>
            <a:cxnLst>
              <a:cxn ang="0">
                <a:pos x="183" y="216"/>
              </a:cxn>
              <a:cxn ang="0">
                <a:pos x="256" y="180"/>
              </a:cxn>
              <a:cxn ang="0">
                <a:pos x="217" y="88"/>
              </a:cxn>
              <a:cxn ang="0">
                <a:pos x="385" y="88"/>
              </a:cxn>
              <a:cxn ang="0">
                <a:pos x="347" y="180"/>
              </a:cxn>
              <a:cxn ang="0">
                <a:pos x="420" y="216"/>
              </a:cxn>
              <a:cxn ang="0">
                <a:pos x="603" y="216"/>
              </a:cxn>
              <a:cxn ang="0">
                <a:pos x="603" y="399"/>
              </a:cxn>
              <a:cxn ang="0">
                <a:pos x="638" y="472"/>
              </a:cxn>
              <a:cxn ang="0">
                <a:pos x="731" y="433"/>
              </a:cxn>
              <a:cxn ang="0">
                <a:pos x="731" y="601"/>
              </a:cxn>
              <a:cxn ang="0">
                <a:pos x="638" y="563"/>
              </a:cxn>
              <a:cxn ang="0">
                <a:pos x="603" y="636"/>
              </a:cxn>
              <a:cxn ang="0">
                <a:pos x="603" y="819"/>
              </a:cxn>
              <a:cxn ang="0">
                <a:pos x="420" y="819"/>
              </a:cxn>
              <a:cxn ang="0">
                <a:pos x="347" y="784"/>
              </a:cxn>
              <a:cxn ang="0">
                <a:pos x="385" y="691"/>
              </a:cxn>
              <a:cxn ang="0">
                <a:pos x="217" y="691"/>
              </a:cxn>
              <a:cxn ang="0">
                <a:pos x="256" y="784"/>
              </a:cxn>
              <a:cxn ang="0">
                <a:pos x="183" y="819"/>
              </a:cxn>
              <a:cxn ang="0">
                <a:pos x="0" y="819"/>
              </a:cxn>
              <a:cxn ang="0">
                <a:pos x="0" y="636"/>
              </a:cxn>
              <a:cxn ang="0">
                <a:pos x="35" y="563"/>
              </a:cxn>
              <a:cxn ang="0">
                <a:pos x="128" y="601"/>
              </a:cxn>
              <a:cxn ang="0">
                <a:pos x="128" y="433"/>
              </a:cxn>
              <a:cxn ang="0">
                <a:pos x="35" y="472"/>
              </a:cxn>
              <a:cxn ang="0">
                <a:pos x="0" y="399"/>
              </a:cxn>
              <a:cxn ang="0">
                <a:pos x="0" y="216"/>
              </a:cxn>
              <a:cxn ang="0">
                <a:pos x="183" y="216"/>
              </a:cxn>
            </a:cxnLst>
            <a:rect l="0" t="0" r="r" b="b"/>
            <a:pathLst>
              <a:path w="819" h="819">
                <a:moveTo>
                  <a:pt x="183" y="216"/>
                </a:moveTo>
                <a:cubicBezTo>
                  <a:pt x="249" y="216"/>
                  <a:pt x="264" y="200"/>
                  <a:pt x="256" y="180"/>
                </a:cubicBezTo>
                <a:cubicBezTo>
                  <a:pt x="239" y="144"/>
                  <a:pt x="209" y="139"/>
                  <a:pt x="217" y="88"/>
                </a:cubicBezTo>
                <a:cubicBezTo>
                  <a:pt x="231" y="0"/>
                  <a:pt x="372" y="0"/>
                  <a:pt x="385" y="88"/>
                </a:cubicBezTo>
                <a:cubicBezTo>
                  <a:pt x="393" y="139"/>
                  <a:pt x="364" y="144"/>
                  <a:pt x="347" y="180"/>
                </a:cubicBezTo>
                <a:cubicBezTo>
                  <a:pt x="338" y="200"/>
                  <a:pt x="354" y="216"/>
                  <a:pt x="420" y="216"/>
                </a:cubicBezTo>
                <a:cubicBezTo>
                  <a:pt x="603" y="216"/>
                  <a:pt x="603" y="216"/>
                  <a:pt x="603" y="216"/>
                </a:cubicBezTo>
                <a:cubicBezTo>
                  <a:pt x="603" y="399"/>
                  <a:pt x="603" y="399"/>
                  <a:pt x="603" y="399"/>
                </a:cubicBezTo>
                <a:cubicBezTo>
                  <a:pt x="603" y="465"/>
                  <a:pt x="619" y="480"/>
                  <a:pt x="638" y="472"/>
                </a:cubicBezTo>
                <a:cubicBezTo>
                  <a:pt x="675" y="455"/>
                  <a:pt x="680" y="425"/>
                  <a:pt x="731" y="433"/>
                </a:cubicBezTo>
                <a:cubicBezTo>
                  <a:pt x="819" y="447"/>
                  <a:pt x="819" y="588"/>
                  <a:pt x="731" y="601"/>
                </a:cubicBezTo>
                <a:cubicBezTo>
                  <a:pt x="680" y="609"/>
                  <a:pt x="675" y="580"/>
                  <a:pt x="638" y="563"/>
                </a:cubicBezTo>
                <a:cubicBezTo>
                  <a:pt x="619" y="554"/>
                  <a:pt x="603" y="570"/>
                  <a:pt x="603" y="636"/>
                </a:cubicBezTo>
                <a:cubicBezTo>
                  <a:pt x="603" y="819"/>
                  <a:pt x="603" y="819"/>
                  <a:pt x="603" y="819"/>
                </a:cubicBezTo>
                <a:cubicBezTo>
                  <a:pt x="420" y="819"/>
                  <a:pt x="420" y="819"/>
                  <a:pt x="420" y="819"/>
                </a:cubicBezTo>
                <a:cubicBezTo>
                  <a:pt x="354" y="819"/>
                  <a:pt x="338" y="803"/>
                  <a:pt x="347" y="784"/>
                </a:cubicBezTo>
                <a:cubicBezTo>
                  <a:pt x="364" y="747"/>
                  <a:pt x="393" y="742"/>
                  <a:pt x="385" y="691"/>
                </a:cubicBezTo>
                <a:cubicBezTo>
                  <a:pt x="372" y="603"/>
                  <a:pt x="231" y="603"/>
                  <a:pt x="217" y="691"/>
                </a:cubicBezTo>
                <a:cubicBezTo>
                  <a:pt x="209" y="742"/>
                  <a:pt x="239" y="747"/>
                  <a:pt x="256" y="784"/>
                </a:cubicBezTo>
                <a:cubicBezTo>
                  <a:pt x="264" y="803"/>
                  <a:pt x="249" y="819"/>
                  <a:pt x="183" y="819"/>
                </a:cubicBezTo>
                <a:cubicBezTo>
                  <a:pt x="0" y="819"/>
                  <a:pt x="0" y="819"/>
                  <a:pt x="0" y="819"/>
                </a:cubicBezTo>
                <a:cubicBezTo>
                  <a:pt x="0" y="636"/>
                  <a:pt x="0" y="636"/>
                  <a:pt x="0" y="636"/>
                </a:cubicBezTo>
                <a:cubicBezTo>
                  <a:pt x="0" y="570"/>
                  <a:pt x="16" y="554"/>
                  <a:pt x="35" y="563"/>
                </a:cubicBezTo>
                <a:cubicBezTo>
                  <a:pt x="72" y="580"/>
                  <a:pt x="76" y="609"/>
                  <a:pt x="128" y="601"/>
                </a:cubicBezTo>
                <a:cubicBezTo>
                  <a:pt x="216" y="588"/>
                  <a:pt x="216" y="447"/>
                  <a:pt x="128" y="433"/>
                </a:cubicBezTo>
                <a:cubicBezTo>
                  <a:pt x="76" y="425"/>
                  <a:pt x="72" y="455"/>
                  <a:pt x="35" y="472"/>
                </a:cubicBezTo>
                <a:cubicBezTo>
                  <a:pt x="16" y="480"/>
                  <a:pt x="0" y="465"/>
                  <a:pt x="0" y="399"/>
                </a:cubicBezTo>
                <a:cubicBezTo>
                  <a:pt x="0" y="216"/>
                  <a:pt x="0" y="216"/>
                  <a:pt x="0" y="216"/>
                </a:cubicBezTo>
                <a:lnTo>
                  <a:pt x="183" y="216"/>
                </a:lnTo>
                <a:close/>
              </a:path>
            </a:pathLst>
          </a:custGeom>
          <a:solidFill>
            <a:srgbClr val="AA9D67"/>
          </a:solidFill>
          <a:ln w="9525">
            <a:noFill/>
            <a:round/>
          </a:ln>
        </p:spPr>
        <p:txBody>
          <a:bodyPr vert="horz" wrap="square" lIns="67204" tIns="33602" rIns="67204" bIns="33602" numCol="1" anchor="t" anchorCtr="0" compatLnSpc="1"/>
          <a:lstStyle/>
          <a:p>
            <a:endParaRPr lang="en-US" sz="975"/>
          </a:p>
        </p:txBody>
      </p:sp>
      <p:sp>
        <p:nvSpPr>
          <p:cNvPr id="14" name="Freeform 79"/>
          <p:cNvSpPr/>
          <p:nvPr/>
        </p:nvSpPr>
        <p:spPr bwMode="auto">
          <a:xfrm rot="19278684">
            <a:off x="6558516" y="4011960"/>
            <a:ext cx="1563599" cy="1632251"/>
          </a:xfrm>
          <a:custGeom>
            <a:avLst/>
            <a:gdLst/>
            <a:ahLst/>
            <a:cxnLst>
              <a:cxn ang="0">
                <a:pos x="216" y="420"/>
              </a:cxn>
              <a:cxn ang="0">
                <a:pos x="181" y="347"/>
              </a:cxn>
              <a:cxn ang="0">
                <a:pos x="88" y="386"/>
              </a:cxn>
              <a:cxn ang="0">
                <a:pos x="88" y="218"/>
              </a:cxn>
              <a:cxn ang="0">
                <a:pos x="181" y="256"/>
              </a:cxn>
              <a:cxn ang="0">
                <a:pos x="216" y="183"/>
              </a:cxn>
              <a:cxn ang="0">
                <a:pos x="216" y="0"/>
              </a:cxn>
              <a:cxn ang="0">
                <a:pos x="399" y="0"/>
              </a:cxn>
              <a:cxn ang="0">
                <a:pos x="472" y="35"/>
              </a:cxn>
              <a:cxn ang="0">
                <a:pos x="434" y="128"/>
              </a:cxn>
              <a:cxn ang="0">
                <a:pos x="602" y="128"/>
              </a:cxn>
              <a:cxn ang="0">
                <a:pos x="563" y="35"/>
              </a:cxn>
              <a:cxn ang="0">
                <a:pos x="636" y="0"/>
              </a:cxn>
              <a:cxn ang="0">
                <a:pos x="819" y="0"/>
              </a:cxn>
              <a:cxn ang="0">
                <a:pos x="819" y="183"/>
              </a:cxn>
              <a:cxn ang="0">
                <a:pos x="784" y="256"/>
              </a:cxn>
              <a:cxn ang="0">
                <a:pos x="691" y="218"/>
              </a:cxn>
              <a:cxn ang="0">
                <a:pos x="691" y="386"/>
              </a:cxn>
              <a:cxn ang="0">
                <a:pos x="784" y="347"/>
              </a:cxn>
              <a:cxn ang="0">
                <a:pos x="819" y="420"/>
              </a:cxn>
              <a:cxn ang="0">
                <a:pos x="819" y="603"/>
              </a:cxn>
              <a:cxn ang="0">
                <a:pos x="636" y="603"/>
              </a:cxn>
              <a:cxn ang="0">
                <a:pos x="563" y="639"/>
              </a:cxn>
              <a:cxn ang="0">
                <a:pos x="602" y="731"/>
              </a:cxn>
              <a:cxn ang="0">
                <a:pos x="434" y="731"/>
              </a:cxn>
              <a:cxn ang="0">
                <a:pos x="472" y="639"/>
              </a:cxn>
              <a:cxn ang="0">
                <a:pos x="399" y="603"/>
              </a:cxn>
              <a:cxn ang="0">
                <a:pos x="216" y="603"/>
              </a:cxn>
              <a:cxn ang="0">
                <a:pos x="216" y="420"/>
              </a:cxn>
            </a:cxnLst>
            <a:rect l="0" t="0" r="r" b="b"/>
            <a:pathLst>
              <a:path w="819" h="819">
                <a:moveTo>
                  <a:pt x="216" y="420"/>
                </a:moveTo>
                <a:cubicBezTo>
                  <a:pt x="216" y="354"/>
                  <a:pt x="200" y="339"/>
                  <a:pt x="181" y="347"/>
                </a:cubicBezTo>
                <a:cubicBezTo>
                  <a:pt x="144" y="364"/>
                  <a:pt x="139" y="394"/>
                  <a:pt x="88" y="386"/>
                </a:cubicBezTo>
                <a:cubicBezTo>
                  <a:pt x="0" y="372"/>
                  <a:pt x="0" y="231"/>
                  <a:pt x="88" y="218"/>
                </a:cubicBezTo>
                <a:cubicBezTo>
                  <a:pt x="139" y="210"/>
                  <a:pt x="144" y="239"/>
                  <a:pt x="181" y="256"/>
                </a:cubicBezTo>
                <a:cubicBezTo>
                  <a:pt x="200" y="265"/>
                  <a:pt x="216" y="249"/>
                  <a:pt x="216" y="183"/>
                </a:cubicBezTo>
                <a:cubicBezTo>
                  <a:pt x="216" y="0"/>
                  <a:pt x="216" y="0"/>
                  <a:pt x="216" y="0"/>
                </a:cubicBezTo>
                <a:cubicBezTo>
                  <a:pt x="399" y="0"/>
                  <a:pt x="399" y="0"/>
                  <a:pt x="399" y="0"/>
                </a:cubicBezTo>
                <a:cubicBezTo>
                  <a:pt x="465" y="0"/>
                  <a:pt x="481" y="16"/>
                  <a:pt x="472" y="35"/>
                </a:cubicBezTo>
                <a:cubicBezTo>
                  <a:pt x="455" y="72"/>
                  <a:pt x="426" y="77"/>
                  <a:pt x="434" y="128"/>
                </a:cubicBezTo>
                <a:cubicBezTo>
                  <a:pt x="447" y="216"/>
                  <a:pt x="588" y="216"/>
                  <a:pt x="602" y="128"/>
                </a:cubicBezTo>
                <a:cubicBezTo>
                  <a:pt x="610" y="77"/>
                  <a:pt x="580" y="72"/>
                  <a:pt x="563" y="35"/>
                </a:cubicBezTo>
                <a:cubicBezTo>
                  <a:pt x="555" y="16"/>
                  <a:pt x="570" y="0"/>
                  <a:pt x="636" y="0"/>
                </a:cubicBezTo>
                <a:cubicBezTo>
                  <a:pt x="819" y="0"/>
                  <a:pt x="819" y="0"/>
                  <a:pt x="819" y="0"/>
                </a:cubicBezTo>
                <a:cubicBezTo>
                  <a:pt x="819" y="183"/>
                  <a:pt x="819" y="183"/>
                  <a:pt x="819" y="183"/>
                </a:cubicBezTo>
                <a:cubicBezTo>
                  <a:pt x="819" y="249"/>
                  <a:pt x="803" y="265"/>
                  <a:pt x="784" y="256"/>
                </a:cubicBezTo>
                <a:cubicBezTo>
                  <a:pt x="747" y="239"/>
                  <a:pt x="743" y="210"/>
                  <a:pt x="691" y="218"/>
                </a:cubicBezTo>
                <a:cubicBezTo>
                  <a:pt x="603" y="231"/>
                  <a:pt x="603" y="372"/>
                  <a:pt x="691" y="386"/>
                </a:cubicBezTo>
                <a:cubicBezTo>
                  <a:pt x="743" y="394"/>
                  <a:pt x="747" y="364"/>
                  <a:pt x="784" y="347"/>
                </a:cubicBezTo>
                <a:cubicBezTo>
                  <a:pt x="803" y="339"/>
                  <a:pt x="819" y="354"/>
                  <a:pt x="819" y="420"/>
                </a:cubicBezTo>
                <a:cubicBezTo>
                  <a:pt x="819" y="603"/>
                  <a:pt x="819" y="603"/>
                  <a:pt x="819" y="603"/>
                </a:cubicBezTo>
                <a:cubicBezTo>
                  <a:pt x="636" y="603"/>
                  <a:pt x="636" y="603"/>
                  <a:pt x="636" y="603"/>
                </a:cubicBezTo>
                <a:cubicBezTo>
                  <a:pt x="570" y="603"/>
                  <a:pt x="555" y="619"/>
                  <a:pt x="563" y="639"/>
                </a:cubicBezTo>
                <a:cubicBezTo>
                  <a:pt x="580" y="675"/>
                  <a:pt x="610" y="680"/>
                  <a:pt x="602" y="731"/>
                </a:cubicBezTo>
                <a:cubicBezTo>
                  <a:pt x="588" y="819"/>
                  <a:pt x="447" y="819"/>
                  <a:pt x="434" y="731"/>
                </a:cubicBezTo>
                <a:cubicBezTo>
                  <a:pt x="426" y="680"/>
                  <a:pt x="455" y="675"/>
                  <a:pt x="472" y="639"/>
                </a:cubicBezTo>
                <a:cubicBezTo>
                  <a:pt x="481" y="619"/>
                  <a:pt x="465" y="603"/>
                  <a:pt x="399" y="603"/>
                </a:cubicBezTo>
                <a:cubicBezTo>
                  <a:pt x="216" y="603"/>
                  <a:pt x="216" y="603"/>
                  <a:pt x="216" y="603"/>
                </a:cubicBezTo>
                <a:lnTo>
                  <a:pt x="216" y="420"/>
                </a:lnTo>
                <a:close/>
              </a:path>
            </a:pathLst>
          </a:custGeom>
          <a:solidFill>
            <a:srgbClr val="AA9D67"/>
          </a:solidFill>
          <a:ln w="9525">
            <a:noFill/>
            <a:round/>
          </a:ln>
        </p:spPr>
        <p:txBody>
          <a:bodyPr vert="horz" wrap="square" lIns="67204" tIns="33602" rIns="67204" bIns="33602" numCol="1" anchor="t" anchorCtr="0" compatLnSpc="1"/>
          <a:lstStyle/>
          <a:p>
            <a:endParaRPr lang="en-US" sz="975"/>
          </a:p>
        </p:txBody>
      </p:sp>
      <p:sp>
        <p:nvSpPr>
          <p:cNvPr id="15" name="Freeform 154"/>
          <p:cNvSpPr/>
          <p:nvPr/>
        </p:nvSpPr>
        <p:spPr bwMode="auto">
          <a:xfrm>
            <a:off x="5451840" y="5281818"/>
            <a:ext cx="458755" cy="381586"/>
          </a:xfrm>
          <a:custGeom>
            <a:avLst/>
            <a:gdLst/>
            <a:ahLst/>
            <a:cxnLst>
              <a:cxn ang="0">
                <a:pos x="57" y="12"/>
              </a:cxn>
              <a:cxn ang="0">
                <a:pos x="57" y="14"/>
              </a:cxn>
              <a:cxn ang="0">
                <a:pos x="20" y="51"/>
              </a:cxn>
              <a:cxn ang="0">
                <a:pos x="0" y="45"/>
              </a:cxn>
              <a:cxn ang="0">
                <a:pos x="3" y="45"/>
              </a:cxn>
              <a:cxn ang="0">
                <a:pos x="19" y="40"/>
              </a:cxn>
              <a:cxn ang="0">
                <a:pos x="7" y="31"/>
              </a:cxn>
              <a:cxn ang="0">
                <a:pos x="10" y="31"/>
              </a:cxn>
              <a:cxn ang="0">
                <a:pos x="13" y="31"/>
              </a:cxn>
              <a:cxn ang="0">
                <a:pos x="3" y="18"/>
              </a:cxn>
              <a:cxn ang="0">
                <a:pos x="3" y="18"/>
              </a:cxn>
              <a:cxn ang="0">
                <a:pos x="9" y="19"/>
              </a:cxn>
              <a:cxn ang="0">
                <a:pos x="3" y="9"/>
              </a:cxn>
              <a:cxn ang="0">
                <a:pos x="5" y="2"/>
              </a:cxn>
              <a:cxn ang="0">
                <a:pos x="31" y="16"/>
              </a:cxn>
              <a:cxn ang="0">
                <a:pos x="31" y="13"/>
              </a:cxn>
              <a:cxn ang="0">
                <a:pos x="44" y="0"/>
              </a:cxn>
              <a:cxn ang="0">
                <a:pos x="54" y="4"/>
              </a:cxn>
              <a:cxn ang="0">
                <a:pos x="62" y="1"/>
              </a:cxn>
              <a:cxn ang="0">
                <a:pos x="56" y="8"/>
              </a:cxn>
              <a:cxn ang="0">
                <a:pos x="64" y="6"/>
              </a:cxn>
              <a:cxn ang="0">
                <a:pos x="57" y="12"/>
              </a:cxn>
            </a:cxnLst>
            <a:rect l="0" t="0" r="r" b="b"/>
            <a:pathLst>
              <a:path w="64" h="51">
                <a:moveTo>
                  <a:pt x="57" y="12"/>
                </a:moveTo>
                <a:cubicBezTo>
                  <a:pt x="57" y="13"/>
                  <a:pt x="57" y="14"/>
                  <a:pt x="57" y="14"/>
                </a:cubicBezTo>
                <a:cubicBezTo>
                  <a:pt x="57" y="31"/>
                  <a:pt x="44" y="51"/>
                  <a:pt x="20" y="51"/>
                </a:cubicBezTo>
                <a:cubicBezTo>
                  <a:pt x="13" y="51"/>
                  <a:pt x="6" y="49"/>
                  <a:pt x="0" y="45"/>
                </a:cubicBezTo>
                <a:cubicBezTo>
                  <a:pt x="1" y="45"/>
                  <a:pt x="2" y="45"/>
                  <a:pt x="3" y="45"/>
                </a:cubicBezTo>
                <a:cubicBezTo>
                  <a:pt x="9" y="45"/>
                  <a:pt x="15" y="43"/>
                  <a:pt x="19" y="40"/>
                </a:cubicBezTo>
                <a:cubicBezTo>
                  <a:pt x="14" y="40"/>
                  <a:pt x="9" y="36"/>
                  <a:pt x="7" y="31"/>
                </a:cubicBezTo>
                <a:cubicBezTo>
                  <a:pt x="8" y="31"/>
                  <a:pt x="9" y="31"/>
                  <a:pt x="10" y="31"/>
                </a:cubicBezTo>
                <a:cubicBezTo>
                  <a:pt x="11" y="31"/>
                  <a:pt x="12" y="31"/>
                  <a:pt x="13" y="31"/>
                </a:cubicBezTo>
                <a:cubicBezTo>
                  <a:pt x="7" y="29"/>
                  <a:pt x="3" y="24"/>
                  <a:pt x="3" y="18"/>
                </a:cubicBezTo>
                <a:cubicBezTo>
                  <a:pt x="3" y="18"/>
                  <a:pt x="3" y="18"/>
                  <a:pt x="3" y="18"/>
                </a:cubicBezTo>
                <a:cubicBezTo>
                  <a:pt x="5" y="19"/>
                  <a:pt x="7" y="19"/>
                  <a:pt x="9" y="19"/>
                </a:cubicBezTo>
                <a:cubicBezTo>
                  <a:pt x="5" y="17"/>
                  <a:pt x="3" y="13"/>
                  <a:pt x="3" y="9"/>
                </a:cubicBezTo>
                <a:cubicBezTo>
                  <a:pt x="3" y="6"/>
                  <a:pt x="4" y="4"/>
                  <a:pt x="5" y="2"/>
                </a:cubicBezTo>
                <a:cubicBezTo>
                  <a:pt x="11" y="10"/>
                  <a:pt x="21" y="15"/>
                  <a:pt x="31" y="16"/>
                </a:cubicBezTo>
                <a:cubicBezTo>
                  <a:pt x="31" y="15"/>
                  <a:pt x="31" y="14"/>
                  <a:pt x="31" y="13"/>
                </a:cubicBezTo>
                <a:cubicBezTo>
                  <a:pt x="31" y="5"/>
                  <a:pt x="37" y="0"/>
                  <a:pt x="44" y="0"/>
                </a:cubicBezTo>
                <a:cubicBezTo>
                  <a:pt x="48" y="0"/>
                  <a:pt x="51" y="1"/>
                  <a:pt x="54" y="4"/>
                </a:cubicBezTo>
                <a:cubicBezTo>
                  <a:pt x="56" y="3"/>
                  <a:pt x="59" y="2"/>
                  <a:pt x="62" y="1"/>
                </a:cubicBezTo>
                <a:cubicBezTo>
                  <a:pt x="61" y="4"/>
                  <a:pt x="59" y="6"/>
                  <a:pt x="56" y="8"/>
                </a:cubicBezTo>
                <a:cubicBezTo>
                  <a:pt x="59" y="7"/>
                  <a:pt x="61" y="7"/>
                  <a:pt x="64" y="6"/>
                </a:cubicBezTo>
                <a:cubicBezTo>
                  <a:pt x="62" y="8"/>
                  <a:pt x="60" y="11"/>
                  <a:pt x="57" y="12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67204" tIns="33602" rIns="67204" bIns="33602" numCol="1" anchor="t" anchorCtr="0" compatLnSpc="1"/>
          <a:lstStyle/>
          <a:p>
            <a:endParaRPr lang="en-US" sz="975"/>
          </a:p>
        </p:txBody>
      </p:sp>
      <p:sp>
        <p:nvSpPr>
          <p:cNvPr id="16" name="Freeform 78"/>
          <p:cNvSpPr/>
          <p:nvPr/>
        </p:nvSpPr>
        <p:spPr bwMode="auto">
          <a:xfrm>
            <a:off x="4788316" y="3790797"/>
            <a:ext cx="203300" cy="405002"/>
          </a:xfrm>
          <a:custGeom>
            <a:avLst/>
            <a:gdLst/>
            <a:ahLst/>
            <a:cxnLst>
              <a:cxn ang="0">
                <a:pos x="35" y="11"/>
              </a:cxn>
              <a:cxn ang="0">
                <a:pos x="29" y="11"/>
              </a:cxn>
              <a:cxn ang="0">
                <a:pos x="23" y="17"/>
              </a:cxn>
              <a:cxn ang="0">
                <a:pos x="23" y="25"/>
              </a:cxn>
              <a:cxn ang="0">
                <a:pos x="35" y="25"/>
              </a:cxn>
              <a:cxn ang="0">
                <a:pos x="33" y="37"/>
              </a:cxn>
              <a:cxn ang="0">
                <a:pos x="23" y="37"/>
              </a:cxn>
              <a:cxn ang="0">
                <a:pos x="23" y="67"/>
              </a:cxn>
              <a:cxn ang="0">
                <a:pos x="11" y="67"/>
              </a:cxn>
              <a:cxn ang="0">
                <a:pos x="11" y="37"/>
              </a:cxn>
              <a:cxn ang="0">
                <a:pos x="0" y="37"/>
              </a:cxn>
              <a:cxn ang="0">
                <a:pos x="0" y="25"/>
              </a:cxn>
              <a:cxn ang="0">
                <a:pos x="11" y="25"/>
              </a:cxn>
              <a:cxn ang="0">
                <a:pos x="11" y="16"/>
              </a:cxn>
              <a:cxn ang="0">
                <a:pos x="26" y="0"/>
              </a:cxn>
              <a:cxn ang="0">
                <a:pos x="35" y="1"/>
              </a:cxn>
              <a:cxn ang="0">
                <a:pos x="35" y="11"/>
              </a:cxn>
            </a:cxnLst>
            <a:rect l="0" t="0" r="r" b="b"/>
            <a:pathLst>
              <a:path w="35" h="67">
                <a:moveTo>
                  <a:pt x="35" y="11"/>
                </a:moveTo>
                <a:cubicBezTo>
                  <a:pt x="29" y="11"/>
                  <a:pt x="29" y="11"/>
                  <a:pt x="29" y="11"/>
                </a:cubicBezTo>
                <a:cubicBezTo>
                  <a:pt x="24" y="11"/>
                  <a:pt x="23" y="14"/>
                  <a:pt x="23" y="17"/>
                </a:cubicBezTo>
                <a:cubicBezTo>
                  <a:pt x="23" y="25"/>
                  <a:pt x="23" y="25"/>
                  <a:pt x="23" y="25"/>
                </a:cubicBezTo>
                <a:cubicBezTo>
                  <a:pt x="35" y="25"/>
                  <a:pt x="35" y="25"/>
                  <a:pt x="35" y="25"/>
                </a:cubicBezTo>
                <a:cubicBezTo>
                  <a:pt x="33" y="37"/>
                  <a:pt x="33" y="37"/>
                  <a:pt x="33" y="37"/>
                </a:cubicBezTo>
                <a:cubicBezTo>
                  <a:pt x="23" y="37"/>
                  <a:pt x="23" y="37"/>
                  <a:pt x="23" y="37"/>
                </a:cubicBezTo>
                <a:cubicBezTo>
                  <a:pt x="23" y="67"/>
                  <a:pt x="23" y="67"/>
                  <a:pt x="23" y="67"/>
                </a:cubicBezTo>
                <a:cubicBezTo>
                  <a:pt x="11" y="67"/>
                  <a:pt x="11" y="67"/>
                  <a:pt x="11" y="67"/>
                </a:cubicBezTo>
                <a:cubicBezTo>
                  <a:pt x="11" y="37"/>
                  <a:pt x="11" y="37"/>
                  <a:pt x="11" y="37"/>
                </a:cubicBezTo>
                <a:cubicBezTo>
                  <a:pt x="0" y="37"/>
                  <a:pt x="0" y="37"/>
                  <a:pt x="0" y="37"/>
                </a:cubicBezTo>
                <a:cubicBezTo>
                  <a:pt x="0" y="25"/>
                  <a:pt x="0" y="25"/>
                  <a:pt x="0" y="25"/>
                </a:cubicBezTo>
                <a:cubicBezTo>
                  <a:pt x="11" y="25"/>
                  <a:pt x="11" y="25"/>
                  <a:pt x="11" y="25"/>
                </a:cubicBezTo>
                <a:cubicBezTo>
                  <a:pt x="11" y="16"/>
                  <a:pt x="11" y="16"/>
                  <a:pt x="11" y="16"/>
                </a:cubicBezTo>
                <a:cubicBezTo>
                  <a:pt x="11" y="6"/>
                  <a:pt x="17" y="0"/>
                  <a:pt x="26" y="0"/>
                </a:cubicBezTo>
                <a:cubicBezTo>
                  <a:pt x="30" y="0"/>
                  <a:pt x="34" y="1"/>
                  <a:pt x="35" y="1"/>
                </a:cubicBezTo>
                <a:lnTo>
                  <a:pt x="35" y="11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67204" tIns="33602" rIns="67204" bIns="33602" numCol="1" anchor="t" anchorCtr="0" compatLnSpc="1"/>
          <a:lstStyle/>
          <a:p>
            <a:endParaRPr lang="en-US" sz="975"/>
          </a:p>
        </p:txBody>
      </p:sp>
      <p:sp>
        <p:nvSpPr>
          <p:cNvPr id="17" name="Freeform 65"/>
          <p:cNvSpPr>
            <a:spLocks noEditPoints="1"/>
          </p:cNvSpPr>
          <p:nvPr/>
        </p:nvSpPr>
        <p:spPr bwMode="auto">
          <a:xfrm>
            <a:off x="7216431" y="4553990"/>
            <a:ext cx="361362" cy="397553"/>
          </a:xfrm>
          <a:custGeom>
            <a:avLst/>
            <a:gdLst/>
            <a:ahLst/>
            <a:cxnLst>
              <a:cxn ang="0">
                <a:pos x="38" y="47"/>
              </a:cxn>
              <a:cxn ang="0">
                <a:pos x="36" y="54"/>
              </a:cxn>
              <a:cxn ang="0">
                <a:pos x="17" y="63"/>
              </a:cxn>
              <a:cxn ang="0">
                <a:pos x="1" y="56"/>
              </a:cxn>
              <a:cxn ang="0">
                <a:pos x="0" y="51"/>
              </a:cxn>
              <a:cxn ang="0">
                <a:pos x="6" y="41"/>
              </a:cxn>
              <a:cxn ang="0">
                <a:pos x="21" y="37"/>
              </a:cxn>
              <a:cxn ang="0">
                <a:pos x="19" y="32"/>
              </a:cxn>
              <a:cxn ang="0">
                <a:pos x="20" y="28"/>
              </a:cxn>
              <a:cxn ang="0">
                <a:pos x="17" y="29"/>
              </a:cxn>
              <a:cxn ang="0">
                <a:pos x="4" y="16"/>
              </a:cxn>
              <a:cxn ang="0">
                <a:pos x="9" y="5"/>
              </a:cxn>
              <a:cxn ang="0">
                <a:pos x="24" y="0"/>
              </a:cxn>
              <a:cxn ang="0">
                <a:pos x="40" y="0"/>
              </a:cxn>
              <a:cxn ang="0">
                <a:pos x="35" y="3"/>
              </a:cxn>
              <a:cxn ang="0">
                <a:pos x="30" y="3"/>
              </a:cxn>
              <a:cxn ang="0">
                <a:pos x="35" y="14"/>
              </a:cxn>
              <a:cxn ang="0">
                <a:pos x="26" y="30"/>
              </a:cxn>
              <a:cxn ang="0">
                <a:pos x="38" y="47"/>
              </a:cxn>
              <a:cxn ang="0">
                <a:pos x="33" y="51"/>
              </a:cxn>
              <a:cxn ang="0">
                <a:pos x="24" y="40"/>
              </a:cxn>
              <a:cxn ang="0">
                <a:pos x="22" y="40"/>
              </a:cxn>
              <a:cxn ang="0">
                <a:pos x="7" y="49"/>
              </a:cxn>
              <a:cxn ang="0">
                <a:pos x="21" y="59"/>
              </a:cxn>
              <a:cxn ang="0">
                <a:pos x="33" y="51"/>
              </a:cxn>
              <a:cxn ang="0">
                <a:pos x="26" y="24"/>
              </a:cxn>
              <a:cxn ang="0">
                <a:pos x="28" y="18"/>
              </a:cxn>
              <a:cxn ang="0">
                <a:pos x="18" y="3"/>
              </a:cxn>
              <a:cxn ang="0">
                <a:pos x="13" y="6"/>
              </a:cxn>
              <a:cxn ang="0">
                <a:pos x="11" y="12"/>
              </a:cxn>
              <a:cxn ang="0">
                <a:pos x="21" y="26"/>
              </a:cxn>
              <a:cxn ang="0">
                <a:pos x="26" y="24"/>
              </a:cxn>
              <a:cxn ang="0">
                <a:pos x="60" y="26"/>
              </a:cxn>
              <a:cxn ang="0">
                <a:pos x="60" y="30"/>
              </a:cxn>
              <a:cxn ang="0">
                <a:pos x="52" y="30"/>
              </a:cxn>
              <a:cxn ang="0">
                <a:pos x="52" y="39"/>
              </a:cxn>
              <a:cxn ang="0">
                <a:pos x="48" y="39"/>
              </a:cxn>
              <a:cxn ang="0">
                <a:pos x="48" y="30"/>
              </a:cxn>
              <a:cxn ang="0">
                <a:pos x="40" y="30"/>
              </a:cxn>
              <a:cxn ang="0">
                <a:pos x="40" y="26"/>
              </a:cxn>
              <a:cxn ang="0">
                <a:pos x="48" y="26"/>
              </a:cxn>
              <a:cxn ang="0">
                <a:pos x="48" y="18"/>
              </a:cxn>
              <a:cxn ang="0">
                <a:pos x="52" y="18"/>
              </a:cxn>
              <a:cxn ang="0">
                <a:pos x="52" y="26"/>
              </a:cxn>
              <a:cxn ang="0">
                <a:pos x="60" y="26"/>
              </a:cxn>
            </a:cxnLst>
            <a:rect l="0" t="0" r="r" b="b"/>
            <a:pathLst>
              <a:path w="60" h="63">
                <a:moveTo>
                  <a:pt x="38" y="47"/>
                </a:moveTo>
                <a:cubicBezTo>
                  <a:pt x="38" y="50"/>
                  <a:pt x="37" y="52"/>
                  <a:pt x="36" y="54"/>
                </a:cubicBezTo>
                <a:cubicBezTo>
                  <a:pt x="32" y="61"/>
                  <a:pt x="24" y="63"/>
                  <a:pt x="17" y="63"/>
                </a:cubicBezTo>
                <a:cubicBezTo>
                  <a:pt x="11" y="63"/>
                  <a:pt x="4" y="61"/>
                  <a:pt x="1" y="56"/>
                </a:cubicBezTo>
                <a:cubicBezTo>
                  <a:pt x="0" y="55"/>
                  <a:pt x="0" y="53"/>
                  <a:pt x="0" y="51"/>
                </a:cubicBezTo>
                <a:cubicBezTo>
                  <a:pt x="0" y="47"/>
                  <a:pt x="2" y="43"/>
                  <a:pt x="6" y="41"/>
                </a:cubicBezTo>
                <a:cubicBezTo>
                  <a:pt x="10" y="38"/>
                  <a:pt x="16" y="38"/>
                  <a:pt x="21" y="37"/>
                </a:cubicBezTo>
                <a:cubicBezTo>
                  <a:pt x="20" y="35"/>
                  <a:pt x="19" y="34"/>
                  <a:pt x="19" y="32"/>
                </a:cubicBezTo>
                <a:cubicBezTo>
                  <a:pt x="19" y="30"/>
                  <a:pt x="19" y="29"/>
                  <a:pt x="20" y="28"/>
                </a:cubicBezTo>
                <a:cubicBezTo>
                  <a:pt x="19" y="29"/>
                  <a:pt x="18" y="29"/>
                  <a:pt x="17" y="29"/>
                </a:cubicBezTo>
                <a:cubicBezTo>
                  <a:pt x="10" y="29"/>
                  <a:pt x="4" y="23"/>
                  <a:pt x="4" y="16"/>
                </a:cubicBezTo>
                <a:cubicBezTo>
                  <a:pt x="4" y="11"/>
                  <a:pt x="6" y="7"/>
                  <a:pt x="9" y="5"/>
                </a:cubicBezTo>
                <a:cubicBezTo>
                  <a:pt x="13" y="1"/>
                  <a:pt x="19" y="0"/>
                  <a:pt x="24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35" y="3"/>
                  <a:pt x="35" y="3"/>
                  <a:pt x="35" y="3"/>
                </a:cubicBezTo>
                <a:cubicBezTo>
                  <a:pt x="30" y="3"/>
                  <a:pt x="30" y="3"/>
                  <a:pt x="30" y="3"/>
                </a:cubicBezTo>
                <a:cubicBezTo>
                  <a:pt x="33" y="6"/>
                  <a:pt x="35" y="9"/>
                  <a:pt x="35" y="14"/>
                </a:cubicBezTo>
                <a:cubicBezTo>
                  <a:pt x="35" y="24"/>
                  <a:pt x="26" y="25"/>
                  <a:pt x="26" y="30"/>
                </a:cubicBezTo>
                <a:cubicBezTo>
                  <a:pt x="26" y="35"/>
                  <a:pt x="38" y="37"/>
                  <a:pt x="38" y="47"/>
                </a:cubicBezTo>
                <a:close/>
                <a:moveTo>
                  <a:pt x="33" y="51"/>
                </a:moveTo>
                <a:cubicBezTo>
                  <a:pt x="33" y="45"/>
                  <a:pt x="28" y="42"/>
                  <a:pt x="24" y="40"/>
                </a:cubicBezTo>
                <a:cubicBezTo>
                  <a:pt x="23" y="40"/>
                  <a:pt x="23" y="40"/>
                  <a:pt x="22" y="40"/>
                </a:cubicBezTo>
                <a:cubicBezTo>
                  <a:pt x="16" y="40"/>
                  <a:pt x="7" y="42"/>
                  <a:pt x="7" y="49"/>
                </a:cubicBezTo>
                <a:cubicBezTo>
                  <a:pt x="7" y="57"/>
                  <a:pt x="15" y="59"/>
                  <a:pt x="21" y="59"/>
                </a:cubicBezTo>
                <a:cubicBezTo>
                  <a:pt x="26" y="59"/>
                  <a:pt x="33" y="57"/>
                  <a:pt x="33" y="51"/>
                </a:cubicBezTo>
                <a:close/>
                <a:moveTo>
                  <a:pt x="26" y="24"/>
                </a:moveTo>
                <a:cubicBezTo>
                  <a:pt x="28" y="22"/>
                  <a:pt x="28" y="20"/>
                  <a:pt x="28" y="18"/>
                </a:cubicBezTo>
                <a:cubicBezTo>
                  <a:pt x="28" y="12"/>
                  <a:pt x="25" y="3"/>
                  <a:pt x="18" y="3"/>
                </a:cubicBezTo>
                <a:cubicBezTo>
                  <a:pt x="16" y="3"/>
                  <a:pt x="14" y="4"/>
                  <a:pt x="13" y="6"/>
                </a:cubicBezTo>
                <a:cubicBezTo>
                  <a:pt x="11" y="7"/>
                  <a:pt x="11" y="9"/>
                  <a:pt x="11" y="12"/>
                </a:cubicBezTo>
                <a:cubicBezTo>
                  <a:pt x="11" y="17"/>
                  <a:pt x="14" y="26"/>
                  <a:pt x="21" y="26"/>
                </a:cubicBezTo>
                <a:cubicBezTo>
                  <a:pt x="23" y="26"/>
                  <a:pt x="25" y="25"/>
                  <a:pt x="26" y="24"/>
                </a:cubicBezTo>
                <a:close/>
                <a:moveTo>
                  <a:pt x="60" y="26"/>
                </a:moveTo>
                <a:cubicBezTo>
                  <a:pt x="60" y="30"/>
                  <a:pt x="60" y="30"/>
                  <a:pt x="60" y="30"/>
                </a:cubicBezTo>
                <a:cubicBezTo>
                  <a:pt x="52" y="30"/>
                  <a:pt x="52" y="30"/>
                  <a:pt x="52" y="30"/>
                </a:cubicBezTo>
                <a:cubicBezTo>
                  <a:pt x="52" y="39"/>
                  <a:pt x="52" y="39"/>
                  <a:pt x="52" y="39"/>
                </a:cubicBezTo>
                <a:cubicBezTo>
                  <a:pt x="48" y="39"/>
                  <a:pt x="48" y="39"/>
                  <a:pt x="48" y="39"/>
                </a:cubicBezTo>
                <a:cubicBezTo>
                  <a:pt x="48" y="30"/>
                  <a:pt x="48" y="30"/>
                  <a:pt x="48" y="30"/>
                </a:cubicBezTo>
                <a:cubicBezTo>
                  <a:pt x="40" y="30"/>
                  <a:pt x="40" y="30"/>
                  <a:pt x="40" y="30"/>
                </a:cubicBezTo>
                <a:cubicBezTo>
                  <a:pt x="40" y="26"/>
                  <a:pt x="40" y="26"/>
                  <a:pt x="40" y="26"/>
                </a:cubicBezTo>
                <a:cubicBezTo>
                  <a:pt x="48" y="26"/>
                  <a:pt x="48" y="26"/>
                  <a:pt x="48" y="26"/>
                </a:cubicBezTo>
                <a:cubicBezTo>
                  <a:pt x="48" y="18"/>
                  <a:pt x="48" y="18"/>
                  <a:pt x="48" y="18"/>
                </a:cubicBezTo>
                <a:cubicBezTo>
                  <a:pt x="52" y="18"/>
                  <a:pt x="52" y="18"/>
                  <a:pt x="52" y="18"/>
                </a:cubicBezTo>
                <a:cubicBezTo>
                  <a:pt x="52" y="26"/>
                  <a:pt x="52" y="26"/>
                  <a:pt x="52" y="26"/>
                </a:cubicBezTo>
                <a:lnTo>
                  <a:pt x="60" y="26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67204" tIns="33602" rIns="67204" bIns="33602" numCol="1" anchor="t" anchorCtr="0" compatLnSpc="1"/>
          <a:lstStyle/>
          <a:p>
            <a:endParaRPr lang="en-US" sz="975"/>
          </a:p>
        </p:txBody>
      </p:sp>
      <p:sp>
        <p:nvSpPr>
          <p:cNvPr id="18" name="Freeform 117"/>
          <p:cNvSpPr>
            <a:spLocks noEditPoints="1"/>
          </p:cNvSpPr>
          <p:nvPr/>
        </p:nvSpPr>
        <p:spPr bwMode="auto">
          <a:xfrm>
            <a:off x="6347571" y="2997684"/>
            <a:ext cx="365088" cy="368281"/>
          </a:xfrm>
          <a:custGeom>
            <a:avLst/>
            <a:gdLst/>
            <a:ahLst/>
            <a:cxnLst>
              <a:cxn ang="0">
                <a:pos x="6" y="13"/>
              </a:cxn>
              <a:cxn ang="0">
                <a:pos x="6" y="13"/>
              </a:cxn>
              <a:cxn ang="0">
                <a:pos x="0" y="7"/>
              </a:cxn>
              <a:cxn ang="0">
                <a:pos x="6" y="0"/>
              </a:cxn>
              <a:cxn ang="0">
                <a:pos x="13" y="7"/>
              </a:cxn>
              <a:cxn ang="0">
                <a:pos x="6" y="13"/>
              </a:cxn>
              <a:cxn ang="0">
                <a:pos x="12" y="53"/>
              </a:cxn>
              <a:cxn ang="0">
                <a:pos x="0" y="53"/>
              </a:cxn>
              <a:cxn ang="0">
                <a:pos x="0" y="17"/>
              </a:cxn>
              <a:cxn ang="0">
                <a:pos x="12" y="17"/>
              </a:cxn>
              <a:cxn ang="0">
                <a:pos x="12" y="53"/>
              </a:cxn>
              <a:cxn ang="0">
                <a:pos x="55" y="53"/>
              </a:cxn>
              <a:cxn ang="0">
                <a:pos x="43" y="53"/>
              </a:cxn>
              <a:cxn ang="0">
                <a:pos x="43" y="34"/>
              </a:cxn>
              <a:cxn ang="0">
                <a:pos x="37" y="26"/>
              </a:cxn>
              <a:cxn ang="0">
                <a:pos x="31" y="30"/>
              </a:cxn>
              <a:cxn ang="0">
                <a:pos x="30" y="33"/>
              </a:cxn>
              <a:cxn ang="0">
                <a:pos x="30" y="53"/>
              </a:cxn>
              <a:cxn ang="0">
                <a:pos x="19" y="53"/>
              </a:cxn>
              <a:cxn ang="0">
                <a:pos x="19" y="17"/>
              </a:cxn>
              <a:cxn ang="0">
                <a:pos x="30" y="17"/>
              </a:cxn>
              <a:cxn ang="0">
                <a:pos x="30" y="23"/>
              </a:cxn>
              <a:cxn ang="0">
                <a:pos x="30" y="23"/>
              </a:cxn>
              <a:cxn ang="0">
                <a:pos x="41" y="17"/>
              </a:cxn>
              <a:cxn ang="0">
                <a:pos x="55" y="33"/>
              </a:cxn>
              <a:cxn ang="0">
                <a:pos x="55" y="53"/>
              </a:cxn>
            </a:cxnLst>
            <a:rect l="0" t="0" r="r" b="b"/>
            <a:pathLst>
              <a:path w="55" h="53">
                <a:moveTo>
                  <a:pt x="6" y="13"/>
                </a:moveTo>
                <a:cubicBezTo>
                  <a:pt x="6" y="13"/>
                  <a:pt x="6" y="13"/>
                  <a:pt x="6" y="13"/>
                </a:cubicBezTo>
                <a:cubicBezTo>
                  <a:pt x="2" y="13"/>
                  <a:pt x="0" y="10"/>
                  <a:pt x="0" y="7"/>
                </a:cubicBezTo>
                <a:cubicBezTo>
                  <a:pt x="0" y="3"/>
                  <a:pt x="2" y="0"/>
                  <a:pt x="6" y="0"/>
                </a:cubicBezTo>
                <a:cubicBezTo>
                  <a:pt x="10" y="0"/>
                  <a:pt x="13" y="3"/>
                  <a:pt x="13" y="7"/>
                </a:cubicBezTo>
                <a:cubicBezTo>
                  <a:pt x="13" y="10"/>
                  <a:pt x="10" y="13"/>
                  <a:pt x="6" y="13"/>
                </a:cubicBezTo>
                <a:close/>
                <a:moveTo>
                  <a:pt x="12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17"/>
                  <a:pt x="0" y="17"/>
                  <a:pt x="0" y="17"/>
                </a:cubicBezTo>
                <a:cubicBezTo>
                  <a:pt x="12" y="17"/>
                  <a:pt x="12" y="17"/>
                  <a:pt x="12" y="17"/>
                </a:cubicBezTo>
                <a:lnTo>
                  <a:pt x="12" y="53"/>
                </a:lnTo>
                <a:close/>
                <a:moveTo>
                  <a:pt x="55" y="53"/>
                </a:moveTo>
                <a:cubicBezTo>
                  <a:pt x="43" y="53"/>
                  <a:pt x="43" y="53"/>
                  <a:pt x="43" y="53"/>
                </a:cubicBezTo>
                <a:cubicBezTo>
                  <a:pt x="43" y="34"/>
                  <a:pt x="43" y="34"/>
                  <a:pt x="43" y="34"/>
                </a:cubicBezTo>
                <a:cubicBezTo>
                  <a:pt x="43" y="29"/>
                  <a:pt x="41" y="26"/>
                  <a:pt x="37" y="26"/>
                </a:cubicBezTo>
                <a:cubicBezTo>
                  <a:pt x="34" y="26"/>
                  <a:pt x="32" y="28"/>
                  <a:pt x="31" y="30"/>
                </a:cubicBezTo>
                <a:cubicBezTo>
                  <a:pt x="31" y="31"/>
                  <a:pt x="30" y="32"/>
                  <a:pt x="30" y="33"/>
                </a:cubicBezTo>
                <a:cubicBezTo>
                  <a:pt x="30" y="53"/>
                  <a:pt x="30" y="53"/>
                  <a:pt x="30" y="53"/>
                </a:cubicBezTo>
                <a:cubicBezTo>
                  <a:pt x="19" y="53"/>
                  <a:pt x="19" y="53"/>
                  <a:pt x="19" y="53"/>
                </a:cubicBezTo>
                <a:cubicBezTo>
                  <a:pt x="19" y="21"/>
                  <a:pt x="19" y="17"/>
                  <a:pt x="19" y="17"/>
                </a:cubicBezTo>
                <a:cubicBezTo>
                  <a:pt x="30" y="17"/>
                  <a:pt x="30" y="17"/>
                  <a:pt x="30" y="17"/>
                </a:cubicBezTo>
                <a:cubicBezTo>
                  <a:pt x="30" y="23"/>
                  <a:pt x="30" y="23"/>
                  <a:pt x="30" y="23"/>
                </a:cubicBezTo>
                <a:cubicBezTo>
                  <a:pt x="30" y="23"/>
                  <a:pt x="30" y="23"/>
                  <a:pt x="30" y="23"/>
                </a:cubicBezTo>
                <a:cubicBezTo>
                  <a:pt x="32" y="20"/>
                  <a:pt x="35" y="17"/>
                  <a:pt x="41" y="17"/>
                </a:cubicBezTo>
                <a:cubicBezTo>
                  <a:pt x="49" y="17"/>
                  <a:pt x="55" y="22"/>
                  <a:pt x="55" y="33"/>
                </a:cubicBezTo>
                <a:lnTo>
                  <a:pt x="55" y="53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67204" tIns="33602" rIns="67204" bIns="33602" numCol="1" anchor="t" anchorCtr="0" compatLnSpc="1"/>
          <a:lstStyle/>
          <a:p>
            <a:endParaRPr lang="en-US" sz="975"/>
          </a:p>
        </p:txBody>
      </p:sp>
      <p:grpSp>
        <p:nvGrpSpPr>
          <p:cNvPr id="19" name="组合 18"/>
          <p:cNvGrpSpPr/>
          <p:nvPr/>
        </p:nvGrpSpPr>
        <p:grpSpPr>
          <a:xfrm>
            <a:off x="668803" y="2856799"/>
            <a:ext cx="2801722" cy="1135358"/>
            <a:chOff x="1626835" y="2349127"/>
            <a:chExt cx="2492110" cy="1009892"/>
          </a:xfrm>
        </p:grpSpPr>
        <p:sp>
          <p:nvSpPr>
            <p:cNvPr id="20" name="文本框 19"/>
            <p:cNvSpPr txBox="1"/>
            <p:nvPr/>
          </p:nvSpPr>
          <p:spPr>
            <a:xfrm>
              <a:off x="1806000" y="2349127"/>
              <a:ext cx="2133781" cy="30114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16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text addition</a:t>
              </a:r>
              <a:endPara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626835" y="2687681"/>
              <a:ext cx="2492110" cy="67133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print the presentation and make it </a:t>
              </a:r>
              <a:r>
                <a:rPr lang="en-US" altLang="zh-CN" sz="1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film</a:t>
              </a:r>
              <a:endPara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738888" y="5046942"/>
            <a:ext cx="2801722" cy="1135358"/>
            <a:chOff x="1626835" y="2349127"/>
            <a:chExt cx="2492110" cy="1009892"/>
          </a:xfrm>
        </p:grpSpPr>
        <p:sp>
          <p:nvSpPr>
            <p:cNvPr id="23" name="文本框 22"/>
            <p:cNvSpPr txBox="1"/>
            <p:nvPr/>
          </p:nvSpPr>
          <p:spPr>
            <a:xfrm>
              <a:off x="1806000" y="2349127"/>
              <a:ext cx="2133781" cy="30114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16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text addition</a:t>
              </a:r>
              <a:endPara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1626835" y="2687681"/>
              <a:ext cx="2492110" cy="67133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print the presentation and make it </a:t>
              </a:r>
              <a:r>
                <a:rPr lang="en-US" altLang="zh-CN" sz="1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film</a:t>
              </a:r>
              <a:endPara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8714427" y="2848662"/>
            <a:ext cx="2801722" cy="1135358"/>
            <a:chOff x="1626835" y="2349127"/>
            <a:chExt cx="2492110" cy="1009892"/>
          </a:xfrm>
        </p:grpSpPr>
        <p:sp>
          <p:nvSpPr>
            <p:cNvPr id="26" name="文本框 25"/>
            <p:cNvSpPr txBox="1"/>
            <p:nvPr/>
          </p:nvSpPr>
          <p:spPr>
            <a:xfrm>
              <a:off x="1806000" y="2349127"/>
              <a:ext cx="2133781" cy="30114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16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text addition</a:t>
              </a:r>
              <a:endPara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626835" y="2687681"/>
              <a:ext cx="2492110" cy="67133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print the presentation and make it </a:t>
              </a:r>
              <a:r>
                <a:rPr lang="en-US" altLang="zh-CN" sz="1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film</a:t>
              </a:r>
              <a:endPara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8784512" y="5038805"/>
            <a:ext cx="2801722" cy="1135358"/>
            <a:chOff x="1626835" y="2349127"/>
            <a:chExt cx="2492110" cy="1009892"/>
          </a:xfrm>
        </p:grpSpPr>
        <p:sp>
          <p:nvSpPr>
            <p:cNvPr id="29" name="文本框 28"/>
            <p:cNvSpPr txBox="1"/>
            <p:nvPr/>
          </p:nvSpPr>
          <p:spPr>
            <a:xfrm>
              <a:off x="1806000" y="2349127"/>
              <a:ext cx="2133781" cy="30114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16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text addition</a:t>
              </a:r>
              <a:endPara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1626835" y="2687681"/>
              <a:ext cx="2492110" cy="67133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print the presentation and make it </a:t>
              </a:r>
              <a:r>
                <a:rPr lang="en-US" altLang="zh-CN" sz="1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film</a:t>
              </a:r>
              <a:endPara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2247265" y="615315"/>
            <a:ext cx="566674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4400" b="1" dirty="0">
                <a:gradFill>
                  <a:gsLst>
                    <a:gs pos="0">
                      <a:srgbClr val="3A543B"/>
                    </a:gs>
                    <a:gs pos="100000">
                      <a:srgbClr val="AA9D67"/>
                    </a:gs>
                  </a:gsLst>
                  <a:lin ang="0" scaled="0"/>
                </a:gradFill>
                <a:latin typeface="Arial" panose="020B0604020202090204" pitchFamily="34" charset="0"/>
                <a:ea typeface="张海山锐线体2.0" panose="02000000000000000000" pitchFamily="2" charset="-122"/>
                <a:cs typeface="Arial" panose="020B0604020202090204" pitchFamily="34" charset="0"/>
              </a:rPr>
              <a:t>Title text addition</a:t>
            </a:r>
            <a:endParaRPr lang="en-US" altLang="zh-CN" sz="4400" b="1" dirty="0">
              <a:gradFill>
                <a:gsLst>
                  <a:gs pos="0">
                    <a:srgbClr val="3A543B"/>
                  </a:gs>
                  <a:gs pos="100000">
                    <a:srgbClr val="AA9D67"/>
                  </a:gs>
                </a:gsLst>
                <a:lin ang="0" scaled="0"/>
              </a:gradFill>
              <a:latin typeface="Arial" panose="020B0604020202090204" pitchFamily="34" charset="0"/>
              <a:ea typeface="张海山锐线体2.0" panose="02000000000000000000" pitchFamily="2" charset="-122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4E5E0"/>
            </a:gs>
            <a:gs pos="100000">
              <a:srgbClr val="F0F0F0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"/>
          <p:cNvSpPr>
            <a:spLocks noChangeArrowheads="1"/>
          </p:cNvSpPr>
          <p:nvPr/>
        </p:nvSpPr>
        <p:spPr bwMode="auto">
          <a:xfrm rot="5400000">
            <a:off x="2598761" y="-1180800"/>
            <a:ext cx="915746" cy="869424"/>
          </a:xfrm>
          <a:prstGeom prst="rect">
            <a:avLst/>
          </a:prstGeom>
          <a:solidFill>
            <a:srgbClr val="3A543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 bwMode="auto">
          <a:xfrm rot="5400000">
            <a:off x="3468185" y="-1180800"/>
            <a:ext cx="915746" cy="869424"/>
          </a:xfrm>
          <a:prstGeom prst="rect">
            <a:avLst/>
          </a:prstGeom>
          <a:solidFill>
            <a:srgbClr val="AA9D6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840" t="6602" r="6244" b="6074"/>
          <a:stretch>
            <a:fillRect/>
          </a:stretch>
        </p:blipFill>
        <p:spPr>
          <a:xfrm flipH="1" flipV="1">
            <a:off x="3079508" y="872695"/>
            <a:ext cx="3924619" cy="5289705"/>
          </a:xfrm>
          <a:custGeom>
            <a:avLst/>
            <a:gdLst>
              <a:gd name="connsiteX0" fmla="*/ 180303 w 2369712"/>
              <a:gd name="connsiteY0" fmla="*/ 180304 h 3193960"/>
              <a:gd name="connsiteX1" fmla="*/ 180303 w 2369712"/>
              <a:gd name="connsiteY1" fmla="*/ 2991118 h 3193960"/>
              <a:gd name="connsiteX2" fmla="*/ 2176528 w 2369712"/>
              <a:gd name="connsiteY2" fmla="*/ 2991118 h 3193960"/>
              <a:gd name="connsiteX3" fmla="*/ 2176528 w 2369712"/>
              <a:gd name="connsiteY3" fmla="*/ 180304 h 3193960"/>
              <a:gd name="connsiteX4" fmla="*/ 0 w 2369712"/>
              <a:gd name="connsiteY4" fmla="*/ 0 h 3193960"/>
              <a:gd name="connsiteX5" fmla="*/ 2369712 w 2369712"/>
              <a:gd name="connsiteY5" fmla="*/ 0 h 3193960"/>
              <a:gd name="connsiteX6" fmla="*/ 2369712 w 2369712"/>
              <a:gd name="connsiteY6" fmla="*/ 3193960 h 3193960"/>
              <a:gd name="connsiteX7" fmla="*/ 0 w 2369712"/>
              <a:gd name="connsiteY7" fmla="*/ 3193960 h 3193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69712" h="3193960">
                <a:moveTo>
                  <a:pt x="180303" y="180304"/>
                </a:moveTo>
                <a:lnTo>
                  <a:pt x="180303" y="2991118"/>
                </a:lnTo>
                <a:lnTo>
                  <a:pt x="2176528" y="2991118"/>
                </a:lnTo>
                <a:lnTo>
                  <a:pt x="2176528" y="180304"/>
                </a:lnTo>
                <a:close/>
                <a:moveTo>
                  <a:pt x="0" y="0"/>
                </a:moveTo>
                <a:lnTo>
                  <a:pt x="2369712" y="0"/>
                </a:lnTo>
                <a:lnTo>
                  <a:pt x="2369712" y="3193960"/>
                </a:lnTo>
                <a:lnTo>
                  <a:pt x="0" y="3193960"/>
                </a:lnTo>
                <a:close/>
              </a:path>
            </a:pathLst>
          </a:custGeom>
        </p:spPr>
      </p:pic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5" t="5898" r="33568" b="7130"/>
          <a:stretch>
            <a:fillRect/>
          </a:stretch>
        </p:blipFill>
        <p:spPr>
          <a:xfrm flipH="1" flipV="1">
            <a:off x="2141181" y="-443489"/>
            <a:ext cx="8814613" cy="5016612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3817136" y="1403097"/>
            <a:ext cx="125867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0" b="1" dirty="0" smtClean="0">
                <a:solidFill>
                  <a:srgbClr val="3A543B"/>
                </a:solidFill>
                <a:latin typeface="张海山锐线体2.0" panose="02000000000000000000" pitchFamily="2" charset="-122"/>
                <a:ea typeface="张海山锐线体2.0" panose="02000000000000000000" pitchFamily="2" charset="-122"/>
              </a:rPr>
              <a:t>02</a:t>
            </a:r>
            <a:endParaRPr lang="zh-CN" altLang="en-US" sz="8000" b="1" dirty="0">
              <a:solidFill>
                <a:srgbClr val="3A543B"/>
              </a:solidFill>
              <a:latin typeface="张海山锐线体2.0" panose="02000000000000000000" pitchFamily="2" charset="-122"/>
              <a:ea typeface="张海山锐线体2.0" panose="02000000000000000000" pitchFamily="2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079508" y="4380250"/>
            <a:ext cx="3838623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AA9D67"/>
                </a:solidFill>
                <a:latin typeface="Arial" panose="020B0604020202090204" pitchFamily="34" charset="0"/>
                <a:ea typeface="张海山锐线体2.0" panose="02000000000000000000" pitchFamily="2" charset="-122"/>
                <a:cs typeface="Arial" panose="020B0604020202090204" pitchFamily="34" charset="0"/>
              </a:rPr>
              <a:t>Education policy</a:t>
            </a:r>
            <a:endParaRPr lang="zh-CN" altLang="en-US" sz="4400" b="1" dirty="0">
              <a:solidFill>
                <a:srgbClr val="AA9D67"/>
              </a:solidFill>
              <a:latin typeface="张海山锐线体2.0" panose="02000000000000000000" pitchFamily="2" charset="-122"/>
              <a:ea typeface="张海山锐线体2.0" panose="020000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4E5E0"/>
            </a:gs>
            <a:gs pos="100000">
              <a:srgbClr val="F0F0F0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3"/>
          <p:cNvSpPr>
            <a:spLocks noChangeArrowheads="1"/>
          </p:cNvSpPr>
          <p:nvPr/>
        </p:nvSpPr>
        <p:spPr bwMode="auto">
          <a:xfrm rot="16200000" flipH="1">
            <a:off x="3468750" y="-2103914"/>
            <a:ext cx="1189584" cy="6089247"/>
          </a:xfrm>
          <a:prstGeom prst="rect">
            <a:avLst/>
          </a:prstGeom>
          <a:noFill/>
          <a:ln w="38100">
            <a:gradFill>
              <a:gsLst>
                <a:gs pos="0">
                  <a:srgbClr val="3A543B"/>
                </a:gs>
                <a:gs pos="100000">
                  <a:srgbClr val="AA9D67"/>
                </a:gs>
              </a:gsLst>
              <a:lin ang="5400000" scaled="1"/>
            </a:gra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 rot="5400000">
            <a:off x="2598761" y="-1180800"/>
            <a:ext cx="915746" cy="869424"/>
          </a:xfrm>
          <a:prstGeom prst="rect">
            <a:avLst/>
          </a:prstGeom>
          <a:solidFill>
            <a:srgbClr val="3A543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 bwMode="auto">
          <a:xfrm rot="5400000">
            <a:off x="3468185" y="-1180800"/>
            <a:ext cx="915746" cy="869424"/>
          </a:xfrm>
          <a:prstGeom prst="rect">
            <a:avLst/>
          </a:prstGeom>
          <a:solidFill>
            <a:srgbClr val="AA9D6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5" t="5898" r="33568" b="7130"/>
          <a:stretch>
            <a:fillRect/>
          </a:stretch>
        </p:blipFill>
        <p:spPr>
          <a:xfrm flipV="1">
            <a:off x="0" y="0"/>
            <a:ext cx="2325299" cy="1323385"/>
          </a:xfrm>
          <a:prstGeom prst="rect">
            <a:avLst/>
          </a:prstGeom>
        </p:spPr>
      </p:pic>
      <p:sp>
        <p:nvSpPr>
          <p:cNvPr id="9" name="Freeform 6"/>
          <p:cNvSpPr/>
          <p:nvPr/>
        </p:nvSpPr>
        <p:spPr bwMode="auto">
          <a:xfrm>
            <a:off x="956054" y="2500062"/>
            <a:ext cx="2679700" cy="3058319"/>
          </a:xfrm>
          <a:custGeom>
            <a:avLst/>
            <a:gdLst>
              <a:gd name="T0" fmla="*/ 240 w 290"/>
              <a:gd name="T1" fmla="*/ 54 h 331"/>
              <a:gd name="T2" fmla="*/ 54 w 290"/>
              <a:gd name="T3" fmla="*/ 50 h 331"/>
              <a:gd name="T4" fmla="*/ 50 w 290"/>
              <a:gd name="T5" fmla="*/ 236 h 331"/>
              <a:gd name="T6" fmla="*/ 140 w 290"/>
              <a:gd name="T7" fmla="*/ 331 h 331"/>
              <a:gd name="T8" fmla="*/ 235 w 290"/>
              <a:gd name="T9" fmla="*/ 240 h 331"/>
              <a:gd name="T10" fmla="*/ 240 w 290"/>
              <a:gd name="T11" fmla="*/ 54 h 3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90" h="331">
                <a:moveTo>
                  <a:pt x="240" y="54"/>
                </a:moveTo>
                <a:cubicBezTo>
                  <a:pt x="189" y="2"/>
                  <a:pt x="106" y="0"/>
                  <a:pt x="54" y="50"/>
                </a:cubicBezTo>
                <a:cubicBezTo>
                  <a:pt x="2" y="100"/>
                  <a:pt x="0" y="183"/>
                  <a:pt x="50" y="236"/>
                </a:cubicBezTo>
                <a:cubicBezTo>
                  <a:pt x="140" y="331"/>
                  <a:pt x="140" y="331"/>
                  <a:pt x="140" y="331"/>
                </a:cubicBezTo>
                <a:cubicBezTo>
                  <a:pt x="235" y="240"/>
                  <a:pt x="235" y="240"/>
                  <a:pt x="235" y="240"/>
                </a:cubicBezTo>
                <a:cubicBezTo>
                  <a:pt x="288" y="190"/>
                  <a:pt x="290" y="107"/>
                  <a:pt x="240" y="54"/>
                </a:cubicBezTo>
                <a:close/>
              </a:path>
            </a:pathLst>
          </a:custGeom>
          <a:solidFill>
            <a:srgbClr val="3A543B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th-TH" sz="900"/>
          </a:p>
        </p:txBody>
      </p:sp>
      <p:sp>
        <p:nvSpPr>
          <p:cNvPr id="12" name="Freeform 9"/>
          <p:cNvSpPr/>
          <p:nvPr/>
        </p:nvSpPr>
        <p:spPr bwMode="auto">
          <a:xfrm>
            <a:off x="1334673" y="3728787"/>
            <a:ext cx="1940719" cy="989013"/>
          </a:xfrm>
          <a:custGeom>
            <a:avLst/>
            <a:gdLst>
              <a:gd name="T0" fmla="*/ 0 w 210"/>
              <a:gd name="T1" fmla="*/ 0 h 107"/>
              <a:gd name="T2" fmla="*/ 0 w 210"/>
              <a:gd name="T3" fmla="*/ 1 h 107"/>
              <a:gd name="T4" fmla="*/ 105 w 210"/>
              <a:gd name="T5" fmla="*/ 107 h 107"/>
              <a:gd name="T6" fmla="*/ 210 w 210"/>
              <a:gd name="T7" fmla="*/ 1 h 107"/>
              <a:gd name="T8" fmla="*/ 210 w 210"/>
              <a:gd name="T9" fmla="*/ 0 h 107"/>
              <a:gd name="T10" fmla="*/ 0 w 210"/>
              <a:gd name="T11" fmla="*/ 0 h 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10" h="107">
                <a:moveTo>
                  <a:pt x="0" y="0"/>
                </a:moveTo>
                <a:cubicBezTo>
                  <a:pt x="0" y="0"/>
                  <a:pt x="0" y="1"/>
                  <a:pt x="0" y="1"/>
                </a:cubicBezTo>
                <a:cubicBezTo>
                  <a:pt x="0" y="59"/>
                  <a:pt x="47" y="107"/>
                  <a:pt x="105" y="107"/>
                </a:cubicBezTo>
                <a:cubicBezTo>
                  <a:pt x="163" y="107"/>
                  <a:pt x="210" y="59"/>
                  <a:pt x="210" y="1"/>
                </a:cubicBezTo>
                <a:cubicBezTo>
                  <a:pt x="210" y="1"/>
                  <a:pt x="210" y="0"/>
                  <a:pt x="21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EEEFEE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th-TH" sz="900"/>
          </a:p>
        </p:txBody>
      </p:sp>
      <p:grpSp>
        <p:nvGrpSpPr>
          <p:cNvPr id="14" name="กลุ่ม 130"/>
          <p:cNvGrpSpPr/>
          <p:nvPr/>
        </p:nvGrpSpPr>
        <p:grpSpPr>
          <a:xfrm>
            <a:off x="1972054" y="3022673"/>
            <a:ext cx="554453" cy="490848"/>
            <a:chOff x="8022698" y="10553700"/>
            <a:chExt cx="733425" cy="649288"/>
          </a:xfrm>
          <a:solidFill>
            <a:schemeClr val="bg1"/>
          </a:solidFill>
        </p:grpSpPr>
        <p:sp>
          <p:nvSpPr>
            <p:cNvPr id="15" name="Freeform 198"/>
            <p:cNvSpPr>
              <a:spLocks noEditPoints="1"/>
            </p:cNvSpPr>
            <p:nvPr/>
          </p:nvSpPr>
          <p:spPr bwMode="auto">
            <a:xfrm>
              <a:off x="8022698" y="10553700"/>
              <a:ext cx="733425" cy="649288"/>
            </a:xfrm>
            <a:custGeom>
              <a:avLst/>
              <a:gdLst>
                <a:gd name="T0" fmla="*/ 66 w 77"/>
                <a:gd name="T1" fmla="*/ 0 h 68"/>
                <a:gd name="T2" fmla="*/ 11 w 77"/>
                <a:gd name="T3" fmla="*/ 0 h 68"/>
                <a:gd name="T4" fmla="*/ 0 w 77"/>
                <a:gd name="T5" fmla="*/ 11 h 68"/>
                <a:gd name="T6" fmla="*/ 0 w 77"/>
                <a:gd name="T7" fmla="*/ 46 h 68"/>
                <a:gd name="T8" fmla="*/ 11 w 77"/>
                <a:gd name="T9" fmla="*/ 57 h 68"/>
                <a:gd name="T10" fmla="*/ 29 w 77"/>
                <a:gd name="T11" fmla="*/ 57 h 68"/>
                <a:gd name="T12" fmla="*/ 28 w 77"/>
                <a:gd name="T13" fmla="*/ 65 h 68"/>
                <a:gd name="T14" fmla="*/ 26 w 77"/>
                <a:gd name="T15" fmla="*/ 65 h 68"/>
                <a:gd name="T16" fmla="*/ 21 w 77"/>
                <a:gd name="T17" fmla="*/ 65 h 68"/>
                <a:gd name="T18" fmla="*/ 20 w 77"/>
                <a:gd name="T19" fmla="*/ 67 h 68"/>
                <a:gd name="T20" fmla="*/ 21 w 77"/>
                <a:gd name="T21" fmla="*/ 68 h 68"/>
                <a:gd name="T22" fmla="*/ 56 w 77"/>
                <a:gd name="T23" fmla="*/ 68 h 68"/>
                <a:gd name="T24" fmla="*/ 57 w 77"/>
                <a:gd name="T25" fmla="*/ 67 h 68"/>
                <a:gd name="T26" fmla="*/ 56 w 77"/>
                <a:gd name="T27" fmla="*/ 65 h 68"/>
                <a:gd name="T28" fmla="*/ 51 w 77"/>
                <a:gd name="T29" fmla="*/ 65 h 68"/>
                <a:gd name="T30" fmla="*/ 49 w 77"/>
                <a:gd name="T31" fmla="*/ 65 h 68"/>
                <a:gd name="T32" fmla="*/ 48 w 77"/>
                <a:gd name="T33" fmla="*/ 57 h 68"/>
                <a:gd name="T34" fmla="*/ 66 w 77"/>
                <a:gd name="T35" fmla="*/ 57 h 68"/>
                <a:gd name="T36" fmla="*/ 77 w 77"/>
                <a:gd name="T37" fmla="*/ 46 h 68"/>
                <a:gd name="T38" fmla="*/ 77 w 77"/>
                <a:gd name="T39" fmla="*/ 11 h 68"/>
                <a:gd name="T40" fmla="*/ 66 w 77"/>
                <a:gd name="T41" fmla="*/ 0 h 68"/>
                <a:gd name="T42" fmla="*/ 11 w 77"/>
                <a:gd name="T43" fmla="*/ 3 h 68"/>
                <a:gd name="T44" fmla="*/ 66 w 77"/>
                <a:gd name="T45" fmla="*/ 3 h 68"/>
                <a:gd name="T46" fmla="*/ 73 w 77"/>
                <a:gd name="T47" fmla="*/ 11 h 68"/>
                <a:gd name="T48" fmla="*/ 73 w 77"/>
                <a:gd name="T49" fmla="*/ 41 h 68"/>
                <a:gd name="T50" fmla="*/ 3 w 77"/>
                <a:gd name="T51" fmla="*/ 41 h 68"/>
                <a:gd name="T52" fmla="*/ 3 w 77"/>
                <a:gd name="T53" fmla="*/ 11 h 68"/>
                <a:gd name="T54" fmla="*/ 11 w 77"/>
                <a:gd name="T55" fmla="*/ 3 h 68"/>
                <a:gd name="T56" fmla="*/ 46 w 77"/>
                <a:gd name="T57" fmla="*/ 65 h 68"/>
                <a:gd name="T58" fmla="*/ 31 w 77"/>
                <a:gd name="T59" fmla="*/ 65 h 68"/>
                <a:gd name="T60" fmla="*/ 32 w 77"/>
                <a:gd name="T61" fmla="*/ 57 h 68"/>
                <a:gd name="T62" fmla="*/ 45 w 77"/>
                <a:gd name="T63" fmla="*/ 57 h 68"/>
                <a:gd name="T64" fmla="*/ 46 w 77"/>
                <a:gd name="T65" fmla="*/ 65 h 68"/>
                <a:gd name="T66" fmla="*/ 66 w 77"/>
                <a:gd name="T67" fmla="*/ 53 h 68"/>
                <a:gd name="T68" fmla="*/ 11 w 77"/>
                <a:gd name="T69" fmla="*/ 53 h 68"/>
                <a:gd name="T70" fmla="*/ 3 w 77"/>
                <a:gd name="T71" fmla="*/ 46 h 68"/>
                <a:gd name="T72" fmla="*/ 3 w 77"/>
                <a:gd name="T73" fmla="*/ 44 h 68"/>
                <a:gd name="T74" fmla="*/ 73 w 77"/>
                <a:gd name="T75" fmla="*/ 44 h 68"/>
                <a:gd name="T76" fmla="*/ 73 w 77"/>
                <a:gd name="T77" fmla="*/ 46 h 68"/>
                <a:gd name="T78" fmla="*/ 66 w 77"/>
                <a:gd name="T79" fmla="*/ 53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7" h="68">
                  <a:moveTo>
                    <a:pt x="66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52"/>
                    <a:pt x="5" y="57"/>
                    <a:pt x="11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60"/>
                    <a:pt x="29" y="64"/>
                    <a:pt x="28" y="65"/>
                  </a:cubicBezTo>
                  <a:cubicBezTo>
                    <a:pt x="27" y="65"/>
                    <a:pt x="27" y="65"/>
                    <a:pt x="26" y="65"/>
                  </a:cubicBezTo>
                  <a:cubicBezTo>
                    <a:pt x="21" y="65"/>
                    <a:pt x="21" y="65"/>
                    <a:pt x="21" y="65"/>
                  </a:cubicBezTo>
                  <a:cubicBezTo>
                    <a:pt x="20" y="65"/>
                    <a:pt x="20" y="66"/>
                    <a:pt x="20" y="67"/>
                  </a:cubicBezTo>
                  <a:cubicBezTo>
                    <a:pt x="20" y="68"/>
                    <a:pt x="20" y="68"/>
                    <a:pt x="21" y="68"/>
                  </a:cubicBezTo>
                  <a:cubicBezTo>
                    <a:pt x="56" y="68"/>
                    <a:pt x="56" y="68"/>
                    <a:pt x="56" y="68"/>
                  </a:cubicBezTo>
                  <a:cubicBezTo>
                    <a:pt x="57" y="68"/>
                    <a:pt x="57" y="68"/>
                    <a:pt x="57" y="67"/>
                  </a:cubicBezTo>
                  <a:cubicBezTo>
                    <a:pt x="57" y="66"/>
                    <a:pt x="57" y="65"/>
                    <a:pt x="56" y="65"/>
                  </a:cubicBezTo>
                  <a:cubicBezTo>
                    <a:pt x="51" y="65"/>
                    <a:pt x="51" y="65"/>
                    <a:pt x="51" y="65"/>
                  </a:cubicBezTo>
                  <a:cubicBezTo>
                    <a:pt x="50" y="65"/>
                    <a:pt x="50" y="65"/>
                    <a:pt x="49" y="65"/>
                  </a:cubicBezTo>
                  <a:cubicBezTo>
                    <a:pt x="48" y="64"/>
                    <a:pt x="48" y="60"/>
                    <a:pt x="48" y="57"/>
                  </a:cubicBezTo>
                  <a:cubicBezTo>
                    <a:pt x="66" y="57"/>
                    <a:pt x="66" y="57"/>
                    <a:pt x="66" y="57"/>
                  </a:cubicBezTo>
                  <a:cubicBezTo>
                    <a:pt x="72" y="57"/>
                    <a:pt x="77" y="52"/>
                    <a:pt x="77" y="46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7" y="5"/>
                    <a:pt x="72" y="0"/>
                    <a:pt x="66" y="0"/>
                  </a:cubicBezTo>
                  <a:close/>
                  <a:moveTo>
                    <a:pt x="11" y="3"/>
                  </a:moveTo>
                  <a:cubicBezTo>
                    <a:pt x="66" y="3"/>
                    <a:pt x="66" y="3"/>
                    <a:pt x="66" y="3"/>
                  </a:cubicBezTo>
                  <a:cubicBezTo>
                    <a:pt x="70" y="3"/>
                    <a:pt x="73" y="7"/>
                    <a:pt x="73" y="1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3" y="7"/>
                    <a:pt x="7" y="3"/>
                    <a:pt x="11" y="3"/>
                  </a:cubicBezTo>
                  <a:close/>
                  <a:moveTo>
                    <a:pt x="46" y="65"/>
                  </a:moveTo>
                  <a:cubicBezTo>
                    <a:pt x="31" y="65"/>
                    <a:pt x="31" y="65"/>
                    <a:pt x="31" y="65"/>
                  </a:cubicBezTo>
                  <a:cubicBezTo>
                    <a:pt x="32" y="63"/>
                    <a:pt x="32" y="60"/>
                    <a:pt x="32" y="57"/>
                  </a:cubicBezTo>
                  <a:cubicBezTo>
                    <a:pt x="45" y="57"/>
                    <a:pt x="45" y="57"/>
                    <a:pt x="45" y="57"/>
                  </a:cubicBezTo>
                  <a:cubicBezTo>
                    <a:pt x="45" y="60"/>
                    <a:pt x="45" y="63"/>
                    <a:pt x="46" y="65"/>
                  </a:cubicBezTo>
                  <a:close/>
                  <a:moveTo>
                    <a:pt x="66" y="53"/>
                  </a:moveTo>
                  <a:cubicBezTo>
                    <a:pt x="11" y="53"/>
                    <a:pt x="11" y="53"/>
                    <a:pt x="11" y="53"/>
                  </a:cubicBezTo>
                  <a:cubicBezTo>
                    <a:pt x="7" y="53"/>
                    <a:pt x="3" y="50"/>
                    <a:pt x="3" y="46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3" y="44"/>
                    <a:pt x="73" y="44"/>
                    <a:pt x="73" y="44"/>
                  </a:cubicBezTo>
                  <a:cubicBezTo>
                    <a:pt x="73" y="46"/>
                    <a:pt x="73" y="46"/>
                    <a:pt x="73" y="46"/>
                  </a:cubicBezTo>
                  <a:cubicBezTo>
                    <a:pt x="73" y="50"/>
                    <a:pt x="70" y="53"/>
                    <a:pt x="66" y="5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45720" tIns="22860" rIns="45720" bIns="22860" numCol="1" anchor="t" anchorCtr="0" compatLnSpc="1"/>
            <a:lstStyle/>
            <a:p>
              <a:endParaRPr lang="th-TH" sz="900"/>
            </a:p>
          </p:txBody>
        </p:sp>
        <p:sp>
          <p:nvSpPr>
            <p:cNvPr id="16" name="Oval 199"/>
            <p:cNvSpPr>
              <a:spLocks noChangeArrowheads="1"/>
            </p:cNvSpPr>
            <p:nvPr/>
          </p:nvSpPr>
          <p:spPr bwMode="auto">
            <a:xfrm>
              <a:off x="8365598" y="10983912"/>
              <a:ext cx="47625" cy="4762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45720" tIns="22860" rIns="45720" bIns="22860" numCol="1" anchor="t" anchorCtr="0" compatLnSpc="1"/>
            <a:lstStyle/>
            <a:p>
              <a:endParaRPr lang="th-TH" sz="900"/>
            </a:p>
          </p:txBody>
        </p:sp>
      </p:grpSp>
      <p:sp>
        <p:nvSpPr>
          <p:cNvPr id="17" name="Freeform 6"/>
          <p:cNvSpPr/>
          <p:nvPr/>
        </p:nvSpPr>
        <p:spPr bwMode="auto">
          <a:xfrm>
            <a:off x="3470654" y="2510381"/>
            <a:ext cx="2679700" cy="3058319"/>
          </a:xfrm>
          <a:custGeom>
            <a:avLst/>
            <a:gdLst>
              <a:gd name="T0" fmla="*/ 240 w 290"/>
              <a:gd name="T1" fmla="*/ 54 h 331"/>
              <a:gd name="T2" fmla="*/ 54 w 290"/>
              <a:gd name="T3" fmla="*/ 50 h 331"/>
              <a:gd name="T4" fmla="*/ 50 w 290"/>
              <a:gd name="T5" fmla="*/ 236 h 331"/>
              <a:gd name="T6" fmla="*/ 140 w 290"/>
              <a:gd name="T7" fmla="*/ 331 h 331"/>
              <a:gd name="T8" fmla="*/ 235 w 290"/>
              <a:gd name="T9" fmla="*/ 240 h 331"/>
              <a:gd name="T10" fmla="*/ 240 w 290"/>
              <a:gd name="T11" fmla="*/ 54 h 3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90" h="331">
                <a:moveTo>
                  <a:pt x="240" y="54"/>
                </a:moveTo>
                <a:cubicBezTo>
                  <a:pt x="189" y="2"/>
                  <a:pt x="106" y="0"/>
                  <a:pt x="54" y="50"/>
                </a:cubicBezTo>
                <a:cubicBezTo>
                  <a:pt x="2" y="100"/>
                  <a:pt x="0" y="183"/>
                  <a:pt x="50" y="236"/>
                </a:cubicBezTo>
                <a:cubicBezTo>
                  <a:pt x="140" y="331"/>
                  <a:pt x="140" y="331"/>
                  <a:pt x="140" y="331"/>
                </a:cubicBezTo>
                <a:cubicBezTo>
                  <a:pt x="235" y="240"/>
                  <a:pt x="235" y="240"/>
                  <a:pt x="235" y="240"/>
                </a:cubicBezTo>
                <a:cubicBezTo>
                  <a:pt x="288" y="190"/>
                  <a:pt x="290" y="107"/>
                  <a:pt x="240" y="54"/>
                </a:cubicBezTo>
                <a:close/>
              </a:path>
            </a:pathLst>
          </a:custGeom>
          <a:solidFill>
            <a:srgbClr val="AA9D67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th-TH" sz="900"/>
          </a:p>
        </p:txBody>
      </p:sp>
      <p:sp>
        <p:nvSpPr>
          <p:cNvPr id="18" name="Freeform 9"/>
          <p:cNvSpPr/>
          <p:nvPr/>
        </p:nvSpPr>
        <p:spPr bwMode="auto">
          <a:xfrm>
            <a:off x="3849273" y="3739106"/>
            <a:ext cx="1940719" cy="989013"/>
          </a:xfrm>
          <a:custGeom>
            <a:avLst/>
            <a:gdLst>
              <a:gd name="T0" fmla="*/ 0 w 210"/>
              <a:gd name="T1" fmla="*/ 0 h 107"/>
              <a:gd name="T2" fmla="*/ 0 w 210"/>
              <a:gd name="T3" fmla="*/ 1 h 107"/>
              <a:gd name="T4" fmla="*/ 105 w 210"/>
              <a:gd name="T5" fmla="*/ 107 h 107"/>
              <a:gd name="T6" fmla="*/ 210 w 210"/>
              <a:gd name="T7" fmla="*/ 1 h 107"/>
              <a:gd name="T8" fmla="*/ 210 w 210"/>
              <a:gd name="T9" fmla="*/ 0 h 107"/>
              <a:gd name="T10" fmla="*/ 0 w 210"/>
              <a:gd name="T11" fmla="*/ 0 h 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10" h="107">
                <a:moveTo>
                  <a:pt x="0" y="0"/>
                </a:moveTo>
                <a:cubicBezTo>
                  <a:pt x="0" y="0"/>
                  <a:pt x="0" y="1"/>
                  <a:pt x="0" y="1"/>
                </a:cubicBezTo>
                <a:cubicBezTo>
                  <a:pt x="0" y="59"/>
                  <a:pt x="47" y="107"/>
                  <a:pt x="105" y="107"/>
                </a:cubicBezTo>
                <a:cubicBezTo>
                  <a:pt x="163" y="107"/>
                  <a:pt x="210" y="59"/>
                  <a:pt x="210" y="1"/>
                </a:cubicBezTo>
                <a:cubicBezTo>
                  <a:pt x="210" y="1"/>
                  <a:pt x="210" y="0"/>
                  <a:pt x="21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EEEFEE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th-TH" sz="900"/>
          </a:p>
        </p:txBody>
      </p:sp>
      <p:sp>
        <p:nvSpPr>
          <p:cNvPr id="20" name="Freeform 102"/>
          <p:cNvSpPr>
            <a:spLocks noEditPoints="1"/>
          </p:cNvSpPr>
          <p:nvPr/>
        </p:nvSpPr>
        <p:spPr bwMode="auto">
          <a:xfrm>
            <a:off x="4590214" y="2973677"/>
            <a:ext cx="482447" cy="446443"/>
          </a:xfrm>
          <a:custGeom>
            <a:avLst/>
            <a:gdLst>
              <a:gd name="T0" fmla="*/ 59 w 67"/>
              <a:gd name="T1" fmla="*/ 44 h 62"/>
              <a:gd name="T2" fmla="*/ 59 w 67"/>
              <a:gd name="T3" fmla="*/ 35 h 62"/>
              <a:gd name="T4" fmla="*/ 58 w 67"/>
              <a:gd name="T5" fmla="*/ 33 h 62"/>
              <a:gd name="T6" fmla="*/ 53 w 67"/>
              <a:gd name="T7" fmla="*/ 33 h 62"/>
              <a:gd name="T8" fmla="*/ 50 w 67"/>
              <a:gd name="T9" fmla="*/ 33 h 62"/>
              <a:gd name="T10" fmla="*/ 35 w 67"/>
              <a:gd name="T11" fmla="*/ 33 h 62"/>
              <a:gd name="T12" fmla="*/ 35 w 67"/>
              <a:gd name="T13" fmla="*/ 19 h 62"/>
              <a:gd name="T14" fmla="*/ 43 w 67"/>
              <a:gd name="T15" fmla="*/ 10 h 62"/>
              <a:gd name="T16" fmla="*/ 34 w 67"/>
              <a:gd name="T17" fmla="*/ 0 h 62"/>
              <a:gd name="T18" fmla="*/ 24 w 67"/>
              <a:gd name="T19" fmla="*/ 10 h 62"/>
              <a:gd name="T20" fmla="*/ 32 w 67"/>
              <a:gd name="T21" fmla="*/ 19 h 62"/>
              <a:gd name="T22" fmla="*/ 32 w 67"/>
              <a:gd name="T23" fmla="*/ 33 h 62"/>
              <a:gd name="T24" fmla="*/ 10 w 67"/>
              <a:gd name="T25" fmla="*/ 33 h 62"/>
              <a:gd name="T26" fmla="*/ 8 w 67"/>
              <a:gd name="T27" fmla="*/ 35 h 62"/>
              <a:gd name="T28" fmla="*/ 8 w 67"/>
              <a:gd name="T29" fmla="*/ 44 h 62"/>
              <a:gd name="T30" fmla="*/ 0 w 67"/>
              <a:gd name="T31" fmla="*/ 53 h 62"/>
              <a:gd name="T32" fmla="*/ 10 w 67"/>
              <a:gd name="T33" fmla="*/ 62 h 62"/>
              <a:gd name="T34" fmla="*/ 19 w 67"/>
              <a:gd name="T35" fmla="*/ 53 h 62"/>
              <a:gd name="T36" fmla="*/ 11 w 67"/>
              <a:gd name="T37" fmla="*/ 44 h 62"/>
              <a:gd name="T38" fmla="*/ 11 w 67"/>
              <a:gd name="T39" fmla="*/ 36 h 62"/>
              <a:gd name="T40" fmla="*/ 32 w 67"/>
              <a:gd name="T41" fmla="*/ 36 h 62"/>
              <a:gd name="T42" fmla="*/ 32 w 67"/>
              <a:gd name="T43" fmla="*/ 44 h 62"/>
              <a:gd name="T44" fmla="*/ 24 w 67"/>
              <a:gd name="T45" fmla="*/ 53 h 62"/>
              <a:gd name="T46" fmla="*/ 34 w 67"/>
              <a:gd name="T47" fmla="*/ 62 h 62"/>
              <a:gd name="T48" fmla="*/ 43 w 67"/>
              <a:gd name="T49" fmla="*/ 53 h 62"/>
              <a:gd name="T50" fmla="*/ 35 w 67"/>
              <a:gd name="T51" fmla="*/ 44 h 62"/>
              <a:gd name="T52" fmla="*/ 35 w 67"/>
              <a:gd name="T53" fmla="*/ 36 h 62"/>
              <a:gd name="T54" fmla="*/ 50 w 67"/>
              <a:gd name="T55" fmla="*/ 36 h 62"/>
              <a:gd name="T56" fmla="*/ 53 w 67"/>
              <a:gd name="T57" fmla="*/ 36 h 62"/>
              <a:gd name="T58" fmla="*/ 56 w 67"/>
              <a:gd name="T59" fmla="*/ 36 h 62"/>
              <a:gd name="T60" fmla="*/ 56 w 67"/>
              <a:gd name="T61" fmla="*/ 44 h 62"/>
              <a:gd name="T62" fmla="*/ 48 w 67"/>
              <a:gd name="T63" fmla="*/ 53 h 62"/>
              <a:gd name="T64" fmla="*/ 58 w 67"/>
              <a:gd name="T65" fmla="*/ 62 h 62"/>
              <a:gd name="T66" fmla="*/ 67 w 67"/>
              <a:gd name="T67" fmla="*/ 53 h 62"/>
              <a:gd name="T68" fmla="*/ 59 w 67"/>
              <a:gd name="T69" fmla="*/ 44 h 62"/>
              <a:gd name="T70" fmla="*/ 28 w 67"/>
              <a:gd name="T71" fmla="*/ 10 h 62"/>
              <a:gd name="T72" fmla="*/ 34 w 67"/>
              <a:gd name="T73" fmla="*/ 4 h 62"/>
              <a:gd name="T74" fmla="*/ 39 w 67"/>
              <a:gd name="T75" fmla="*/ 10 h 62"/>
              <a:gd name="T76" fmla="*/ 34 w 67"/>
              <a:gd name="T77" fmla="*/ 15 h 62"/>
              <a:gd name="T78" fmla="*/ 28 w 67"/>
              <a:gd name="T79" fmla="*/ 10 h 62"/>
              <a:gd name="T80" fmla="*/ 15 w 67"/>
              <a:gd name="T81" fmla="*/ 53 h 62"/>
              <a:gd name="T82" fmla="*/ 10 w 67"/>
              <a:gd name="T83" fmla="*/ 58 h 62"/>
              <a:gd name="T84" fmla="*/ 4 w 67"/>
              <a:gd name="T85" fmla="*/ 53 h 62"/>
              <a:gd name="T86" fmla="*/ 10 w 67"/>
              <a:gd name="T87" fmla="*/ 47 h 62"/>
              <a:gd name="T88" fmla="*/ 15 w 67"/>
              <a:gd name="T89" fmla="*/ 53 h 62"/>
              <a:gd name="T90" fmla="*/ 39 w 67"/>
              <a:gd name="T91" fmla="*/ 53 h 62"/>
              <a:gd name="T92" fmla="*/ 34 w 67"/>
              <a:gd name="T93" fmla="*/ 58 h 62"/>
              <a:gd name="T94" fmla="*/ 28 w 67"/>
              <a:gd name="T95" fmla="*/ 53 h 62"/>
              <a:gd name="T96" fmla="*/ 34 w 67"/>
              <a:gd name="T97" fmla="*/ 47 h 62"/>
              <a:gd name="T98" fmla="*/ 39 w 67"/>
              <a:gd name="T99" fmla="*/ 53 h 62"/>
              <a:gd name="T100" fmla="*/ 58 w 67"/>
              <a:gd name="T101" fmla="*/ 58 h 62"/>
              <a:gd name="T102" fmla="*/ 52 w 67"/>
              <a:gd name="T103" fmla="*/ 53 h 62"/>
              <a:gd name="T104" fmla="*/ 58 w 67"/>
              <a:gd name="T105" fmla="*/ 47 h 62"/>
              <a:gd name="T106" fmla="*/ 63 w 67"/>
              <a:gd name="T107" fmla="*/ 53 h 62"/>
              <a:gd name="T108" fmla="*/ 58 w 67"/>
              <a:gd name="T109" fmla="*/ 58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67" h="62">
                <a:moveTo>
                  <a:pt x="59" y="44"/>
                </a:moveTo>
                <a:cubicBezTo>
                  <a:pt x="59" y="35"/>
                  <a:pt x="59" y="35"/>
                  <a:pt x="59" y="35"/>
                </a:cubicBezTo>
                <a:cubicBezTo>
                  <a:pt x="59" y="34"/>
                  <a:pt x="59" y="33"/>
                  <a:pt x="58" y="33"/>
                </a:cubicBezTo>
                <a:cubicBezTo>
                  <a:pt x="53" y="33"/>
                  <a:pt x="53" y="33"/>
                  <a:pt x="53" y="33"/>
                </a:cubicBezTo>
                <a:cubicBezTo>
                  <a:pt x="50" y="33"/>
                  <a:pt x="50" y="33"/>
                  <a:pt x="50" y="33"/>
                </a:cubicBezTo>
                <a:cubicBezTo>
                  <a:pt x="35" y="33"/>
                  <a:pt x="35" y="33"/>
                  <a:pt x="35" y="33"/>
                </a:cubicBezTo>
                <a:cubicBezTo>
                  <a:pt x="35" y="19"/>
                  <a:pt x="35" y="19"/>
                  <a:pt x="35" y="19"/>
                </a:cubicBezTo>
                <a:cubicBezTo>
                  <a:pt x="40" y="18"/>
                  <a:pt x="43" y="14"/>
                  <a:pt x="43" y="10"/>
                </a:cubicBezTo>
                <a:cubicBezTo>
                  <a:pt x="43" y="4"/>
                  <a:pt x="39" y="0"/>
                  <a:pt x="34" y="0"/>
                </a:cubicBezTo>
                <a:cubicBezTo>
                  <a:pt x="29" y="0"/>
                  <a:pt x="24" y="4"/>
                  <a:pt x="24" y="10"/>
                </a:cubicBezTo>
                <a:cubicBezTo>
                  <a:pt x="24" y="14"/>
                  <a:pt x="28" y="18"/>
                  <a:pt x="32" y="19"/>
                </a:cubicBezTo>
                <a:cubicBezTo>
                  <a:pt x="32" y="33"/>
                  <a:pt x="32" y="33"/>
                  <a:pt x="32" y="33"/>
                </a:cubicBezTo>
                <a:cubicBezTo>
                  <a:pt x="10" y="33"/>
                  <a:pt x="10" y="33"/>
                  <a:pt x="10" y="33"/>
                </a:cubicBezTo>
                <a:cubicBezTo>
                  <a:pt x="9" y="33"/>
                  <a:pt x="8" y="34"/>
                  <a:pt x="8" y="35"/>
                </a:cubicBezTo>
                <a:cubicBezTo>
                  <a:pt x="8" y="44"/>
                  <a:pt x="8" y="44"/>
                  <a:pt x="8" y="44"/>
                </a:cubicBezTo>
                <a:cubicBezTo>
                  <a:pt x="4" y="44"/>
                  <a:pt x="0" y="48"/>
                  <a:pt x="0" y="53"/>
                </a:cubicBezTo>
                <a:cubicBezTo>
                  <a:pt x="0" y="58"/>
                  <a:pt x="4" y="62"/>
                  <a:pt x="10" y="62"/>
                </a:cubicBezTo>
                <a:cubicBezTo>
                  <a:pt x="15" y="62"/>
                  <a:pt x="19" y="58"/>
                  <a:pt x="19" y="53"/>
                </a:cubicBezTo>
                <a:cubicBezTo>
                  <a:pt x="19" y="48"/>
                  <a:pt x="16" y="44"/>
                  <a:pt x="11" y="44"/>
                </a:cubicBezTo>
                <a:cubicBezTo>
                  <a:pt x="11" y="36"/>
                  <a:pt x="11" y="36"/>
                  <a:pt x="11" y="36"/>
                </a:cubicBezTo>
                <a:cubicBezTo>
                  <a:pt x="32" y="36"/>
                  <a:pt x="32" y="36"/>
                  <a:pt x="32" y="36"/>
                </a:cubicBezTo>
                <a:cubicBezTo>
                  <a:pt x="32" y="44"/>
                  <a:pt x="32" y="44"/>
                  <a:pt x="32" y="44"/>
                </a:cubicBezTo>
                <a:cubicBezTo>
                  <a:pt x="28" y="44"/>
                  <a:pt x="24" y="48"/>
                  <a:pt x="24" y="53"/>
                </a:cubicBezTo>
                <a:cubicBezTo>
                  <a:pt x="24" y="58"/>
                  <a:pt x="29" y="62"/>
                  <a:pt x="34" y="62"/>
                </a:cubicBezTo>
                <a:cubicBezTo>
                  <a:pt x="39" y="62"/>
                  <a:pt x="43" y="58"/>
                  <a:pt x="43" y="53"/>
                </a:cubicBezTo>
                <a:cubicBezTo>
                  <a:pt x="43" y="48"/>
                  <a:pt x="40" y="44"/>
                  <a:pt x="35" y="44"/>
                </a:cubicBezTo>
                <a:cubicBezTo>
                  <a:pt x="35" y="36"/>
                  <a:pt x="35" y="36"/>
                  <a:pt x="35" y="36"/>
                </a:cubicBezTo>
                <a:cubicBezTo>
                  <a:pt x="50" y="36"/>
                  <a:pt x="50" y="36"/>
                  <a:pt x="50" y="36"/>
                </a:cubicBezTo>
                <a:cubicBezTo>
                  <a:pt x="53" y="36"/>
                  <a:pt x="53" y="36"/>
                  <a:pt x="53" y="36"/>
                </a:cubicBezTo>
                <a:cubicBezTo>
                  <a:pt x="56" y="36"/>
                  <a:pt x="56" y="36"/>
                  <a:pt x="56" y="36"/>
                </a:cubicBezTo>
                <a:cubicBezTo>
                  <a:pt x="56" y="44"/>
                  <a:pt x="56" y="44"/>
                  <a:pt x="56" y="44"/>
                </a:cubicBezTo>
                <a:cubicBezTo>
                  <a:pt x="52" y="44"/>
                  <a:pt x="48" y="48"/>
                  <a:pt x="48" y="53"/>
                </a:cubicBezTo>
                <a:cubicBezTo>
                  <a:pt x="48" y="58"/>
                  <a:pt x="53" y="62"/>
                  <a:pt x="58" y="62"/>
                </a:cubicBezTo>
                <a:cubicBezTo>
                  <a:pt x="63" y="62"/>
                  <a:pt x="67" y="58"/>
                  <a:pt x="67" y="53"/>
                </a:cubicBezTo>
                <a:cubicBezTo>
                  <a:pt x="67" y="48"/>
                  <a:pt x="64" y="44"/>
                  <a:pt x="59" y="44"/>
                </a:cubicBezTo>
                <a:close/>
                <a:moveTo>
                  <a:pt x="28" y="10"/>
                </a:moveTo>
                <a:cubicBezTo>
                  <a:pt x="28" y="6"/>
                  <a:pt x="31" y="4"/>
                  <a:pt x="34" y="4"/>
                </a:cubicBezTo>
                <a:cubicBezTo>
                  <a:pt x="37" y="4"/>
                  <a:pt x="39" y="6"/>
                  <a:pt x="39" y="10"/>
                </a:cubicBezTo>
                <a:cubicBezTo>
                  <a:pt x="39" y="13"/>
                  <a:pt x="37" y="15"/>
                  <a:pt x="34" y="15"/>
                </a:cubicBezTo>
                <a:cubicBezTo>
                  <a:pt x="31" y="15"/>
                  <a:pt x="28" y="13"/>
                  <a:pt x="28" y="10"/>
                </a:cubicBezTo>
                <a:close/>
                <a:moveTo>
                  <a:pt x="15" y="53"/>
                </a:moveTo>
                <a:cubicBezTo>
                  <a:pt x="15" y="56"/>
                  <a:pt x="13" y="58"/>
                  <a:pt x="10" y="58"/>
                </a:cubicBezTo>
                <a:cubicBezTo>
                  <a:pt x="6" y="58"/>
                  <a:pt x="4" y="56"/>
                  <a:pt x="4" y="53"/>
                </a:cubicBezTo>
                <a:cubicBezTo>
                  <a:pt x="4" y="50"/>
                  <a:pt x="6" y="47"/>
                  <a:pt x="10" y="47"/>
                </a:cubicBezTo>
                <a:cubicBezTo>
                  <a:pt x="13" y="47"/>
                  <a:pt x="15" y="50"/>
                  <a:pt x="15" y="53"/>
                </a:cubicBezTo>
                <a:close/>
                <a:moveTo>
                  <a:pt x="39" y="53"/>
                </a:moveTo>
                <a:cubicBezTo>
                  <a:pt x="39" y="56"/>
                  <a:pt x="37" y="58"/>
                  <a:pt x="34" y="58"/>
                </a:cubicBezTo>
                <a:cubicBezTo>
                  <a:pt x="31" y="58"/>
                  <a:pt x="28" y="56"/>
                  <a:pt x="28" y="53"/>
                </a:cubicBezTo>
                <a:cubicBezTo>
                  <a:pt x="28" y="50"/>
                  <a:pt x="31" y="47"/>
                  <a:pt x="34" y="47"/>
                </a:cubicBezTo>
                <a:cubicBezTo>
                  <a:pt x="37" y="47"/>
                  <a:pt x="39" y="50"/>
                  <a:pt x="39" y="53"/>
                </a:cubicBezTo>
                <a:close/>
                <a:moveTo>
                  <a:pt x="58" y="58"/>
                </a:moveTo>
                <a:cubicBezTo>
                  <a:pt x="55" y="58"/>
                  <a:pt x="52" y="56"/>
                  <a:pt x="52" y="53"/>
                </a:cubicBezTo>
                <a:cubicBezTo>
                  <a:pt x="52" y="50"/>
                  <a:pt x="55" y="47"/>
                  <a:pt x="58" y="47"/>
                </a:cubicBezTo>
                <a:cubicBezTo>
                  <a:pt x="61" y="47"/>
                  <a:pt x="63" y="50"/>
                  <a:pt x="63" y="53"/>
                </a:cubicBezTo>
                <a:cubicBezTo>
                  <a:pt x="63" y="56"/>
                  <a:pt x="61" y="58"/>
                  <a:pt x="58" y="5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th-TH" sz="900"/>
          </a:p>
        </p:txBody>
      </p:sp>
      <p:sp>
        <p:nvSpPr>
          <p:cNvPr id="21" name="Freeform 6"/>
          <p:cNvSpPr/>
          <p:nvPr/>
        </p:nvSpPr>
        <p:spPr bwMode="auto">
          <a:xfrm>
            <a:off x="6036054" y="2510381"/>
            <a:ext cx="2679700" cy="3058319"/>
          </a:xfrm>
          <a:custGeom>
            <a:avLst/>
            <a:gdLst>
              <a:gd name="T0" fmla="*/ 240 w 290"/>
              <a:gd name="T1" fmla="*/ 54 h 331"/>
              <a:gd name="T2" fmla="*/ 54 w 290"/>
              <a:gd name="T3" fmla="*/ 50 h 331"/>
              <a:gd name="T4" fmla="*/ 50 w 290"/>
              <a:gd name="T5" fmla="*/ 236 h 331"/>
              <a:gd name="T6" fmla="*/ 140 w 290"/>
              <a:gd name="T7" fmla="*/ 331 h 331"/>
              <a:gd name="T8" fmla="*/ 235 w 290"/>
              <a:gd name="T9" fmla="*/ 240 h 331"/>
              <a:gd name="T10" fmla="*/ 240 w 290"/>
              <a:gd name="T11" fmla="*/ 54 h 3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90" h="331">
                <a:moveTo>
                  <a:pt x="240" y="54"/>
                </a:moveTo>
                <a:cubicBezTo>
                  <a:pt x="189" y="2"/>
                  <a:pt x="106" y="0"/>
                  <a:pt x="54" y="50"/>
                </a:cubicBezTo>
                <a:cubicBezTo>
                  <a:pt x="2" y="100"/>
                  <a:pt x="0" y="183"/>
                  <a:pt x="50" y="236"/>
                </a:cubicBezTo>
                <a:cubicBezTo>
                  <a:pt x="140" y="331"/>
                  <a:pt x="140" y="331"/>
                  <a:pt x="140" y="331"/>
                </a:cubicBezTo>
                <a:cubicBezTo>
                  <a:pt x="235" y="240"/>
                  <a:pt x="235" y="240"/>
                  <a:pt x="235" y="240"/>
                </a:cubicBezTo>
                <a:cubicBezTo>
                  <a:pt x="288" y="190"/>
                  <a:pt x="290" y="107"/>
                  <a:pt x="240" y="54"/>
                </a:cubicBezTo>
                <a:close/>
              </a:path>
            </a:pathLst>
          </a:custGeom>
          <a:solidFill>
            <a:srgbClr val="3A543B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th-TH" sz="900"/>
          </a:p>
        </p:txBody>
      </p:sp>
      <p:sp>
        <p:nvSpPr>
          <p:cNvPr id="22" name="Freeform 9"/>
          <p:cNvSpPr/>
          <p:nvPr/>
        </p:nvSpPr>
        <p:spPr bwMode="auto">
          <a:xfrm>
            <a:off x="6414673" y="3739106"/>
            <a:ext cx="1940719" cy="989013"/>
          </a:xfrm>
          <a:custGeom>
            <a:avLst/>
            <a:gdLst>
              <a:gd name="T0" fmla="*/ 0 w 210"/>
              <a:gd name="T1" fmla="*/ 0 h 107"/>
              <a:gd name="T2" fmla="*/ 0 w 210"/>
              <a:gd name="T3" fmla="*/ 1 h 107"/>
              <a:gd name="T4" fmla="*/ 105 w 210"/>
              <a:gd name="T5" fmla="*/ 107 h 107"/>
              <a:gd name="T6" fmla="*/ 210 w 210"/>
              <a:gd name="T7" fmla="*/ 1 h 107"/>
              <a:gd name="T8" fmla="*/ 210 w 210"/>
              <a:gd name="T9" fmla="*/ 0 h 107"/>
              <a:gd name="T10" fmla="*/ 0 w 210"/>
              <a:gd name="T11" fmla="*/ 0 h 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10" h="107">
                <a:moveTo>
                  <a:pt x="0" y="0"/>
                </a:moveTo>
                <a:cubicBezTo>
                  <a:pt x="0" y="0"/>
                  <a:pt x="0" y="1"/>
                  <a:pt x="0" y="1"/>
                </a:cubicBezTo>
                <a:cubicBezTo>
                  <a:pt x="0" y="59"/>
                  <a:pt x="47" y="107"/>
                  <a:pt x="105" y="107"/>
                </a:cubicBezTo>
                <a:cubicBezTo>
                  <a:pt x="163" y="107"/>
                  <a:pt x="210" y="59"/>
                  <a:pt x="210" y="1"/>
                </a:cubicBezTo>
                <a:cubicBezTo>
                  <a:pt x="210" y="1"/>
                  <a:pt x="210" y="0"/>
                  <a:pt x="21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EEEFEE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th-TH" sz="900"/>
          </a:p>
        </p:txBody>
      </p:sp>
      <p:grpSp>
        <p:nvGrpSpPr>
          <p:cNvPr id="24" name="กลุ่ม 150"/>
          <p:cNvGrpSpPr/>
          <p:nvPr/>
        </p:nvGrpSpPr>
        <p:grpSpPr>
          <a:xfrm>
            <a:off x="7137705" y="2973677"/>
            <a:ext cx="511249" cy="476446"/>
            <a:chOff x="17657763" y="3349461"/>
            <a:chExt cx="676275" cy="630238"/>
          </a:xfrm>
          <a:solidFill>
            <a:schemeClr val="bg1"/>
          </a:solidFill>
        </p:grpSpPr>
        <p:sp>
          <p:nvSpPr>
            <p:cNvPr id="25" name="Freeform 34"/>
            <p:cNvSpPr>
              <a:spLocks noEditPoints="1"/>
            </p:cNvSpPr>
            <p:nvPr/>
          </p:nvSpPr>
          <p:spPr bwMode="auto">
            <a:xfrm>
              <a:off x="17657763" y="3349461"/>
              <a:ext cx="676275" cy="630238"/>
            </a:xfrm>
            <a:custGeom>
              <a:avLst/>
              <a:gdLst>
                <a:gd name="T0" fmla="*/ 38 w 71"/>
                <a:gd name="T1" fmla="*/ 0 h 66"/>
                <a:gd name="T2" fmla="*/ 5 w 71"/>
                <a:gd name="T3" fmla="*/ 33 h 66"/>
                <a:gd name="T4" fmla="*/ 9 w 71"/>
                <a:gd name="T5" fmla="*/ 50 h 66"/>
                <a:gd name="T6" fmla="*/ 1 w 71"/>
                <a:gd name="T7" fmla="*/ 64 h 66"/>
                <a:gd name="T8" fmla="*/ 1 w 71"/>
                <a:gd name="T9" fmla="*/ 65 h 66"/>
                <a:gd name="T10" fmla="*/ 2 w 71"/>
                <a:gd name="T11" fmla="*/ 66 h 66"/>
                <a:gd name="T12" fmla="*/ 2 w 71"/>
                <a:gd name="T13" fmla="*/ 66 h 66"/>
                <a:gd name="T14" fmla="*/ 21 w 71"/>
                <a:gd name="T15" fmla="*/ 62 h 66"/>
                <a:gd name="T16" fmla="*/ 38 w 71"/>
                <a:gd name="T17" fmla="*/ 66 h 66"/>
                <a:gd name="T18" fmla="*/ 71 w 71"/>
                <a:gd name="T19" fmla="*/ 33 h 66"/>
                <a:gd name="T20" fmla="*/ 38 w 71"/>
                <a:gd name="T21" fmla="*/ 0 h 66"/>
                <a:gd name="T22" fmla="*/ 38 w 71"/>
                <a:gd name="T23" fmla="*/ 64 h 66"/>
                <a:gd name="T24" fmla="*/ 22 w 71"/>
                <a:gd name="T25" fmla="*/ 59 h 66"/>
                <a:gd name="T26" fmla="*/ 21 w 71"/>
                <a:gd name="T27" fmla="*/ 59 h 66"/>
                <a:gd name="T28" fmla="*/ 5 w 71"/>
                <a:gd name="T29" fmla="*/ 62 h 66"/>
                <a:gd name="T30" fmla="*/ 12 w 71"/>
                <a:gd name="T31" fmla="*/ 51 h 66"/>
                <a:gd name="T32" fmla="*/ 12 w 71"/>
                <a:gd name="T33" fmla="*/ 51 h 66"/>
                <a:gd name="T34" fmla="*/ 12 w 71"/>
                <a:gd name="T35" fmla="*/ 51 h 66"/>
                <a:gd name="T36" fmla="*/ 12 w 71"/>
                <a:gd name="T37" fmla="*/ 51 h 66"/>
                <a:gd name="T38" fmla="*/ 12 w 71"/>
                <a:gd name="T39" fmla="*/ 51 h 66"/>
                <a:gd name="T40" fmla="*/ 12 w 71"/>
                <a:gd name="T41" fmla="*/ 50 h 66"/>
                <a:gd name="T42" fmla="*/ 12 w 71"/>
                <a:gd name="T43" fmla="*/ 50 h 66"/>
                <a:gd name="T44" fmla="*/ 12 w 71"/>
                <a:gd name="T45" fmla="*/ 50 h 66"/>
                <a:gd name="T46" fmla="*/ 12 w 71"/>
                <a:gd name="T47" fmla="*/ 50 h 66"/>
                <a:gd name="T48" fmla="*/ 7 w 71"/>
                <a:gd name="T49" fmla="*/ 33 h 66"/>
                <a:gd name="T50" fmla="*/ 38 w 71"/>
                <a:gd name="T51" fmla="*/ 2 h 66"/>
                <a:gd name="T52" fmla="*/ 69 w 71"/>
                <a:gd name="T53" fmla="*/ 33 h 66"/>
                <a:gd name="T54" fmla="*/ 38 w 71"/>
                <a:gd name="T55" fmla="*/ 64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71" h="66">
                  <a:moveTo>
                    <a:pt x="38" y="0"/>
                  </a:moveTo>
                  <a:cubicBezTo>
                    <a:pt x="20" y="0"/>
                    <a:pt x="5" y="15"/>
                    <a:pt x="5" y="33"/>
                  </a:cubicBezTo>
                  <a:cubicBezTo>
                    <a:pt x="5" y="39"/>
                    <a:pt x="6" y="45"/>
                    <a:pt x="9" y="50"/>
                  </a:cubicBezTo>
                  <a:cubicBezTo>
                    <a:pt x="1" y="64"/>
                    <a:pt x="1" y="64"/>
                    <a:pt x="1" y="64"/>
                  </a:cubicBezTo>
                  <a:cubicBezTo>
                    <a:pt x="0" y="64"/>
                    <a:pt x="0" y="65"/>
                    <a:pt x="1" y="65"/>
                  </a:cubicBezTo>
                  <a:cubicBezTo>
                    <a:pt x="1" y="66"/>
                    <a:pt x="1" y="66"/>
                    <a:pt x="2" y="66"/>
                  </a:cubicBezTo>
                  <a:cubicBezTo>
                    <a:pt x="2" y="66"/>
                    <a:pt x="2" y="66"/>
                    <a:pt x="2" y="66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6" y="65"/>
                    <a:pt x="32" y="66"/>
                    <a:pt x="38" y="66"/>
                  </a:cubicBezTo>
                  <a:cubicBezTo>
                    <a:pt x="56" y="66"/>
                    <a:pt x="71" y="51"/>
                    <a:pt x="71" y="33"/>
                  </a:cubicBezTo>
                  <a:cubicBezTo>
                    <a:pt x="71" y="15"/>
                    <a:pt x="56" y="0"/>
                    <a:pt x="38" y="0"/>
                  </a:cubicBezTo>
                  <a:close/>
                  <a:moveTo>
                    <a:pt x="38" y="64"/>
                  </a:moveTo>
                  <a:cubicBezTo>
                    <a:pt x="32" y="64"/>
                    <a:pt x="27" y="62"/>
                    <a:pt x="22" y="59"/>
                  </a:cubicBezTo>
                  <a:cubicBezTo>
                    <a:pt x="22" y="59"/>
                    <a:pt x="21" y="59"/>
                    <a:pt x="21" y="59"/>
                  </a:cubicBezTo>
                  <a:cubicBezTo>
                    <a:pt x="5" y="62"/>
                    <a:pt x="5" y="62"/>
                    <a:pt x="5" y="62"/>
                  </a:cubicBezTo>
                  <a:cubicBezTo>
                    <a:pt x="12" y="51"/>
                    <a:pt x="12" y="51"/>
                    <a:pt x="12" y="51"/>
                  </a:cubicBezTo>
                  <a:cubicBezTo>
                    <a:pt x="12" y="51"/>
                    <a:pt x="12" y="51"/>
                    <a:pt x="12" y="51"/>
                  </a:cubicBezTo>
                  <a:cubicBezTo>
                    <a:pt x="12" y="51"/>
                    <a:pt x="12" y="51"/>
                    <a:pt x="12" y="51"/>
                  </a:cubicBezTo>
                  <a:cubicBezTo>
                    <a:pt x="12" y="51"/>
                    <a:pt x="12" y="51"/>
                    <a:pt x="12" y="51"/>
                  </a:cubicBezTo>
                  <a:cubicBezTo>
                    <a:pt x="12" y="51"/>
                    <a:pt x="12" y="51"/>
                    <a:pt x="12" y="51"/>
                  </a:cubicBezTo>
                  <a:cubicBezTo>
                    <a:pt x="12" y="51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9" y="45"/>
                    <a:pt x="7" y="39"/>
                    <a:pt x="7" y="33"/>
                  </a:cubicBezTo>
                  <a:cubicBezTo>
                    <a:pt x="7" y="16"/>
                    <a:pt x="21" y="2"/>
                    <a:pt x="38" y="2"/>
                  </a:cubicBezTo>
                  <a:cubicBezTo>
                    <a:pt x="55" y="2"/>
                    <a:pt x="69" y="16"/>
                    <a:pt x="69" y="33"/>
                  </a:cubicBezTo>
                  <a:cubicBezTo>
                    <a:pt x="69" y="50"/>
                    <a:pt x="55" y="64"/>
                    <a:pt x="38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45720" tIns="22860" rIns="45720" bIns="22860" numCol="1" anchor="t" anchorCtr="0" compatLnSpc="1"/>
            <a:lstStyle/>
            <a:p>
              <a:endParaRPr lang="th-TH" sz="900"/>
            </a:p>
          </p:txBody>
        </p:sp>
        <p:sp>
          <p:nvSpPr>
            <p:cNvPr id="26" name="Freeform 35"/>
            <p:cNvSpPr/>
            <p:nvPr/>
          </p:nvSpPr>
          <p:spPr bwMode="auto">
            <a:xfrm>
              <a:off x="17857788" y="3549486"/>
              <a:ext cx="333375" cy="19050"/>
            </a:xfrm>
            <a:custGeom>
              <a:avLst/>
              <a:gdLst>
                <a:gd name="T0" fmla="*/ 2 w 35"/>
                <a:gd name="T1" fmla="*/ 2 h 2"/>
                <a:gd name="T2" fmla="*/ 33 w 35"/>
                <a:gd name="T3" fmla="*/ 2 h 2"/>
                <a:gd name="T4" fmla="*/ 35 w 35"/>
                <a:gd name="T5" fmla="*/ 1 h 2"/>
                <a:gd name="T6" fmla="*/ 33 w 35"/>
                <a:gd name="T7" fmla="*/ 0 h 2"/>
                <a:gd name="T8" fmla="*/ 2 w 35"/>
                <a:gd name="T9" fmla="*/ 0 h 2"/>
                <a:gd name="T10" fmla="*/ 0 w 35"/>
                <a:gd name="T11" fmla="*/ 1 h 2"/>
                <a:gd name="T12" fmla="*/ 2 w 35"/>
                <a:gd name="T13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2">
                  <a:moveTo>
                    <a:pt x="2" y="2"/>
                  </a:moveTo>
                  <a:cubicBezTo>
                    <a:pt x="33" y="2"/>
                    <a:pt x="33" y="2"/>
                    <a:pt x="33" y="2"/>
                  </a:cubicBezTo>
                  <a:cubicBezTo>
                    <a:pt x="34" y="2"/>
                    <a:pt x="35" y="2"/>
                    <a:pt x="35" y="1"/>
                  </a:cubicBezTo>
                  <a:cubicBezTo>
                    <a:pt x="35" y="0"/>
                    <a:pt x="34" y="0"/>
                    <a:pt x="3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1" y="2"/>
                    <a:pt x="2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45720" tIns="22860" rIns="45720" bIns="22860" numCol="1" anchor="t" anchorCtr="0" compatLnSpc="1"/>
            <a:lstStyle/>
            <a:p>
              <a:endParaRPr lang="th-TH" sz="900"/>
            </a:p>
          </p:txBody>
        </p:sp>
        <p:sp>
          <p:nvSpPr>
            <p:cNvPr id="27" name="Freeform 36"/>
            <p:cNvSpPr/>
            <p:nvPr/>
          </p:nvSpPr>
          <p:spPr bwMode="auto">
            <a:xfrm>
              <a:off x="17857788" y="3616161"/>
              <a:ext cx="333375" cy="28575"/>
            </a:xfrm>
            <a:custGeom>
              <a:avLst/>
              <a:gdLst>
                <a:gd name="T0" fmla="*/ 2 w 35"/>
                <a:gd name="T1" fmla="*/ 3 h 3"/>
                <a:gd name="T2" fmla="*/ 33 w 35"/>
                <a:gd name="T3" fmla="*/ 3 h 3"/>
                <a:gd name="T4" fmla="*/ 35 w 35"/>
                <a:gd name="T5" fmla="*/ 1 h 3"/>
                <a:gd name="T6" fmla="*/ 33 w 35"/>
                <a:gd name="T7" fmla="*/ 0 h 3"/>
                <a:gd name="T8" fmla="*/ 2 w 35"/>
                <a:gd name="T9" fmla="*/ 0 h 3"/>
                <a:gd name="T10" fmla="*/ 0 w 35"/>
                <a:gd name="T11" fmla="*/ 1 h 3"/>
                <a:gd name="T12" fmla="*/ 2 w 35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3">
                  <a:moveTo>
                    <a:pt x="2" y="3"/>
                  </a:moveTo>
                  <a:cubicBezTo>
                    <a:pt x="33" y="3"/>
                    <a:pt x="33" y="3"/>
                    <a:pt x="33" y="3"/>
                  </a:cubicBezTo>
                  <a:cubicBezTo>
                    <a:pt x="34" y="3"/>
                    <a:pt x="35" y="2"/>
                    <a:pt x="35" y="1"/>
                  </a:cubicBezTo>
                  <a:cubicBezTo>
                    <a:pt x="35" y="1"/>
                    <a:pt x="34" y="0"/>
                    <a:pt x="3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2"/>
                    <a:pt x="1" y="3"/>
                    <a:pt x="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45720" tIns="22860" rIns="45720" bIns="22860" numCol="1" anchor="t" anchorCtr="0" compatLnSpc="1"/>
            <a:lstStyle/>
            <a:p>
              <a:endParaRPr lang="th-TH" sz="900"/>
            </a:p>
          </p:txBody>
        </p:sp>
        <p:sp>
          <p:nvSpPr>
            <p:cNvPr id="28" name="Freeform 37"/>
            <p:cNvSpPr/>
            <p:nvPr/>
          </p:nvSpPr>
          <p:spPr bwMode="auto">
            <a:xfrm>
              <a:off x="17857788" y="3692361"/>
              <a:ext cx="333375" cy="28575"/>
            </a:xfrm>
            <a:custGeom>
              <a:avLst/>
              <a:gdLst>
                <a:gd name="T0" fmla="*/ 2 w 35"/>
                <a:gd name="T1" fmla="*/ 3 h 3"/>
                <a:gd name="T2" fmla="*/ 33 w 35"/>
                <a:gd name="T3" fmla="*/ 3 h 3"/>
                <a:gd name="T4" fmla="*/ 35 w 35"/>
                <a:gd name="T5" fmla="*/ 1 h 3"/>
                <a:gd name="T6" fmla="*/ 33 w 35"/>
                <a:gd name="T7" fmla="*/ 0 h 3"/>
                <a:gd name="T8" fmla="*/ 2 w 35"/>
                <a:gd name="T9" fmla="*/ 0 h 3"/>
                <a:gd name="T10" fmla="*/ 0 w 35"/>
                <a:gd name="T11" fmla="*/ 1 h 3"/>
                <a:gd name="T12" fmla="*/ 2 w 35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3">
                  <a:moveTo>
                    <a:pt x="2" y="3"/>
                  </a:moveTo>
                  <a:cubicBezTo>
                    <a:pt x="33" y="3"/>
                    <a:pt x="33" y="3"/>
                    <a:pt x="33" y="3"/>
                  </a:cubicBezTo>
                  <a:cubicBezTo>
                    <a:pt x="34" y="3"/>
                    <a:pt x="35" y="2"/>
                    <a:pt x="35" y="1"/>
                  </a:cubicBezTo>
                  <a:cubicBezTo>
                    <a:pt x="35" y="1"/>
                    <a:pt x="34" y="0"/>
                    <a:pt x="3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2"/>
                    <a:pt x="1" y="3"/>
                    <a:pt x="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45720" tIns="22860" rIns="45720" bIns="22860" numCol="1" anchor="t" anchorCtr="0" compatLnSpc="1"/>
            <a:lstStyle/>
            <a:p>
              <a:endParaRPr lang="th-TH" sz="900"/>
            </a:p>
          </p:txBody>
        </p:sp>
        <p:sp>
          <p:nvSpPr>
            <p:cNvPr id="29" name="Freeform 38"/>
            <p:cNvSpPr/>
            <p:nvPr/>
          </p:nvSpPr>
          <p:spPr bwMode="auto">
            <a:xfrm>
              <a:off x="17857788" y="3760624"/>
              <a:ext cx="333375" cy="28575"/>
            </a:xfrm>
            <a:custGeom>
              <a:avLst/>
              <a:gdLst>
                <a:gd name="T0" fmla="*/ 2 w 35"/>
                <a:gd name="T1" fmla="*/ 3 h 3"/>
                <a:gd name="T2" fmla="*/ 33 w 35"/>
                <a:gd name="T3" fmla="*/ 3 h 3"/>
                <a:gd name="T4" fmla="*/ 35 w 35"/>
                <a:gd name="T5" fmla="*/ 2 h 3"/>
                <a:gd name="T6" fmla="*/ 33 w 35"/>
                <a:gd name="T7" fmla="*/ 0 h 3"/>
                <a:gd name="T8" fmla="*/ 2 w 35"/>
                <a:gd name="T9" fmla="*/ 0 h 3"/>
                <a:gd name="T10" fmla="*/ 0 w 35"/>
                <a:gd name="T11" fmla="*/ 2 h 3"/>
                <a:gd name="T12" fmla="*/ 2 w 35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3">
                  <a:moveTo>
                    <a:pt x="2" y="3"/>
                  </a:moveTo>
                  <a:cubicBezTo>
                    <a:pt x="33" y="3"/>
                    <a:pt x="33" y="3"/>
                    <a:pt x="33" y="3"/>
                  </a:cubicBezTo>
                  <a:cubicBezTo>
                    <a:pt x="34" y="3"/>
                    <a:pt x="35" y="2"/>
                    <a:pt x="35" y="2"/>
                  </a:cubicBezTo>
                  <a:cubicBezTo>
                    <a:pt x="35" y="1"/>
                    <a:pt x="34" y="0"/>
                    <a:pt x="3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1" y="3"/>
                    <a:pt x="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45720" tIns="22860" rIns="45720" bIns="22860" numCol="1" anchor="t" anchorCtr="0" compatLnSpc="1"/>
            <a:lstStyle/>
            <a:p>
              <a:endParaRPr lang="th-TH" sz="900"/>
            </a:p>
          </p:txBody>
        </p:sp>
      </p:grpSp>
      <p:sp>
        <p:nvSpPr>
          <p:cNvPr id="30" name="Freeform 6"/>
          <p:cNvSpPr/>
          <p:nvPr/>
        </p:nvSpPr>
        <p:spPr bwMode="auto">
          <a:xfrm>
            <a:off x="8550654" y="2520699"/>
            <a:ext cx="2679700" cy="3058319"/>
          </a:xfrm>
          <a:custGeom>
            <a:avLst/>
            <a:gdLst>
              <a:gd name="T0" fmla="*/ 240 w 290"/>
              <a:gd name="T1" fmla="*/ 54 h 331"/>
              <a:gd name="T2" fmla="*/ 54 w 290"/>
              <a:gd name="T3" fmla="*/ 50 h 331"/>
              <a:gd name="T4" fmla="*/ 50 w 290"/>
              <a:gd name="T5" fmla="*/ 236 h 331"/>
              <a:gd name="T6" fmla="*/ 140 w 290"/>
              <a:gd name="T7" fmla="*/ 331 h 331"/>
              <a:gd name="T8" fmla="*/ 235 w 290"/>
              <a:gd name="T9" fmla="*/ 240 h 331"/>
              <a:gd name="T10" fmla="*/ 240 w 290"/>
              <a:gd name="T11" fmla="*/ 54 h 3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90" h="331">
                <a:moveTo>
                  <a:pt x="240" y="54"/>
                </a:moveTo>
                <a:cubicBezTo>
                  <a:pt x="189" y="2"/>
                  <a:pt x="106" y="0"/>
                  <a:pt x="54" y="50"/>
                </a:cubicBezTo>
                <a:cubicBezTo>
                  <a:pt x="2" y="100"/>
                  <a:pt x="0" y="183"/>
                  <a:pt x="50" y="236"/>
                </a:cubicBezTo>
                <a:cubicBezTo>
                  <a:pt x="140" y="331"/>
                  <a:pt x="140" y="331"/>
                  <a:pt x="140" y="331"/>
                </a:cubicBezTo>
                <a:cubicBezTo>
                  <a:pt x="235" y="240"/>
                  <a:pt x="235" y="240"/>
                  <a:pt x="235" y="240"/>
                </a:cubicBezTo>
                <a:cubicBezTo>
                  <a:pt x="288" y="190"/>
                  <a:pt x="290" y="107"/>
                  <a:pt x="240" y="54"/>
                </a:cubicBezTo>
                <a:close/>
              </a:path>
            </a:pathLst>
          </a:custGeom>
          <a:solidFill>
            <a:srgbClr val="AA9D67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th-TH" sz="900"/>
          </a:p>
        </p:txBody>
      </p:sp>
      <p:sp>
        <p:nvSpPr>
          <p:cNvPr id="31" name="Freeform 9"/>
          <p:cNvSpPr/>
          <p:nvPr/>
        </p:nvSpPr>
        <p:spPr bwMode="auto">
          <a:xfrm>
            <a:off x="8929273" y="3749424"/>
            <a:ext cx="1940719" cy="989013"/>
          </a:xfrm>
          <a:custGeom>
            <a:avLst/>
            <a:gdLst>
              <a:gd name="T0" fmla="*/ 0 w 210"/>
              <a:gd name="T1" fmla="*/ 0 h 107"/>
              <a:gd name="T2" fmla="*/ 0 w 210"/>
              <a:gd name="T3" fmla="*/ 1 h 107"/>
              <a:gd name="T4" fmla="*/ 105 w 210"/>
              <a:gd name="T5" fmla="*/ 107 h 107"/>
              <a:gd name="T6" fmla="*/ 210 w 210"/>
              <a:gd name="T7" fmla="*/ 1 h 107"/>
              <a:gd name="T8" fmla="*/ 210 w 210"/>
              <a:gd name="T9" fmla="*/ 0 h 107"/>
              <a:gd name="T10" fmla="*/ 0 w 210"/>
              <a:gd name="T11" fmla="*/ 0 h 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10" h="107">
                <a:moveTo>
                  <a:pt x="0" y="0"/>
                </a:moveTo>
                <a:cubicBezTo>
                  <a:pt x="0" y="0"/>
                  <a:pt x="0" y="1"/>
                  <a:pt x="0" y="1"/>
                </a:cubicBezTo>
                <a:cubicBezTo>
                  <a:pt x="0" y="59"/>
                  <a:pt x="47" y="107"/>
                  <a:pt x="105" y="107"/>
                </a:cubicBezTo>
                <a:cubicBezTo>
                  <a:pt x="163" y="107"/>
                  <a:pt x="210" y="59"/>
                  <a:pt x="210" y="1"/>
                </a:cubicBezTo>
                <a:cubicBezTo>
                  <a:pt x="210" y="1"/>
                  <a:pt x="210" y="0"/>
                  <a:pt x="21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EEEFEE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th-TH" sz="900"/>
          </a:p>
        </p:txBody>
      </p:sp>
      <p:grpSp>
        <p:nvGrpSpPr>
          <p:cNvPr id="33" name="กลุ่ม 199"/>
          <p:cNvGrpSpPr/>
          <p:nvPr/>
        </p:nvGrpSpPr>
        <p:grpSpPr>
          <a:xfrm>
            <a:off x="9630154" y="2997634"/>
            <a:ext cx="525651" cy="433242"/>
            <a:chOff x="18196309" y="11572820"/>
            <a:chExt cx="695325" cy="573088"/>
          </a:xfrm>
          <a:solidFill>
            <a:schemeClr val="bg1"/>
          </a:solidFill>
        </p:grpSpPr>
        <p:sp>
          <p:nvSpPr>
            <p:cNvPr id="34" name="Freeform 195"/>
            <p:cNvSpPr>
              <a:spLocks noEditPoints="1"/>
            </p:cNvSpPr>
            <p:nvPr/>
          </p:nvSpPr>
          <p:spPr bwMode="auto">
            <a:xfrm>
              <a:off x="18196309" y="11572820"/>
              <a:ext cx="695325" cy="573088"/>
            </a:xfrm>
            <a:custGeom>
              <a:avLst/>
              <a:gdLst>
                <a:gd name="T0" fmla="*/ 67 w 73"/>
                <a:gd name="T1" fmla="*/ 11 h 60"/>
                <a:gd name="T2" fmla="*/ 51 w 73"/>
                <a:gd name="T3" fmla="*/ 11 h 60"/>
                <a:gd name="T4" fmla="*/ 51 w 73"/>
                <a:gd name="T5" fmla="*/ 8 h 60"/>
                <a:gd name="T6" fmla="*/ 43 w 73"/>
                <a:gd name="T7" fmla="*/ 0 h 60"/>
                <a:gd name="T8" fmla="*/ 30 w 73"/>
                <a:gd name="T9" fmla="*/ 0 h 60"/>
                <a:gd name="T10" fmla="*/ 22 w 73"/>
                <a:gd name="T11" fmla="*/ 8 h 60"/>
                <a:gd name="T12" fmla="*/ 22 w 73"/>
                <a:gd name="T13" fmla="*/ 11 h 60"/>
                <a:gd name="T14" fmla="*/ 6 w 73"/>
                <a:gd name="T15" fmla="*/ 11 h 60"/>
                <a:gd name="T16" fmla="*/ 0 w 73"/>
                <a:gd name="T17" fmla="*/ 17 h 60"/>
                <a:gd name="T18" fmla="*/ 0 w 73"/>
                <a:gd name="T19" fmla="*/ 29 h 60"/>
                <a:gd name="T20" fmla="*/ 0 w 73"/>
                <a:gd name="T21" fmla="*/ 54 h 60"/>
                <a:gd name="T22" fmla="*/ 6 w 73"/>
                <a:gd name="T23" fmla="*/ 60 h 60"/>
                <a:gd name="T24" fmla="*/ 67 w 73"/>
                <a:gd name="T25" fmla="*/ 60 h 60"/>
                <a:gd name="T26" fmla="*/ 73 w 73"/>
                <a:gd name="T27" fmla="*/ 54 h 60"/>
                <a:gd name="T28" fmla="*/ 73 w 73"/>
                <a:gd name="T29" fmla="*/ 29 h 60"/>
                <a:gd name="T30" fmla="*/ 73 w 73"/>
                <a:gd name="T31" fmla="*/ 17 h 60"/>
                <a:gd name="T32" fmla="*/ 67 w 73"/>
                <a:gd name="T33" fmla="*/ 11 h 60"/>
                <a:gd name="T34" fmla="*/ 26 w 73"/>
                <a:gd name="T35" fmla="*/ 8 h 60"/>
                <a:gd name="T36" fmla="*/ 30 w 73"/>
                <a:gd name="T37" fmla="*/ 4 h 60"/>
                <a:gd name="T38" fmla="*/ 43 w 73"/>
                <a:gd name="T39" fmla="*/ 4 h 60"/>
                <a:gd name="T40" fmla="*/ 47 w 73"/>
                <a:gd name="T41" fmla="*/ 8 h 60"/>
                <a:gd name="T42" fmla="*/ 47 w 73"/>
                <a:gd name="T43" fmla="*/ 11 h 60"/>
                <a:gd name="T44" fmla="*/ 26 w 73"/>
                <a:gd name="T45" fmla="*/ 11 h 60"/>
                <a:gd name="T46" fmla="*/ 26 w 73"/>
                <a:gd name="T47" fmla="*/ 8 h 60"/>
                <a:gd name="T48" fmla="*/ 70 w 73"/>
                <a:gd name="T49" fmla="*/ 54 h 60"/>
                <a:gd name="T50" fmla="*/ 67 w 73"/>
                <a:gd name="T51" fmla="*/ 56 h 60"/>
                <a:gd name="T52" fmla="*/ 6 w 73"/>
                <a:gd name="T53" fmla="*/ 56 h 60"/>
                <a:gd name="T54" fmla="*/ 3 w 73"/>
                <a:gd name="T55" fmla="*/ 54 h 60"/>
                <a:gd name="T56" fmla="*/ 3 w 73"/>
                <a:gd name="T57" fmla="*/ 31 h 60"/>
                <a:gd name="T58" fmla="*/ 70 w 73"/>
                <a:gd name="T59" fmla="*/ 31 h 60"/>
                <a:gd name="T60" fmla="*/ 70 w 73"/>
                <a:gd name="T61" fmla="*/ 54 h 60"/>
                <a:gd name="T62" fmla="*/ 70 w 73"/>
                <a:gd name="T63" fmla="*/ 27 h 60"/>
                <a:gd name="T64" fmla="*/ 3 w 73"/>
                <a:gd name="T65" fmla="*/ 27 h 60"/>
                <a:gd name="T66" fmla="*/ 3 w 73"/>
                <a:gd name="T67" fmla="*/ 17 h 60"/>
                <a:gd name="T68" fmla="*/ 6 w 73"/>
                <a:gd name="T69" fmla="*/ 14 h 60"/>
                <a:gd name="T70" fmla="*/ 67 w 73"/>
                <a:gd name="T71" fmla="*/ 14 h 60"/>
                <a:gd name="T72" fmla="*/ 70 w 73"/>
                <a:gd name="T73" fmla="*/ 17 h 60"/>
                <a:gd name="T74" fmla="*/ 70 w 73"/>
                <a:gd name="T75" fmla="*/ 27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3" h="60">
                  <a:moveTo>
                    <a:pt x="67" y="11"/>
                  </a:moveTo>
                  <a:cubicBezTo>
                    <a:pt x="51" y="11"/>
                    <a:pt x="51" y="11"/>
                    <a:pt x="51" y="11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51" y="4"/>
                    <a:pt x="47" y="0"/>
                    <a:pt x="43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6" y="0"/>
                    <a:pt x="22" y="4"/>
                    <a:pt x="22" y="8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3" y="11"/>
                    <a:pt x="0" y="13"/>
                    <a:pt x="0" y="17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57"/>
                    <a:pt x="3" y="60"/>
                    <a:pt x="6" y="60"/>
                  </a:cubicBezTo>
                  <a:cubicBezTo>
                    <a:pt x="67" y="60"/>
                    <a:pt x="67" y="60"/>
                    <a:pt x="67" y="60"/>
                  </a:cubicBezTo>
                  <a:cubicBezTo>
                    <a:pt x="70" y="60"/>
                    <a:pt x="73" y="57"/>
                    <a:pt x="73" y="54"/>
                  </a:cubicBezTo>
                  <a:cubicBezTo>
                    <a:pt x="73" y="29"/>
                    <a:pt x="73" y="29"/>
                    <a:pt x="73" y="29"/>
                  </a:cubicBezTo>
                  <a:cubicBezTo>
                    <a:pt x="73" y="17"/>
                    <a:pt x="73" y="17"/>
                    <a:pt x="73" y="17"/>
                  </a:cubicBezTo>
                  <a:cubicBezTo>
                    <a:pt x="73" y="13"/>
                    <a:pt x="70" y="11"/>
                    <a:pt x="67" y="11"/>
                  </a:cubicBezTo>
                  <a:close/>
                  <a:moveTo>
                    <a:pt x="26" y="8"/>
                  </a:moveTo>
                  <a:cubicBezTo>
                    <a:pt x="26" y="6"/>
                    <a:pt x="28" y="4"/>
                    <a:pt x="30" y="4"/>
                  </a:cubicBezTo>
                  <a:cubicBezTo>
                    <a:pt x="43" y="4"/>
                    <a:pt x="43" y="4"/>
                    <a:pt x="43" y="4"/>
                  </a:cubicBezTo>
                  <a:cubicBezTo>
                    <a:pt x="45" y="4"/>
                    <a:pt x="47" y="6"/>
                    <a:pt x="47" y="8"/>
                  </a:cubicBezTo>
                  <a:cubicBezTo>
                    <a:pt x="47" y="11"/>
                    <a:pt x="47" y="11"/>
                    <a:pt x="47" y="11"/>
                  </a:cubicBezTo>
                  <a:cubicBezTo>
                    <a:pt x="26" y="11"/>
                    <a:pt x="26" y="11"/>
                    <a:pt x="26" y="11"/>
                  </a:cubicBezTo>
                  <a:lnTo>
                    <a:pt x="26" y="8"/>
                  </a:lnTo>
                  <a:close/>
                  <a:moveTo>
                    <a:pt x="70" y="54"/>
                  </a:moveTo>
                  <a:cubicBezTo>
                    <a:pt x="70" y="55"/>
                    <a:pt x="68" y="56"/>
                    <a:pt x="67" y="56"/>
                  </a:cubicBezTo>
                  <a:cubicBezTo>
                    <a:pt x="6" y="56"/>
                    <a:pt x="6" y="56"/>
                    <a:pt x="6" y="56"/>
                  </a:cubicBezTo>
                  <a:cubicBezTo>
                    <a:pt x="5" y="56"/>
                    <a:pt x="3" y="55"/>
                    <a:pt x="3" y="54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70" y="31"/>
                    <a:pt x="70" y="31"/>
                    <a:pt x="70" y="31"/>
                  </a:cubicBezTo>
                  <a:lnTo>
                    <a:pt x="70" y="54"/>
                  </a:lnTo>
                  <a:close/>
                  <a:moveTo>
                    <a:pt x="70" y="27"/>
                  </a:moveTo>
                  <a:cubicBezTo>
                    <a:pt x="3" y="27"/>
                    <a:pt x="3" y="27"/>
                    <a:pt x="3" y="27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3" y="15"/>
                    <a:pt x="5" y="14"/>
                    <a:pt x="6" y="14"/>
                  </a:cubicBezTo>
                  <a:cubicBezTo>
                    <a:pt x="67" y="14"/>
                    <a:pt x="67" y="14"/>
                    <a:pt x="67" y="14"/>
                  </a:cubicBezTo>
                  <a:cubicBezTo>
                    <a:pt x="68" y="14"/>
                    <a:pt x="70" y="15"/>
                    <a:pt x="70" y="17"/>
                  </a:cubicBezTo>
                  <a:lnTo>
                    <a:pt x="70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45720" tIns="22860" rIns="45720" bIns="22860" numCol="1" anchor="t" anchorCtr="0" compatLnSpc="1"/>
            <a:lstStyle/>
            <a:p>
              <a:endParaRPr lang="th-TH" sz="900"/>
            </a:p>
          </p:txBody>
        </p:sp>
        <p:sp>
          <p:nvSpPr>
            <p:cNvPr id="35" name="Oval 196"/>
            <p:cNvSpPr>
              <a:spLocks noChangeArrowheads="1"/>
            </p:cNvSpPr>
            <p:nvPr/>
          </p:nvSpPr>
          <p:spPr bwMode="auto">
            <a:xfrm>
              <a:off x="18339184" y="11945883"/>
              <a:ext cx="57150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45720" tIns="22860" rIns="45720" bIns="22860" numCol="1" anchor="t" anchorCtr="0" compatLnSpc="1"/>
            <a:lstStyle/>
            <a:p>
              <a:endParaRPr lang="th-TH" sz="900"/>
            </a:p>
          </p:txBody>
        </p:sp>
        <p:sp>
          <p:nvSpPr>
            <p:cNvPr id="36" name="Oval 197"/>
            <p:cNvSpPr>
              <a:spLocks noChangeArrowheads="1"/>
            </p:cNvSpPr>
            <p:nvPr/>
          </p:nvSpPr>
          <p:spPr bwMode="auto">
            <a:xfrm>
              <a:off x="18701134" y="11945883"/>
              <a:ext cx="66675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45720" tIns="22860" rIns="45720" bIns="22860" numCol="1" anchor="t" anchorCtr="0" compatLnSpc="1"/>
            <a:lstStyle/>
            <a:p>
              <a:endParaRPr lang="th-TH" sz="900"/>
            </a:p>
          </p:txBody>
        </p:sp>
      </p:grpSp>
      <p:sp>
        <p:nvSpPr>
          <p:cNvPr id="37" name="文本框 36"/>
          <p:cNvSpPr txBox="1"/>
          <p:nvPr/>
        </p:nvSpPr>
        <p:spPr>
          <a:xfrm>
            <a:off x="1443828" y="3960070"/>
            <a:ext cx="1704152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Title text addition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983828" y="3960070"/>
            <a:ext cx="1704152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Title text addition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572421" y="3960070"/>
            <a:ext cx="1704152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Title text addition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112421" y="3960070"/>
            <a:ext cx="1704152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Title text addition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231390" y="556895"/>
            <a:ext cx="684403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4400" b="1" dirty="0">
                <a:gradFill>
                  <a:gsLst>
                    <a:gs pos="0">
                      <a:srgbClr val="3A543B"/>
                    </a:gs>
                    <a:gs pos="100000">
                      <a:srgbClr val="AA9D67"/>
                    </a:gs>
                  </a:gsLst>
                  <a:lin ang="0" scaled="0"/>
                </a:gradFill>
                <a:latin typeface="Arial" panose="020B0604020202090204" pitchFamily="34" charset="0"/>
                <a:ea typeface="张海山锐线体2.0" panose="02000000000000000000" pitchFamily="2" charset="-122"/>
                <a:cs typeface="Arial" panose="020B0604020202090204" pitchFamily="34" charset="0"/>
              </a:rPr>
              <a:t>Title text addition</a:t>
            </a:r>
            <a:endParaRPr lang="en-US" altLang="zh-CN" sz="4400" b="1" dirty="0">
              <a:gradFill>
                <a:gsLst>
                  <a:gs pos="0">
                    <a:srgbClr val="3A543B"/>
                  </a:gs>
                  <a:gs pos="100000">
                    <a:srgbClr val="AA9D67"/>
                  </a:gs>
                </a:gsLst>
                <a:lin ang="0" scaled="0"/>
              </a:gradFill>
              <a:latin typeface="Arial" panose="020B0604020202090204" pitchFamily="34" charset="0"/>
              <a:ea typeface="张海山锐线体2.0" panose="02000000000000000000" pitchFamily="2" charset="-122"/>
              <a:cs typeface="Arial" panose="020B0604020202090204" pitchFamily="34" charset="0"/>
            </a:endParaRPr>
          </a:p>
        </p:txBody>
      </p:sp>
      <p:sp>
        <p:nvSpPr>
          <p:cNvPr id="2" name="文本框 23"/>
          <p:cNvSpPr txBox="1"/>
          <p:nvPr/>
        </p:nvSpPr>
        <p:spPr>
          <a:xfrm>
            <a:off x="848108" y="5704417"/>
            <a:ext cx="2801722" cy="75474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pPr algn="ctr">
              <a:lnSpc>
                <a:spcPct val="114000"/>
              </a:lnSpc>
            </a:pPr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j-ea"/>
              </a:rPr>
              <a:t>The user can demonstrate on a projector or computer, or print the presentation and make it </a:t>
            </a:r>
            <a:r>
              <a:rPr lang="en-US" altLang="zh-CN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j-ea"/>
              </a:rPr>
              <a:t>film</a:t>
            </a:r>
            <a:endParaRPr lang="en-US" altLang="zh-CN" sz="1100" dirty="0">
              <a:solidFill>
                <a:schemeClr val="tx1">
                  <a:lumMod val="50000"/>
                  <a:lumOff val="50000"/>
                </a:schemeClr>
              </a:solidFill>
              <a:latin typeface="Century Gothic" panose="020B0502020202020204" pitchFamily="34" charset="0"/>
              <a:ea typeface="+mj-ea"/>
            </a:endParaRPr>
          </a:p>
        </p:txBody>
      </p:sp>
      <p:sp>
        <p:nvSpPr>
          <p:cNvPr id="3" name="文本框 23"/>
          <p:cNvSpPr txBox="1"/>
          <p:nvPr/>
        </p:nvSpPr>
        <p:spPr>
          <a:xfrm>
            <a:off x="3470658" y="5704417"/>
            <a:ext cx="2801722" cy="75474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pPr algn="ctr">
              <a:lnSpc>
                <a:spcPct val="114000"/>
              </a:lnSpc>
            </a:pPr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j-ea"/>
              </a:rPr>
              <a:t>The user can demonstrate on a projector or computer, or print the presentation and make it </a:t>
            </a:r>
            <a:r>
              <a:rPr lang="en-US" altLang="zh-CN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j-ea"/>
              </a:rPr>
              <a:t>film</a:t>
            </a:r>
            <a:endParaRPr lang="en-US" altLang="zh-CN" sz="1100" dirty="0">
              <a:solidFill>
                <a:schemeClr val="tx1">
                  <a:lumMod val="50000"/>
                  <a:lumOff val="50000"/>
                </a:schemeClr>
              </a:solidFill>
              <a:latin typeface="Century Gothic" panose="020B0502020202020204" pitchFamily="34" charset="0"/>
              <a:ea typeface="+mj-ea"/>
            </a:endParaRPr>
          </a:p>
        </p:txBody>
      </p:sp>
      <p:sp>
        <p:nvSpPr>
          <p:cNvPr id="4" name="文本框 23"/>
          <p:cNvSpPr txBox="1"/>
          <p:nvPr/>
        </p:nvSpPr>
        <p:spPr>
          <a:xfrm>
            <a:off x="6036058" y="5704417"/>
            <a:ext cx="2801722" cy="75474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pPr algn="ctr">
              <a:lnSpc>
                <a:spcPct val="114000"/>
              </a:lnSpc>
            </a:pPr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j-ea"/>
              </a:rPr>
              <a:t>The user can demonstrate on a projector or computer, or print the presentation and make it </a:t>
            </a:r>
            <a:r>
              <a:rPr lang="en-US" altLang="zh-CN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j-ea"/>
              </a:rPr>
              <a:t>film</a:t>
            </a:r>
            <a:endParaRPr lang="en-US" altLang="zh-CN" sz="1100" dirty="0">
              <a:solidFill>
                <a:schemeClr val="tx1">
                  <a:lumMod val="50000"/>
                  <a:lumOff val="50000"/>
                </a:schemeClr>
              </a:solidFill>
              <a:latin typeface="Century Gothic" panose="020B0502020202020204" pitchFamily="34" charset="0"/>
              <a:ea typeface="+mj-ea"/>
            </a:endParaRPr>
          </a:p>
        </p:txBody>
      </p:sp>
      <p:sp>
        <p:nvSpPr>
          <p:cNvPr id="5" name="文本框 23"/>
          <p:cNvSpPr txBox="1"/>
          <p:nvPr/>
        </p:nvSpPr>
        <p:spPr>
          <a:xfrm>
            <a:off x="8635748" y="5704417"/>
            <a:ext cx="2801722" cy="75474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pPr algn="ctr">
              <a:lnSpc>
                <a:spcPct val="114000"/>
              </a:lnSpc>
            </a:pPr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j-ea"/>
              </a:rPr>
              <a:t>The user can demonstrate on a projector or computer, or print the presentation and make it </a:t>
            </a:r>
            <a:r>
              <a:rPr lang="en-US" altLang="zh-CN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j-ea"/>
              </a:rPr>
              <a:t>film</a:t>
            </a:r>
            <a:endParaRPr lang="en-US" altLang="zh-CN" sz="1100" dirty="0">
              <a:solidFill>
                <a:schemeClr val="tx1">
                  <a:lumMod val="50000"/>
                  <a:lumOff val="50000"/>
                </a:schemeClr>
              </a:solidFill>
              <a:latin typeface="Century Gothic" panose="020B0502020202020204" pitchFamily="34" charset="0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4E5E0"/>
            </a:gs>
            <a:gs pos="100000">
              <a:srgbClr val="F0F0F0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3"/>
          <p:cNvSpPr>
            <a:spLocks noChangeArrowheads="1"/>
          </p:cNvSpPr>
          <p:nvPr/>
        </p:nvSpPr>
        <p:spPr bwMode="auto">
          <a:xfrm rot="16200000" flipH="1">
            <a:off x="3468750" y="-2103914"/>
            <a:ext cx="1189584" cy="6089247"/>
          </a:xfrm>
          <a:prstGeom prst="rect">
            <a:avLst/>
          </a:prstGeom>
          <a:noFill/>
          <a:ln w="38100">
            <a:gradFill>
              <a:gsLst>
                <a:gs pos="0">
                  <a:srgbClr val="3A543B"/>
                </a:gs>
                <a:gs pos="100000">
                  <a:srgbClr val="AA9D67"/>
                </a:gs>
              </a:gsLst>
              <a:lin ang="5400000" scaled="1"/>
            </a:gra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 rot="5400000">
            <a:off x="2598761" y="-1180800"/>
            <a:ext cx="915746" cy="869424"/>
          </a:xfrm>
          <a:prstGeom prst="rect">
            <a:avLst/>
          </a:prstGeom>
          <a:solidFill>
            <a:srgbClr val="3A543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 bwMode="auto">
          <a:xfrm rot="5400000">
            <a:off x="3468185" y="-1180800"/>
            <a:ext cx="915746" cy="869424"/>
          </a:xfrm>
          <a:prstGeom prst="rect">
            <a:avLst/>
          </a:prstGeom>
          <a:solidFill>
            <a:srgbClr val="AA9D6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5" t="5898" r="33568" b="7130"/>
          <a:stretch>
            <a:fillRect/>
          </a:stretch>
        </p:blipFill>
        <p:spPr>
          <a:xfrm flipV="1">
            <a:off x="0" y="0"/>
            <a:ext cx="2325299" cy="1323385"/>
          </a:xfrm>
          <a:prstGeom prst="rect">
            <a:avLst/>
          </a:prstGeom>
        </p:spPr>
      </p:pic>
      <p:cxnSp>
        <p:nvCxnSpPr>
          <p:cNvPr id="9" name="PA_库_直接连接符 3"/>
          <p:cNvCxnSpPr/>
          <p:nvPr>
            <p:custDataLst>
              <p:tags r:id="rId2"/>
            </p:custDataLst>
          </p:nvPr>
        </p:nvCxnSpPr>
        <p:spPr>
          <a:xfrm>
            <a:off x="389365" y="4514748"/>
            <a:ext cx="11449272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六边形 11"/>
          <p:cNvSpPr/>
          <p:nvPr/>
        </p:nvSpPr>
        <p:spPr>
          <a:xfrm rot="1800000">
            <a:off x="1040949" y="3205043"/>
            <a:ext cx="3169904" cy="2732672"/>
          </a:xfrm>
          <a:prstGeom prst="hexagon">
            <a:avLst>
              <a:gd name="adj" fmla="val 28912"/>
              <a:gd name="vf" fmla="val 115470"/>
            </a:avLst>
          </a:prstGeom>
          <a:solidFill>
            <a:srgbClr val="3A543B"/>
          </a:solidFill>
          <a:ln w="25400">
            <a:solidFill>
              <a:srgbClr val="3A543B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13" name="六边形 12"/>
          <p:cNvSpPr/>
          <p:nvPr/>
        </p:nvSpPr>
        <p:spPr>
          <a:xfrm rot="1800000">
            <a:off x="1957750" y="2741163"/>
            <a:ext cx="1336303" cy="1151984"/>
          </a:xfrm>
          <a:prstGeom prst="hexagon">
            <a:avLst>
              <a:gd name="adj" fmla="val 28912"/>
              <a:gd name="vf" fmla="val 115470"/>
            </a:avLst>
          </a:prstGeom>
          <a:solidFill>
            <a:srgbClr val="EFEFEE"/>
          </a:solidFill>
          <a:ln w="25400">
            <a:solidFill>
              <a:srgbClr val="3A543B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14" name="任意多边形 23"/>
          <p:cNvSpPr/>
          <p:nvPr/>
        </p:nvSpPr>
        <p:spPr bwMode="auto">
          <a:xfrm>
            <a:off x="2303388" y="2949981"/>
            <a:ext cx="670051" cy="670052"/>
          </a:xfrm>
          <a:custGeom>
            <a:avLst/>
            <a:gdLst>
              <a:gd name="T0" fmla="*/ 118 w 236"/>
              <a:gd name="T1" fmla="*/ 0 h 236"/>
              <a:gd name="T2" fmla="*/ 0 w 236"/>
              <a:gd name="T3" fmla="*/ 118 h 236"/>
              <a:gd name="T4" fmla="*/ 118 w 236"/>
              <a:gd name="T5" fmla="*/ 236 h 236"/>
              <a:gd name="T6" fmla="*/ 236 w 236"/>
              <a:gd name="T7" fmla="*/ 118 h 236"/>
              <a:gd name="T8" fmla="*/ 118 w 236"/>
              <a:gd name="T9" fmla="*/ 0 h 236"/>
              <a:gd name="T10" fmla="*/ 106 w 236"/>
              <a:gd name="T11" fmla="*/ 171 h 236"/>
              <a:gd name="T12" fmla="*/ 54 w 236"/>
              <a:gd name="T13" fmla="*/ 163 h 236"/>
              <a:gd name="T14" fmla="*/ 54 w 236"/>
              <a:gd name="T15" fmla="*/ 121 h 236"/>
              <a:gd name="T16" fmla="*/ 106 w 236"/>
              <a:gd name="T17" fmla="*/ 121 h 236"/>
              <a:gd name="T18" fmla="*/ 106 w 236"/>
              <a:gd name="T19" fmla="*/ 171 h 236"/>
              <a:gd name="T20" fmla="*/ 106 w 236"/>
              <a:gd name="T21" fmla="*/ 114 h 236"/>
              <a:gd name="T22" fmla="*/ 54 w 236"/>
              <a:gd name="T23" fmla="*/ 114 h 236"/>
              <a:gd name="T24" fmla="*/ 54 w 236"/>
              <a:gd name="T25" fmla="*/ 72 h 236"/>
              <a:gd name="T26" fmla="*/ 106 w 236"/>
              <a:gd name="T27" fmla="*/ 64 h 236"/>
              <a:gd name="T28" fmla="*/ 106 w 236"/>
              <a:gd name="T29" fmla="*/ 114 h 236"/>
              <a:gd name="T30" fmla="*/ 182 w 236"/>
              <a:gd name="T31" fmla="*/ 182 h 236"/>
              <a:gd name="T32" fmla="*/ 113 w 236"/>
              <a:gd name="T33" fmla="*/ 172 h 236"/>
              <a:gd name="T34" fmla="*/ 113 w 236"/>
              <a:gd name="T35" fmla="*/ 121 h 236"/>
              <a:gd name="T36" fmla="*/ 182 w 236"/>
              <a:gd name="T37" fmla="*/ 121 h 236"/>
              <a:gd name="T38" fmla="*/ 182 w 236"/>
              <a:gd name="T39" fmla="*/ 182 h 236"/>
              <a:gd name="T40" fmla="*/ 182 w 236"/>
              <a:gd name="T41" fmla="*/ 114 h 236"/>
              <a:gd name="T42" fmla="*/ 113 w 236"/>
              <a:gd name="T43" fmla="*/ 114 h 236"/>
              <a:gd name="T44" fmla="*/ 113 w 236"/>
              <a:gd name="T45" fmla="*/ 63 h 236"/>
              <a:gd name="T46" fmla="*/ 182 w 236"/>
              <a:gd name="T47" fmla="*/ 53 h 236"/>
              <a:gd name="T48" fmla="*/ 182 w 236"/>
              <a:gd name="T49" fmla="*/ 114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36" h="236"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cubicBezTo>
                  <a:pt x="0" y="183"/>
                  <a:pt x="53" y="236"/>
                  <a:pt x="118" y="236"/>
                </a:cubicBezTo>
                <a:cubicBezTo>
                  <a:pt x="183" y="236"/>
                  <a:pt x="236" y="183"/>
                  <a:pt x="236" y="118"/>
                </a:cubicBezTo>
                <a:cubicBezTo>
                  <a:pt x="236" y="53"/>
                  <a:pt x="183" y="0"/>
                  <a:pt x="118" y="0"/>
                </a:cubicBezTo>
                <a:close/>
                <a:moveTo>
                  <a:pt x="106" y="171"/>
                </a:moveTo>
                <a:cubicBezTo>
                  <a:pt x="54" y="163"/>
                  <a:pt x="54" y="163"/>
                  <a:pt x="54" y="163"/>
                </a:cubicBezTo>
                <a:cubicBezTo>
                  <a:pt x="54" y="121"/>
                  <a:pt x="54" y="121"/>
                  <a:pt x="54" y="121"/>
                </a:cubicBezTo>
                <a:cubicBezTo>
                  <a:pt x="106" y="121"/>
                  <a:pt x="106" y="121"/>
                  <a:pt x="106" y="121"/>
                </a:cubicBezTo>
                <a:lnTo>
                  <a:pt x="106" y="171"/>
                </a:lnTo>
                <a:close/>
                <a:moveTo>
                  <a:pt x="106" y="114"/>
                </a:moveTo>
                <a:cubicBezTo>
                  <a:pt x="54" y="114"/>
                  <a:pt x="54" y="114"/>
                  <a:pt x="54" y="114"/>
                </a:cubicBezTo>
                <a:cubicBezTo>
                  <a:pt x="54" y="72"/>
                  <a:pt x="54" y="72"/>
                  <a:pt x="54" y="72"/>
                </a:cubicBezTo>
                <a:cubicBezTo>
                  <a:pt x="106" y="64"/>
                  <a:pt x="106" y="64"/>
                  <a:pt x="106" y="64"/>
                </a:cubicBezTo>
                <a:lnTo>
                  <a:pt x="106" y="114"/>
                </a:lnTo>
                <a:close/>
                <a:moveTo>
                  <a:pt x="182" y="182"/>
                </a:moveTo>
                <a:cubicBezTo>
                  <a:pt x="113" y="172"/>
                  <a:pt x="113" y="172"/>
                  <a:pt x="113" y="172"/>
                </a:cubicBezTo>
                <a:cubicBezTo>
                  <a:pt x="113" y="121"/>
                  <a:pt x="113" y="121"/>
                  <a:pt x="113" y="121"/>
                </a:cubicBezTo>
                <a:cubicBezTo>
                  <a:pt x="182" y="121"/>
                  <a:pt x="182" y="121"/>
                  <a:pt x="182" y="121"/>
                </a:cubicBezTo>
                <a:lnTo>
                  <a:pt x="182" y="182"/>
                </a:lnTo>
                <a:close/>
                <a:moveTo>
                  <a:pt x="182" y="114"/>
                </a:moveTo>
                <a:cubicBezTo>
                  <a:pt x="113" y="114"/>
                  <a:pt x="113" y="114"/>
                  <a:pt x="113" y="114"/>
                </a:cubicBezTo>
                <a:cubicBezTo>
                  <a:pt x="113" y="63"/>
                  <a:pt x="113" y="63"/>
                  <a:pt x="113" y="63"/>
                </a:cubicBezTo>
                <a:cubicBezTo>
                  <a:pt x="182" y="53"/>
                  <a:pt x="182" y="53"/>
                  <a:pt x="182" y="53"/>
                </a:cubicBezTo>
                <a:lnTo>
                  <a:pt x="182" y="114"/>
                </a:lnTo>
                <a:close/>
              </a:path>
            </a:pathLst>
          </a:custGeom>
          <a:solidFill>
            <a:srgbClr val="3A543B"/>
          </a:solidFill>
          <a:ln>
            <a:noFill/>
          </a:ln>
        </p:spPr>
        <p:txBody>
          <a:bodyPr anchor="ctr"/>
          <a:lstStyle/>
          <a:p>
            <a:pPr algn="ctr"/>
          </a:p>
        </p:txBody>
      </p:sp>
      <p:sp>
        <p:nvSpPr>
          <p:cNvPr id="15" name="六边形 14"/>
          <p:cNvSpPr/>
          <p:nvPr/>
        </p:nvSpPr>
        <p:spPr>
          <a:xfrm rot="1800000">
            <a:off x="4529050" y="3205043"/>
            <a:ext cx="3169904" cy="2732672"/>
          </a:xfrm>
          <a:prstGeom prst="hexagon">
            <a:avLst>
              <a:gd name="adj" fmla="val 28912"/>
              <a:gd name="vf" fmla="val 115470"/>
            </a:avLst>
          </a:prstGeom>
          <a:solidFill>
            <a:srgbClr val="AA9D67"/>
          </a:solidFill>
          <a:ln w="25400">
            <a:solidFill>
              <a:srgbClr val="AA9D67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16" name="六边形 15"/>
          <p:cNvSpPr/>
          <p:nvPr/>
        </p:nvSpPr>
        <p:spPr>
          <a:xfrm rot="1800000">
            <a:off x="5445849" y="2741163"/>
            <a:ext cx="1336303" cy="1151984"/>
          </a:xfrm>
          <a:prstGeom prst="hexagon">
            <a:avLst>
              <a:gd name="adj" fmla="val 28912"/>
              <a:gd name="vf" fmla="val 115470"/>
            </a:avLst>
          </a:prstGeom>
          <a:solidFill>
            <a:srgbClr val="EFEFEE"/>
          </a:solidFill>
          <a:ln w="25400">
            <a:solidFill>
              <a:srgbClr val="AA9D67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17" name="任意多边形 27"/>
          <p:cNvSpPr/>
          <p:nvPr/>
        </p:nvSpPr>
        <p:spPr bwMode="auto">
          <a:xfrm>
            <a:off x="5778976" y="2949981"/>
            <a:ext cx="670051" cy="670052"/>
          </a:xfrm>
          <a:custGeom>
            <a:avLst/>
            <a:gdLst>
              <a:gd name="T0" fmla="*/ 118 w 236"/>
              <a:gd name="T1" fmla="*/ 0 h 236"/>
              <a:gd name="T2" fmla="*/ 0 w 236"/>
              <a:gd name="T3" fmla="*/ 118 h 236"/>
              <a:gd name="T4" fmla="*/ 118 w 236"/>
              <a:gd name="T5" fmla="*/ 236 h 236"/>
              <a:gd name="T6" fmla="*/ 236 w 236"/>
              <a:gd name="T7" fmla="*/ 118 h 236"/>
              <a:gd name="T8" fmla="*/ 118 w 236"/>
              <a:gd name="T9" fmla="*/ 0 h 236"/>
              <a:gd name="T10" fmla="*/ 124 w 236"/>
              <a:gd name="T11" fmla="*/ 56 h 236"/>
              <a:gd name="T12" fmla="*/ 144 w 236"/>
              <a:gd name="T13" fmla="*/ 46 h 236"/>
              <a:gd name="T14" fmla="*/ 137 w 236"/>
              <a:gd name="T15" fmla="*/ 67 h 236"/>
              <a:gd name="T16" fmla="*/ 117 w 236"/>
              <a:gd name="T17" fmla="*/ 77 h 236"/>
              <a:gd name="T18" fmla="*/ 124 w 236"/>
              <a:gd name="T19" fmla="*/ 56 h 236"/>
              <a:gd name="T20" fmla="*/ 162 w 236"/>
              <a:gd name="T21" fmla="*/ 164 h 236"/>
              <a:gd name="T22" fmla="*/ 142 w 236"/>
              <a:gd name="T23" fmla="*/ 181 h 236"/>
              <a:gd name="T24" fmla="*/ 119 w 236"/>
              <a:gd name="T25" fmla="*/ 175 h 236"/>
              <a:gd name="T26" fmla="*/ 97 w 236"/>
              <a:gd name="T27" fmla="*/ 181 h 236"/>
              <a:gd name="T28" fmla="*/ 76 w 236"/>
              <a:gd name="T29" fmla="*/ 164 h 236"/>
              <a:gd name="T30" fmla="*/ 67 w 236"/>
              <a:gd name="T31" fmla="*/ 96 h 236"/>
              <a:gd name="T32" fmla="*/ 95 w 236"/>
              <a:gd name="T33" fmla="*/ 79 h 236"/>
              <a:gd name="T34" fmla="*/ 118 w 236"/>
              <a:gd name="T35" fmla="*/ 85 h 236"/>
              <a:gd name="T36" fmla="*/ 143 w 236"/>
              <a:gd name="T37" fmla="*/ 79 h 236"/>
              <a:gd name="T38" fmla="*/ 168 w 236"/>
              <a:gd name="T39" fmla="*/ 92 h 236"/>
              <a:gd name="T40" fmla="*/ 154 w 236"/>
              <a:gd name="T41" fmla="*/ 118 h 236"/>
              <a:gd name="T42" fmla="*/ 172 w 236"/>
              <a:gd name="T43" fmla="*/ 145 h 236"/>
              <a:gd name="T44" fmla="*/ 162 w 236"/>
              <a:gd name="T45" fmla="*/ 164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36" h="236"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cubicBezTo>
                  <a:pt x="0" y="183"/>
                  <a:pt x="53" y="236"/>
                  <a:pt x="118" y="236"/>
                </a:cubicBezTo>
                <a:cubicBezTo>
                  <a:pt x="183" y="236"/>
                  <a:pt x="236" y="183"/>
                  <a:pt x="236" y="118"/>
                </a:cubicBezTo>
                <a:cubicBezTo>
                  <a:pt x="236" y="53"/>
                  <a:pt x="183" y="0"/>
                  <a:pt x="118" y="0"/>
                </a:cubicBezTo>
                <a:close/>
                <a:moveTo>
                  <a:pt x="124" y="56"/>
                </a:moveTo>
                <a:cubicBezTo>
                  <a:pt x="129" y="50"/>
                  <a:pt x="137" y="46"/>
                  <a:pt x="144" y="46"/>
                </a:cubicBezTo>
                <a:cubicBezTo>
                  <a:pt x="144" y="54"/>
                  <a:pt x="141" y="62"/>
                  <a:pt x="137" y="67"/>
                </a:cubicBezTo>
                <a:cubicBezTo>
                  <a:pt x="132" y="73"/>
                  <a:pt x="124" y="78"/>
                  <a:pt x="117" y="77"/>
                </a:cubicBezTo>
                <a:cubicBezTo>
                  <a:pt x="115" y="69"/>
                  <a:pt x="119" y="61"/>
                  <a:pt x="124" y="56"/>
                </a:cubicBezTo>
                <a:close/>
                <a:moveTo>
                  <a:pt x="162" y="164"/>
                </a:moveTo>
                <a:cubicBezTo>
                  <a:pt x="157" y="172"/>
                  <a:pt x="151" y="180"/>
                  <a:pt x="142" y="181"/>
                </a:cubicBezTo>
                <a:cubicBezTo>
                  <a:pt x="133" y="181"/>
                  <a:pt x="130" y="175"/>
                  <a:pt x="119" y="175"/>
                </a:cubicBezTo>
                <a:cubicBezTo>
                  <a:pt x="109" y="175"/>
                  <a:pt x="106" y="180"/>
                  <a:pt x="97" y="181"/>
                </a:cubicBezTo>
                <a:cubicBezTo>
                  <a:pt x="88" y="181"/>
                  <a:pt x="82" y="172"/>
                  <a:pt x="76" y="164"/>
                </a:cubicBezTo>
                <a:cubicBezTo>
                  <a:pt x="64" y="147"/>
                  <a:pt x="55" y="116"/>
                  <a:pt x="67" y="96"/>
                </a:cubicBezTo>
                <a:cubicBezTo>
                  <a:pt x="73" y="85"/>
                  <a:pt x="84" y="79"/>
                  <a:pt x="95" y="79"/>
                </a:cubicBezTo>
                <a:cubicBezTo>
                  <a:pt x="104" y="79"/>
                  <a:pt x="112" y="85"/>
                  <a:pt x="118" y="85"/>
                </a:cubicBezTo>
                <a:cubicBezTo>
                  <a:pt x="123" y="85"/>
                  <a:pt x="133" y="77"/>
                  <a:pt x="143" y="79"/>
                </a:cubicBezTo>
                <a:cubicBezTo>
                  <a:pt x="148" y="79"/>
                  <a:pt x="160" y="80"/>
                  <a:pt x="168" y="92"/>
                </a:cubicBezTo>
                <a:cubicBezTo>
                  <a:pt x="167" y="92"/>
                  <a:pt x="153" y="100"/>
                  <a:pt x="154" y="118"/>
                </a:cubicBezTo>
                <a:cubicBezTo>
                  <a:pt x="154" y="138"/>
                  <a:pt x="171" y="145"/>
                  <a:pt x="172" y="145"/>
                </a:cubicBezTo>
                <a:cubicBezTo>
                  <a:pt x="171" y="145"/>
                  <a:pt x="169" y="155"/>
                  <a:pt x="162" y="164"/>
                </a:cubicBezTo>
                <a:close/>
              </a:path>
            </a:pathLst>
          </a:custGeom>
          <a:solidFill>
            <a:srgbClr val="AA9D67"/>
          </a:solidFill>
          <a:ln>
            <a:noFill/>
          </a:ln>
        </p:spPr>
        <p:txBody>
          <a:bodyPr anchor="ctr"/>
          <a:lstStyle/>
          <a:p>
            <a:pPr algn="ctr"/>
          </a:p>
        </p:txBody>
      </p:sp>
      <p:sp>
        <p:nvSpPr>
          <p:cNvPr id="18" name="六边形 17"/>
          <p:cNvSpPr/>
          <p:nvPr/>
        </p:nvSpPr>
        <p:spPr>
          <a:xfrm rot="1800000">
            <a:off x="8017150" y="3205043"/>
            <a:ext cx="3169904" cy="2732672"/>
          </a:xfrm>
          <a:prstGeom prst="hexagon">
            <a:avLst>
              <a:gd name="adj" fmla="val 28912"/>
              <a:gd name="vf" fmla="val 115470"/>
            </a:avLst>
          </a:prstGeom>
          <a:solidFill>
            <a:srgbClr val="3A543B"/>
          </a:solidFill>
          <a:ln w="25400">
            <a:solidFill>
              <a:srgbClr val="3A543B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19" name="六边形 18"/>
          <p:cNvSpPr/>
          <p:nvPr/>
        </p:nvSpPr>
        <p:spPr>
          <a:xfrm rot="1800000">
            <a:off x="8933948" y="2741163"/>
            <a:ext cx="1336303" cy="1151984"/>
          </a:xfrm>
          <a:prstGeom prst="hexagon">
            <a:avLst>
              <a:gd name="adj" fmla="val 28912"/>
              <a:gd name="vf" fmla="val 115470"/>
            </a:avLst>
          </a:prstGeom>
          <a:solidFill>
            <a:srgbClr val="EFEFEE"/>
          </a:solidFill>
          <a:ln w="25400">
            <a:solidFill>
              <a:srgbClr val="3A543B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20" name="任意多边形 25"/>
          <p:cNvSpPr/>
          <p:nvPr/>
        </p:nvSpPr>
        <p:spPr bwMode="auto">
          <a:xfrm>
            <a:off x="9267076" y="2949981"/>
            <a:ext cx="670051" cy="670052"/>
          </a:xfrm>
          <a:custGeom>
            <a:avLst/>
            <a:gdLst>
              <a:gd name="T0" fmla="*/ 118 w 236"/>
              <a:gd name="T1" fmla="*/ 142 h 236"/>
              <a:gd name="T2" fmla="*/ 142 w 236"/>
              <a:gd name="T3" fmla="*/ 118 h 236"/>
              <a:gd name="T4" fmla="*/ 137 w 236"/>
              <a:gd name="T5" fmla="*/ 105 h 236"/>
              <a:gd name="T6" fmla="*/ 118 w 236"/>
              <a:gd name="T7" fmla="*/ 95 h 236"/>
              <a:gd name="T8" fmla="*/ 99 w 236"/>
              <a:gd name="T9" fmla="*/ 105 h 236"/>
              <a:gd name="T10" fmla="*/ 94 w 236"/>
              <a:gd name="T11" fmla="*/ 118 h 236"/>
              <a:gd name="T12" fmla="*/ 118 w 236"/>
              <a:gd name="T13" fmla="*/ 142 h 236"/>
              <a:gd name="T14" fmla="*/ 170 w 236"/>
              <a:gd name="T15" fmla="*/ 89 h 236"/>
              <a:gd name="T16" fmla="*/ 170 w 236"/>
              <a:gd name="T17" fmla="*/ 70 h 236"/>
              <a:gd name="T18" fmla="*/ 170 w 236"/>
              <a:gd name="T19" fmla="*/ 67 h 236"/>
              <a:gd name="T20" fmla="*/ 167 w 236"/>
              <a:gd name="T21" fmla="*/ 67 h 236"/>
              <a:gd name="T22" fmla="*/ 147 w 236"/>
              <a:gd name="T23" fmla="*/ 67 h 236"/>
              <a:gd name="T24" fmla="*/ 147 w 236"/>
              <a:gd name="T25" fmla="*/ 90 h 236"/>
              <a:gd name="T26" fmla="*/ 170 w 236"/>
              <a:gd name="T27" fmla="*/ 89 h 236"/>
              <a:gd name="T28" fmla="*/ 118 w 236"/>
              <a:gd name="T29" fmla="*/ 0 h 236"/>
              <a:gd name="T30" fmla="*/ 0 w 236"/>
              <a:gd name="T31" fmla="*/ 118 h 236"/>
              <a:gd name="T32" fmla="*/ 118 w 236"/>
              <a:gd name="T33" fmla="*/ 236 h 236"/>
              <a:gd name="T34" fmla="*/ 236 w 236"/>
              <a:gd name="T35" fmla="*/ 118 h 236"/>
              <a:gd name="T36" fmla="*/ 118 w 236"/>
              <a:gd name="T37" fmla="*/ 0 h 236"/>
              <a:gd name="T38" fmla="*/ 185 w 236"/>
              <a:gd name="T39" fmla="*/ 105 h 236"/>
              <a:gd name="T40" fmla="*/ 185 w 236"/>
              <a:gd name="T41" fmla="*/ 160 h 236"/>
              <a:gd name="T42" fmla="*/ 159 w 236"/>
              <a:gd name="T43" fmla="*/ 186 h 236"/>
              <a:gd name="T44" fmla="*/ 77 w 236"/>
              <a:gd name="T45" fmla="*/ 186 h 236"/>
              <a:gd name="T46" fmla="*/ 51 w 236"/>
              <a:gd name="T47" fmla="*/ 160 h 236"/>
              <a:gd name="T48" fmla="*/ 51 w 236"/>
              <a:gd name="T49" fmla="*/ 105 h 236"/>
              <a:gd name="T50" fmla="*/ 51 w 236"/>
              <a:gd name="T51" fmla="*/ 77 h 236"/>
              <a:gd name="T52" fmla="*/ 77 w 236"/>
              <a:gd name="T53" fmla="*/ 51 h 236"/>
              <a:gd name="T54" fmla="*/ 159 w 236"/>
              <a:gd name="T55" fmla="*/ 51 h 236"/>
              <a:gd name="T56" fmla="*/ 185 w 236"/>
              <a:gd name="T57" fmla="*/ 77 h 236"/>
              <a:gd name="T58" fmla="*/ 185 w 236"/>
              <a:gd name="T59" fmla="*/ 105 h 236"/>
              <a:gd name="T60" fmla="*/ 155 w 236"/>
              <a:gd name="T61" fmla="*/ 118 h 236"/>
              <a:gd name="T62" fmla="*/ 118 w 236"/>
              <a:gd name="T63" fmla="*/ 155 h 236"/>
              <a:gd name="T64" fmla="*/ 81 w 236"/>
              <a:gd name="T65" fmla="*/ 118 h 236"/>
              <a:gd name="T66" fmla="*/ 84 w 236"/>
              <a:gd name="T67" fmla="*/ 105 h 236"/>
              <a:gd name="T68" fmla="*/ 64 w 236"/>
              <a:gd name="T69" fmla="*/ 105 h 236"/>
              <a:gd name="T70" fmla="*/ 64 w 236"/>
              <a:gd name="T71" fmla="*/ 160 h 236"/>
              <a:gd name="T72" fmla="*/ 77 w 236"/>
              <a:gd name="T73" fmla="*/ 172 h 236"/>
              <a:gd name="T74" fmla="*/ 159 w 236"/>
              <a:gd name="T75" fmla="*/ 172 h 236"/>
              <a:gd name="T76" fmla="*/ 172 w 236"/>
              <a:gd name="T77" fmla="*/ 160 h 236"/>
              <a:gd name="T78" fmla="*/ 172 w 236"/>
              <a:gd name="T79" fmla="*/ 105 h 236"/>
              <a:gd name="T80" fmla="*/ 152 w 236"/>
              <a:gd name="T81" fmla="*/ 105 h 236"/>
              <a:gd name="T82" fmla="*/ 155 w 236"/>
              <a:gd name="T83" fmla="*/ 118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36" h="236">
                <a:moveTo>
                  <a:pt x="118" y="142"/>
                </a:moveTo>
                <a:cubicBezTo>
                  <a:pt x="131" y="142"/>
                  <a:pt x="142" y="131"/>
                  <a:pt x="142" y="118"/>
                </a:cubicBezTo>
                <a:cubicBezTo>
                  <a:pt x="142" y="113"/>
                  <a:pt x="140" y="108"/>
                  <a:pt x="137" y="105"/>
                </a:cubicBezTo>
                <a:cubicBezTo>
                  <a:pt x="133" y="99"/>
                  <a:pt x="126" y="95"/>
                  <a:pt x="118" y="95"/>
                </a:cubicBezTo>
                <a:cubicBezTo>
                  <a:pt x="110" y="95"/>
                  <a:pt x="103" y="99"/>
                  <a:pt x="99" y="105"/>
                </a:cubicBezTo>
                <a:cubicBezTo>
                  <a:pt x="96" y="108"/>
                  <a:pt x="94" y="113"/>
                  <a:pt x="94" y="118"/>
                </a:cubicBezTo>
                <a:cubicBezTo>
                  <a:pt x="94" y="131"/>
                  <a:pt x="105" y="142"/>
                  <a:pt x="118" y="142"/>
                </a:cubicBezTo>
                <a:close/>
                <a:moveTo>
                  <a:pt x="170" y="89"/>
                </a:moveTo>
                <a:cubicBezTo>
                  <a:pt x="170" y="70"/>
                  <a:pt x="170" y="70"/>
                  <a:pt x="170" y="70"/>
                </a:cubicBezTo>
                <a:cubicBezTo>
                  <a:pt x="170" y="67"/>
                  <a:pt x="170" y="67"/>
                  <a:pt x="170" y="67"/>
                </a:cubicBezTo>
                <a:cubicBezTo>
                  <a:pt x="167" y="67"/>
                  <a:pt x="167" y="67"/>
                  <a:pt x="167" y="67"/>
                </a:cubicBezTo>
                <a:cubicBezTo>
                  <a:pt x="147" y="67"/>
                  <a:pt x="147" y="67"/>
                  <a:pt x="147" y="67"/>
                </a:cubicBezTo>
                <a:cubicBezTo>
                  <a:pt x="147" y="90"/>
                  <a:pt x="147" y="90"/>
                  <a:pt x="147" y="90"/>
                </a:cubicBezTo>
                <a:lnTo>
                  <a:pt x="170" y="89"/>
                </a:lnTo>
                <a:close/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cubicBezTo>
                  <a:pt x="0" y="183"/>
                  <a:pt x="53" y="236"/>
                  <a:pt x="118" y="236"/>
                </a:cubicBezTo>
                <a:cubicBezTo>
                  <a:pt x="183" y="236"/>
                  <a:pt x="236" y="183"/>
                  <a:pt x="236" y="118"/>
                </a:cubicBezTo>
                <a:cubicBezTo>
                  <a:pt x="236" y="53"/>
                  <a:pt x="183" y="0"/>
                  <a:pt x="118" y="0"/>
                </a:cubicBezTo>
                <a:close/>
                <a:moveTo>
                  <a:pt x="185" y="105"/>
                </a:moveTo>
                <a:cubicBezTo>
                  <a:pt x="185" y="160"/>
                  <a:pt x="185" y="160"/>
                  <a:pt x="185" y="160"/>
                </a:cubicBezTo>
                <a:cubicBezTo>
                  <a:pt x="185" y="174"/>
                  <a:pt x="173" y="186"/>
                  <a:pt x="159" y="186"/>
                </a:cubicBezTo>
                <a:cubicBezTo>
                  <a:pt x="77" y="186"/>
                  <a:pt x="77" y="186"/>
                  <a:pt x="77" y="186"/>
                </a:cubicBezTo>
                <a:cubicBezTo>
                  <a:pt x="62" y="186"/>
                  <a:pt x="51" y="174"/>
                  <a:pt x="51" y="160"/>
                </a:cubicBezTo>
                <a:cubicBezTo>
                  <a:pt x="51" y="105"/>
                  <a:pt x="51" y="105"/>
                  <a:pt x="51" y="105"/>
                </a:cubicBezTo>
                <a:cubicBezTo>
                  <a:pt x="51" y="77"/>
                  <a:pt x="51" y="77"/>
                  <a:pt x="51" y="77"/>
                </a:cubicBezTo>
                <a:cubicBezTo>
                  <a:pt x="51" y="63"/>
                  <a:pt x="62" y="51"/>
                  <a:pt x="77" y="51"/>
                </a:cubicBezTo>
                <a:cubicBezTo>
                  <a:pt x="159" y="51"/>
                  <a:pt x="159" y="51"/>
                  <a:pt x="159" y="51"/>
                </a:cubicBezTo>
                <a:cubicBezTo>
                  <a:pt x="173" y="51"/>
                  <a:pt x="185" y="63"/>
                  <a:pt x="185" y="77"/>
                </a:cubicBezTo>
                <a:lnTo>
                  <a:pt x="185" y="105"/>
                </a:lnTo>
                <a:close/>
                <a:moveTo>
                  <a:pt x="155" y="118"/>
                </a:moveTo>
                <a:cubicBezTo>
                  <a:pt x="155" y="139"/>
                  <a:pt x="138" y="155"/>
                  <a:pt x="118" y="155"/>
                </a:cubicBezTo>
                <a:cubicBezTo>
                  <a:pt x="98" y="155"/>
                  <a:pt x="81" y="139"/>
                  <a:pt x="81" y="118"/>
                </a:cubicBezTo>
                <a:cubicBezTo>
                  <a:pt x="81" y="114"/>
                  <a:pt x="82" y="109"/>
                  <a:pt x="84" y="105"/>
                </a:cubicBezTo>
                <a:cubicBezTo>
                  <a:pt x="64" y="105"/>
                  <a:pt x="64" y="105"/>
                  <a:pt x="64" y="105"/>
                </a:cubicBezTo>
                <a:cubicBezTo>
                  <a:pt x="64" y="160"/>
                  <a:pt x="64" y="160"/>
                  <a:pt x="64" y="160"/>
                </a:cubicBezTo>
                <a:cubicBezTo>
                  <a:pt x="64" y="167"/>
                  <a:pt x="70" y="172"/>
                  <a:pt x="77" y="172"/>
                </a:cubicBezTo>
                <a:cubicBezTo>
                  <a:pt x="159" y="172"/>
                  <a:pt x="159" y="172"/>
                  <a:pt x="159" y="172"/>
                </a:cubicBezTo>
                <a:cubicBezTo>
                  <a:pt x="166" y="172"/>
                  <a:pt x="172" y="167"/>
                  <a:pt x="172" y="160"/>
                </a:cubicBezTo>
                <a:cubicBezTo>
                  <a:pt x="172" y="105"/>
                  <a:pt x="172" y="105"/>
                  <a:pt x="172" y="105"/>
                </a:cubicBezTo>
                <a:cubicBezTo>
                  <a:pt x="152" y="105"/>
                  <a:pt x="152" y="105"/>
                  <a:pt x="152" y="105"/>
                </a:cubicBezTo>
                <a:cubicBezTo>
                  <a:pt x="154" y="109"/>
                  <a:pt x="155" y="114"/>
                  <a:pt x="155" y="118"/>
                </a:cubicBezTo>
                <a:close/>
              </a:path>
            </a:pathLst>
          </a:custGeom>
          <a:solidFill>
            <a:srgbClr val="3A543B"/>
          </a:solidFill>
          <a:ln>
            <a:noFill/>
          </a:ln>
        </p:spPr>
        <p:txBody>
          <a:bodyPr anchor="ctr"/>
          <a:lstStyle/>
          <a:p>
            <a:pPr algn="ctr"/>
          </a:p>
        </p:txBody>
      </p:sp>
      <p:grpSp>
        <p:nvGrpSpPr>
          <p:cNvPr id="21" name="组合 20"/>
          <p:cNvGrpSpPr/>
          <p:nvPr/>
        </p:nvGrpSpPr>
        <p:grpSpPr>
          <a:xfrm>
            <a:off x="1224053" y="4197468"/>
            <a:ext cx="2801722" cy="1051953"/>
            <a:chOff x="1626835" y="2349127"/>
            <a:chExt cx="2492110" cy="935704"/>
          </a:xfrm>
        </p:grpSpPr>
        <p:sp>
          <p:nvSpPr>
            <p:cNvPr id="22" name="文本框 21"/>
            <p:cNvSpPr txBox="1"/>
            <p:nvPr/>
          </p:nvSpPr>
          <p:spPr>
            <a:xfrm>
              <a:off x="1806000" y="2349127"/>
              <a:ext cx="2133781" cy="30114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1600" b="1" smtClean="0">
                  <a:solidFill>
                    <a:schemeClr val="bg1"/>
                  </a:solidFill>
                  <a:latin typeface="Century Gothic" panose="020B0502020202020204" pitchFamily="34" charset="0"/>
                </a:rPr>
                <a:t>Title text addition</a:t>
              </a:r>
              <a:endParaRPr lang="zh-CN" altLang="en-US" sz="1600" b="1" dirty="0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626835" y="2687681"/>
              <a:ext cx="2492110" cy="59715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100" dirty="0">
                  <a:solidFill>
                    <a:schemeClr val="bg1"/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print the presentation and make it </a:t>
              </a:r>
              <a:r>
                <a:rPr lang="en-US" altLang="zh-CN" sz="1100" dirty="0" smtClean="0">
                  <a:solidFill>
                    <a:schemeClr val="bg1"/>
                  </a:solidFill>
                  <a:latin typeface="Century Gothic" panose="020B0502020202020204" pitchFamily="34" charset="0"/>
                  <a:ea typeface="+mj-ea"/>
                </a:rPr>
                <a:t>film</a:t>
              </a:r>
              <a:endParaRPr lang="en-US" altLang="zh-CN" sz="1100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744601" y="4193423"/>
            <a:ext cx="2801722" cy="1051953"/>
            <a:chOff x="1626835" y="2349127"/>
            <a:chExt cx="2492110" cy="935704"/>
          </a:xfrm>
        </p:grpSpPr>
        <p:sp>
          <p:nvSpPr>
            <p:cNvPr id="25" name="文本框 24"/>
            <p:cNvSpPr txBox="1"/>
            <p:nvPr/>
          </p:nvSpPr>
          <p:spPr>
            <a:xfrm>
              <a:off x="1806000" y="2349127"/>
              <a:ext cx="2133781" cy="30114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1600" b="1" smtClean="0">
                  <a:solidFill>
                    <a:schemeClr val="bg1"/>
                  </a:solidFill>
                  <a:latin typeface="Century Gothic" panose="020B0502020202020204" pitchFamily="34" charset="0"/>
                </a:rPr>
                <a:t>Title text addition</a:t>
              </a:r>
              <a:endParaRPr lang="zh-CN" altLang="en-US" sz="1600" b="1" dirty="0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626835" y="2687681"/>
              <a:ext cx="2492110" cy="59715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100" dirty="0">
                  <a:solidFill>
                    <a:schemeClr val="bg1"/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print the presentation and make it </a:t>
              </a:r>
              <a:r>
                <a:rPr lang="en-US" altLang="zh-CN" sz="1100" dirty="0" smtClean="0">
                  <a:solidFill>
                    <a:schemeClr val="bg1"/>
                  </a:solidFill>
                  <a:latin typeface="Century Gothic" panose="020B0502020202020204" pitchFamily="34" charset="0"/>
                  <a:ea typeface="+mj-ea"/>
                </a:rPr>
                <a:t>film</a:t>
              </a:r>
              <a:endParaRPr lang="en-US" altLang="zh-CN" sz="1100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8201238" y="4150055"/>
            <a:ext cx="2801722" cy="1051953"/>
            <a:chOff x="1626835" y="2349127"/>
            <a:chExt cx="2492110" cy="935704"/>
          </a:xfrm>
        </p:grpSpPr>
        <p:sp>
          <p:nvSpPr>
            <p:cNvPr id="28" name="文本框 27"/>
            <p:cNvSpPr txBox="1"/>
            <p:nvPr/>
          </p:nvSpPr>
          <p:spPr>
            <a:xfrm>
              <a:off x="1806000" y="2349127"/>
              <a:ext cx="2133781" cy="30114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1600" b="1" dirty="0" smtClean="0">
                  <a:solidFill>
                    <a:schemeClr val="bg1"/>
                  </a:solidFill>
                  <a:latin typeface="Century Gothic" panose="020B0502020202020204" pitchFamily="34" charset="0"/>
                </a:rPr>
                <a:t>Title text addition</a:t>
              </a:r>
              <a:endParaRPr lang="zh-CN" altLang="en-US" sz="1600" b="1" dirty="0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626835" y="2687681"/>
              <a:ext cx="2492110" cy="59715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100" dirty="0">
                  <a:solidFill>
                    <a:schemeClr val="bg1"/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print the presentation and make it </a:t>
              </a:r>
              <a:r>
                <a:rPr lang="en-US" altLang="zh-CN" sz="1100" dirty="0" smtClean="0">
                  <a:solidFill>
                    <a:schemeClr val="bg1"/>
                  </a:solidFill>
                  <a:latin typeface="Century Gothic" panose="020B0502020202020204" pitchFamily="34" charset="0"/>
                  <a:ea typeface="+mj-ea"/>
                </a:rPr>
                <a:t>film</a:t>
              </a:r>
              <a:endParaRPr lang="en-US" altLang="zh-CN" sz="1100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2325370" y="537845"/>
            <a:ext cx="587629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4400" b="1" dirty="0">
                <a:gradFill>
                  <a:gsLst>
                    <a:gs pos="0">
                      <a:srgbClr val="3A543B"/>
                    </a:gs>
                    <a:gs pos="100000">
                      <a:srgbClr val="AA9D67"/>
                    </a:gs>
                  </a:gsLst>
                  <a:lin ang="0" scaled="0"/>
                </a:gradFill>
                <a:latin typeface="Arial" panose="020B0604020202090204" pitchFamily="34" charset="0"/>
                <a:ea typeface="张海山锐线体2.0" panose="02000000000000000000" pitchFamily="2" charset="-122"/>
                <a:cs typeface="Arial" panose="020B0604020202090204" pitchFamily="34" charset="0"/>
              </a:rPr>
              <a:t>Title text addition</a:t>
            </a:r>
            <a:endParaRPr lang="en-US" altLang="zh-CN" sz="4400" b="1" dirty="0">
              <a:gradFill>
                <a:gsLst>
                  <a:gs pos="0">
                    <a:srgbClr val="3A543B"/>
                  </a:gs>
                  <a:gs pos="100000">
                    <a:srgbClr val="AA9D67"/>
                  </a:gs>
                </a:gsLst>
                <a:lin ang="0" scaled="0"/>
              </a:gradFill>
              <a:latin typeface="Arial" panose="020B0604020202090204" pitchFamily="34" charset="0"/>
              <a:ea typeface="张海山锐线体2.0" panose="02000000000000000000" pitchFamily="2" charset="-122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4E5E0"/>
            </a:gs>
            <a:gs pos="100000">
              <a:srgbClr val="F0F0F0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3"/>
          <p:cNvSpPr>
            <a:spLocks noChangeArrowheads="1"/>
          </p:cNvSpPr>
          <p:nvPr/>
        </p:nvSpPr>
        <p:spPr bwMode="auto">
          <a:xfrm rot="16200000" flipH="1">
            <a:off x="3468750" y="-2103914"/>
            <a:ext cx="1189584" cy="6089247"/>
          </a:xfrm>
          <a:prstGeom prst="rect">
            <a:avLst/>
          </a:prstGeom>
          <a:noFill/>
          <a:ln w="38100">
            <a:gradFill>
              <a:gsLst>
                <a:gs pos="0">
                  <a:srgbClr val="3A543B"/>
                </a:gs>
                <a:gs pos="100000">
                  <a:srgbClr val="AA9D67"/>
                </a:gs>
              </a:gsLst>
              <a:lin ang="5400000" scaled="1"/>
            </a:gra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 rot="5400000">
            <a:off x="2598761" y="-1180800"/>
            <a:ext cx="915746" cy="869424"/>
          </a:xfrm>
          <a:prstGeom prst="rect">
            <a:avLst/>
          </a:prstGeom>
          <a:solidFill>
            <a:srgbClr val="3A543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 bwMode="auto">
          <a:xfrm rot="5400000">
            <a:off x="3468185" y="-1180800"/>
            <a:ext cx="915746" cy="869424"/>
          </a:xfrm>
          <a:prstGeom prst="rect">
            <a:avLst/>
          </a:prstGeom>
          <a:solidFill>
            <a:srgbClr val="AA9D6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5" t="5898" r="33568" b="7130"/>
          <a:stretch>
            <a:fillRect/>
          </a:stretch>
        </p:blipFill>
        <p:spPr>
          <a:xfrm flipV="1">
            <a:off x="0" y="0"/>
            <a:ext cx="2325299" cy="1323385"/>
          </a:xfrm>
          <a:prstGeom prst="rect">
            <a:avLst/>
          </a:prstGeom>
        </p:spPr>
      </p:pic>
      <p:sp>
        <p:nvSpPr>
          <p:cNvPr id="9" name="Freeform 243"/>
          <p:cNvSpPr>
            <a:spLocks noEditPoints="1"/>
          </p:cNvSpPr>
          <p:nvPr/>
        </p:nvSpPr>
        <p:spPr bwMode="auto">
          <a:xfrm>
            <a:off x="6223643" y="3390214"/>
            <a:ext cx="1939208" cy="2023688"/>
          </a:xfrm>
          <a:custGeom>
            <a:avLst/>
            <a:gdLst>
              <a:gd name="T0" fmla="*/ 961 w 1010"/>
              <a:gd name="T1" fmla="*/ 636 h 1055"/>
              <a:gd name="T2" fmla="*/ 957 w 1010"/>
              <a:gd name="T3" fmla="*/ 636 h 1055"/>
              <a:gd name="T4" fmla="*/ 849 w 1010"/>
              <a:gd name="T5" fmla="*/ 527 h 1055"/>
              <a:gd name="T6" fmla="*/ 957 w 1010"/>
              <a:gd name="T7" fmla="*/ 419 h 1055"/>
              <a:gd name="T8" fmla="*/ 961 w 1010"/>
              <a:gd name="T9" fmla="*/ 419 h 1055"/>
              <a:gd name="T10" fmla="*/ 980 w 1010"/>
              <a:gd name="T11" fmla="*/ 416 h 1055"/>
              <a:gd name="T12" fmla="*/ 999 w 1010"/>
              <a:gd name="T13" fmla="*/ 401 h 1055"/>
              <a:gd name="T14" fmla="*/ 1005 w 1010"/>
              <a:gd name="T15" fmla="*/ 360 h 1055"/>
              <a:gd name="T16" fmla="*/ 505 w 1010"/>
              <a:gd name="T17" fmla="*/ 0 h 1055"/>
              <a:gd name="T18" fmla="*/ 4 w 1010"/>
              <a:gd name="T19" fmla="*/ 360 h 1055"/>
              <a:gd name="T20" fmla="*/ 11 w 1010"/>
              <a:gd name="T21" fmla="*/ 401 h 1055"/>
              <a:gd name="T22" fmla="*/ 48 w 1010"/>
              <a:gd name="T23" fmla="*/ 419 h 1055"/>
              <a:gd name="T24" fmla="*/ 52 w 1010"/>
              <a:gd name="T25" fmla="*/ 419 h 1055"/>
              <a:gd name="T26" fmla="*/ 160 w 1010"/>
              <a:gd name="T27" fmla="*/ 527 h 1055"/>
              <a:gd name="T28" fmla="*/ 52 w 1010"/>
              <a:gd name="T29" fmla="*/ 636 h 1055"/>
              <a:gd name="T30" fmla="*/ 48 w 1010"/>
              <a:gd name="T31" fmla="*/ 636 h 1055"/>
              <a:gd name="T32" fmla="*/ 11 w 1010"/>
              <a:gd name="T33" fmla="*/ 654 h 1055"/>
              <a:gd name="T34" fmla="*/ 4 w 1010"/>
              <a:gd name="T35" fmla="*/ 694 h 1055"/>
              <a:gd name="T36" fmla="*/ 444 w 1010"/>
              <a:gd name="T37" fmla="*/ 1051 h 1055"/>
              <a:gd name="T38" fmla="*/ 505 w 1010"/>
              <a:gd name="T39" fmla="*/ 1055 h 1055"/>
              <a:gd name="T40" fmla="*/ 1005 w 1010"/>
              <a:gd name="T41" fmla="*/ 694 h 1055"/>
              <a:gd name="T42" fmla="*/ 999 w 1010"/>
              <a:gd name="T43" fmla="*/ 654 h 1055"/>
              <a:gd name="T44" fmla="*/ 961 w 1010"/>
              <a:gd name="T45" fmla="*/ 636 h 1055"/>
              <a:gd name="T46" fmla="*/ 505 w 1010"/>
              <a:gd name="T47" fmla="*/ 965 h 1055"/>
              <a:gd name="T48" fmla="*/ 315 w 1010"/>
              <a:gd name="T49" fmla="*/ 922 h 1055"/>
              <a:gd name="T50" fmla="*/ 110 w 1010"/>
              <a:gd name="T51" fmla="*/ 717 h 1055"/>
              <a:gd name="T52" fmla="*/ 250 w 1010"/>
              <a:gd name="T53" fmla="*/ 527 h 1055"/>
              <a:gd name="T54" fmla="*/ 110 w 1010"/>
              <a:gd name="T55" fmla="*/ 338 h 1055"/>
              <a:gd name="T56" fmla="*/ 505 w 1010"/>
              <a:gd name="T57" fmla="*/ 90 h 1055"/>
              <a:gd name="T58" fmla="*/ 900 w 1010"/>
              <a:gd name="T59" fmla="*/ 338 h 1055"/>
              <a:gd name="T60" fmla="*/ 899 w 1010"/>
              <a:gd name="T61" fmla="*/ 338 h 1055"/>
              <a:gd name="T62" fmla="*/ 760 w 1010"/>
              <a:gd name="T63" fmla="*/ 527 h 1055"/>
              <a:gd name="T64" fmla="*/ 900 w 1010"/>
              <a:gd name="T65" fmla="*/ 717 h 1055"/>
              <a:gd name="T66" fmla="*/ 505 w 1010"/>
              <a:gd name="T67" fmla="*/ 965 h 10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010" h="1055">
                <a:moveTo>
                  <a:pt x="961" y="636"/>
                </a:moveTo>
                <a:cubicBezTo>
                  <a:pt x="960" y="636"/>
                  <a:pt x="959" y="636"/>
                  <a:pt x="957" y="636"/>
                </a:cubicBezTo>
                <a:cubicBezTo>
                  <a:pt x="898" y="636"/>
                  <a:pt x="849" y="587"/>
                  <a:pt x="849" y="527"/>
                </a:cubicBezTo>
                <a:cubicBezTo>
                  <a:pt x="849" y="468"/>
                  <a:pt x="898" y="419"/>
                  <a:pt x="957" y="419"/>
                </a:cubicBezTo>
                <a:cubicBezTo>
                  <a:pt x="959" y="419"/>
                  <a:pt x="960" y="419"/>
                  <a:pt x="961" y="419"/>
                </a:cubicBezTo>
                <a:cubicBezTo>
                  <a:pt x="968" y="420"/>
                  <a:pt x="974" y="418"/>
                  <a:pt x="980" y="416"/>
                </a:cubicBezTo>
                <a:cubicBezTo>
                  <a:pt x="987" y="413"/>
                  <a:pt x="994" y="408"/>
                  <a:pt x="999" y="401"/>
                </a:cubicBezTo>
                <a:cubicBezTo>
                  <a:pt x="1007" y="390"/>
                  <a:pt x="1010" y="374"/>
                  <a:pt x="1005" y="360"/>
                </a:cubicBezTo>
                <a:cubicBezTo>
                  <a:pt x="933" y="145"/>
                  <a:pt x="732" y="0"/>
                  <a:pt x="505" y="0"/>
                </a:cubicBezTo>
                <a:cubicBezTo>
                  <a:pt x="277" y="0"/>
                  <a:pt x="76" y="145"/>
                  <a:pt x="4" y="360"/>
                </a:cubicBezTo>
                <a:cubicBezTo>
                  <a:pt x="0" y="374"/>
                  <a:pt x="2" y="390"/>
                  <a:pt x="11" y="401"/>
                </a:cubicBezTo>
                <a:cubicBezTo>
                  <a:pt x="20" y="413"/>
                  <a:pt x="33" y="420"/>
                  <a:pt x="48" y="419"/>
                </a:cubicBezTo>
                <a:cubicBezTo>
                  <a:pt x="49" y="419"/>
                  <a:pt x="51" y="419"/>
                  <a:pt x="52" y="419"/>
                </a:cubicBezTo>
                <a:cubicBezTo>
                  <a:pt x="112" y="419"/>
                  <a:pt x="160" y="468"/>
                  <a:pt x="160" y="527"/>
                </a:cubicBezTo>
                <a:cubicBezTo>
                  <a:pt x="160" y="587"/>
                  <a:pt x="112" y="636"/>
                  <a:pt x="52" y="636"/>
                </a:cubicBezTo>
                <a:cubicBezTo>
                  <a:pt x="51" y="636"/>
                  <a:pt x="50" y="636"/>
                  <a:pt x="48" y="636"/>
                </a:cubicBezTo>
                <a:cubicBezTo>
                  <a:pt x="33" y="635"/>
                  <a:pt x="20" y="642"/>
                  <a:pt x="11" y="654"/>
                </a:cubicBezTo>
                <a:cubicBezTo>
                  <a:pt x="2" y="665"/>
                  <a:pt x="0" y="681"/>
                  <a:pt x="4" y="694"/>
                </a:cubicBezTo>
                <a:cubicBezTo>
                  <a:pt x="70" y="891"/>
                  <a:pt x="242" y="1028"/>
                  <a:pt x="444" y="1051"/>
                </a:cubicBezTo>
                <a:cubicBezTo>
                  <a:pt x="464" y="1054"/>
                  <a:pt x="484" y="1055"/>
                  <a:pt x="505" y="1055"/>
                </a:cubicBezTo>
                <a:cubicBezTo>
                  <a:pt x="732" y="1055"/>
                  <a:pt x="933" y="910"/>
                  <a:pt x="1005" y="694"/>
                </a:cubicBezTo>
                <a:cubicBezTo>
                  <a:pt x="1010" y="681"/>
                  <a:pt x="1007" y="665"/>
                  <a:pt x="999" y="654"/>
                </a:cubicBezTo>
                <a:cubicBezTo>
                  <a:pt x="990" y="642"/>
                  <a:pt x="976" y="635"/>
                  <a:pt x="961" y="636"/>
                </a:cubicBezTo>
                <a:close/>
                <a:moveTo>
                  <a:pt x="505" y="965"/>
                </a:moveTo>
                <a:cubicBezTo>
                  <a:pt x="437" y="965"/>
                  <a:pt x="373" y="950"/>
                  <a:pt x="315" y="922"/>
                </a:cubicBezTo>
                <a:cubicBezTo>
                  <a:pt x="226" y="880"/>
                  <a:pt x="153" y="808"/>
                  <a:pt x="110" y="717"/>
                </a:cubicBezTo>
                <a:cubicBezTo>
                  <a:pt x="191" y="692"/>
                  <a:pt x="250" y="616"/>
                  <a:pt x="250" y="527"/>
                </a:cubicBezTo>
                <a:cubicBezTo>
                  <a:pt x="250" y="439"/>
                  <a:pt x="191" y="363"/>
                  <a:pt x="110" y="338"/>
                </a:cubicBezTo>
                <a:cubicBezTo>
                  <a:pt x="182" y="188"/>
                  <a:pt x="334" y="90"/>
                  <a:pt x="505" y="90"/>
                </a:cubicBezTo>
                <a:cubicBezTo>
                  <a:pt x="675" y="90"/>
                  <a:pt x="828" y="188"/>
                  <a:pt x="900" y="338"/>
                </a:cubicBezTo>
                <a:cubicBezTo>
                  <a:pt x="900" y="338"/>
                  <a:pt x="899" y="338"/>
                  <a:pt x="899" y="338"/>
                </a:cubicBezTo>
                <a:cubicBezTo>
                  <a:pt x="819" y="363"/>
                  <a:pt x="760" y="439"/>
                  <a:pt x="760" y="527"/>
                </a:cubicBezTo>
                <a:cubicBezTo>
                  <a:pt x="760" y="616"/>
                  <a:pt x="819" y="692"/>
                  <a:pt x="900" y="717"/>
                </a:cubicBezTo>
                <a:cubicBezTo>
                  <a:pt x="828" y="867"/>
                  <a:pt x="675" y="965"/>
                  <a:pt x="505" y="965"/>
                </a:cubicBezTo>
                <a:close/>
              </a:path>
            </a:pathLst>
          </a:custGeom>
          <a:solidFill>
            <a:srgbClr val="3A543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244"/>
          <p:cNvSpPr>
            <a:spLocks noEditPoints="1"/>
          </p:cNvSpPr>
          <p:nvPr/>
        </p:nvSpPr>
        <p:spPr bwMode="auto">
          <a:xfrm>
            <a:off x="1819146" y="3390214"/>
            <a:ext cx="1981448" cy="2023688"/>
          </a:xfrm>
          <a:custGeom>
            <a:avLst/>
            <a:gdLst>
              <a:gd name="T0" fmla="*/ 984 w 1033"/>
              <a:gd name="T1" fmla="*/ 636 h 1055"/>
              <a:gd name="T2" fmla="*/ 981 w 1033"/>
              <a:gd name="T3" fmla="*/ 636 h 1055"/>
              <a:gd name="T4" fmla="*/ 872 w 1033"/>
              <a:gd name="T5" fmla="*/ 527 h 1055"/>
              <a:gd name="T6" fmla="*/ 981 w 1033"/>
              <a:gd name="T7" fmla="*/ 419 h 1055"/>
              <a:gd name="T8" fmla="*/ 984 w 1033"/>
              <a:gd name="T9" fmla="*/ 419 h 1055"/>
              <a:gd name="T10" fmla="*/ 1001 w 1033"/>
              <a:gd name="T11" fmla="*/ 417 h 1055"/>
              <a:gd name="T12" fmla="*/ 1022 w 1033"/>
              <a:gd name="T13" fmla="*/ 401 h 1055"/>
              <a:gd name="T14" fmla="*/ 1028 w 1033"/>
              <a:gd name="T15" fmla="*/ 360 h 1055"/>
              <a:gd name="T16" fmla="*/ 528 w 1033"/>
              <a:gd name="T17" fmla="*/ 0 h 1055"/>
              <a:gd name="T18" fmla="*/ 0 w 1033"/>
              <a:gd name="T19" fmla="*/ 527 h 1055"/>
              <a:gd name="T20" fmla="*/ 426 w 1033"/>
              <a:gd name="T21" fmla="*/ 1045 h 1055"/>
              <a:gd name="T22" fmla="*/ 528 w 1033"/>
              <a:gd name="T23" fmla="*/ 1055 h 1055"/>
              <a:gd name="T24" fmla="*/ 1028 w 1033"/>
              <a:gd name="T25" fmla="*/ 694 h 1055"/>
              <a:gd name="T26" fmla="*/ 1021 w 1033"/>
              <a:gd name="T27" fmla="*/ 654 h 1055"/>
              <a:gd name="T28" fmla="*/ 984 w 1033"/>
              <a:gd name="T29" fmla="*/ 636 h 1055"/>
              <a:gd name="T30" fmla="*/ 528 w 1033"/>
              <a:gd name="T31" fmla="*/ 965 h 1055"/>
              <a:gd name="T32" fmla="*/ 223 w 1033"/>
              <a:gd name="T33" fmla="*/ 842 h 1055"/>
              <a:gd name="T34" fmla="*/ 213 w 1033"/>
              <a:gd name="T35" fmla="*/ 832 h 1055"/>
              <a:gd name="T36" fmla="*/ 208 w 1033"/>
              <a:gd name="T37" fmla="*/ 826 h 1055"/>
              <a:gd name="T38" fmla="*/ 90 w 1033"/>
              <a:gd name="T39" fmla="*/ 527 h 1055"/>
              <a:gd name="T40" fmla="*/ 528 w 1033"/>
              <a:gd name="T41" fmla="*/ 90 h 1055"/>
              <a:gd name="T42" fmla="*/ 923 w 1033"/>
              <a:gd name="T43" fmla="*/ 338 h 1055"/>
              <a:gd name="T44" fmla="*/ 783 w 1033"/>
              <a:gd name="T45" fmla="*/ 527 h 1055"/>
              <a:gd name="T46" fmla="*/ 923 w 1033"/>
              <a:gd name="T47" fmla="*/ 717 h 1055"/>
              <a:gd name="T48" fmla="*/ 528 w 1033"/>
              <a:gd name="T49" fmla="*/ 965 h 10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033" h="1055">
                <a:moveTo>
                  <a:pt x="984" y="636"/>
                </a:moveTo>
                <a:cubicBezTo>
                  <a:pt x="983" y="636"/>
                  <a:pt x="982" y="636"/>
                  <a:pt x="981" y="636"/>
                </a:cubicBezTo>
                <a:cubicBezTo>
                  <a:pt x="921" y="636"/>
                  <a:pt x="872" y="587"/>
                  <a:pt x="872" y="527"/>
                </a:cubicBezTo>
                <a:cubicBezTo>
                  <a:pt x="872" y="468"/>
                  <a:pt x="921" y="419"/>
                  <a:pt x="981" y="419"/>
                </a:cubicBezTo>
                <a:cubicBezTo>
                  <a:pt x="982" y="419"/>
                  <a:pt x="983" y="419"/>
                  <a:pt x="984" y="419"/>
                </a:cubicBezTo>
                <a:cubicBezTo>
                  <a:pt x="990" y="420"/>
                  <a:pt x="996" y="419"/>
                  <a:pt x="1001" y="417"/>
                </a:cubicBezTo>
                <a:cubicBezTo>
                  <a:pt x="1009" y="414"/>
                  <a:pt x="1016" y="409"/>
                  <a:pt x="1022" y="401"/>
                </a:cubicBezTo>
                <a:cubicBezTo>
                  <a:pt x="1030" y="390"/>
                  <a:pt x="1033" y="374"/>
                  <a:pt x="1028" y="360"/>
                </a:cubicBezTo>
                <a:cubicBezTo>
                  <a:pt x="956" y="145"/>
                  <a:pt x="755" y="0"/>
                  <a:pt x="528" y="0"/>
                </a:cubicBezTo>
                <a:cubicBezTo>
                  <a:pt x="237" y="0"/>
                  <a:pt x="0" y="237"/>
                  <a:pt x="0" y="527"/>
                </a:cubicBezTo>
                <a:cubicBezTo>
                  <a:pt x="0" y="784"/>
                  <a:pt x="184" y="998"/>
                  <a:pt x="426" y="1045"/>
                </a:cubicBezTo>
                <a:cubicBezTo>
                  <a:pt x="459" y="1052"/>
                  <a:pt x="493" y="1055"/>
                  <a:pt x="528" y="1055"/>
                </a:cubicBezTo>
                <a:cubicBezTo>
                  <a:pt x="755" y="1055"/>
                  <a:pt x="956" y="910"/>
                  <a:pt x="1028" y="694"/>
                </a:cubicBezTo>
                <a:cubicBezTo>
                  <a:pt x="1033" y="681"/>
                  <a:pt x="1030" y="665"/>
                  <a:pt x="1021" y="654"/>
                </a:cubicBezTo>
                <a:cubicBezTo>
                  <a:pt x="1013" y="642"/>
                  <a:pt x="999" y="635"/>
                  <a:pt x="984" y="636"/>
                </a:cubicBezTo>
                <a:close/>
                <a:moveTo>
                  <a:pt x="528" y="965"/>
                </a:moveTo>
                <a:cubicBezTo>
                  <a:pt x="410" y="965"/>
                  <a:pt x="302" y="918"/>
                  <a:pt x="223" y="842"/>
                </a:cubicBezTo>
                <a:cubicBezTo>
                  <a:pt x="220" y="839"/>
                  <a:pt x="217" y="835"/>
                  <a:pt x="213" y="832"/>
                </a:cubicBezTo>
                <a:cubicBezTo>
                  <a:pt x="211" y="830"/>
                  <a:pt x="210" y="828"/>
                  <a:pt x="208" y="826"/>
                </a:cubicBezTo>
                <a:cubicBezTo>
                  <a:pt x="135" y="748"/>
                  <a:pt x="90" y="643"/>
                  <a:pt x="90" y="527"/>
                </a:cubicBezTo>
                <a:cubicBezTo>
                  <a:pt x="90" y="286"/>
                  <a:pt x="286" y="90"/>
                  <a:pt x="528" y="90"/>
                </a:cubicBezTo>
                <a:cubicBezTo>
                  <a:pt x="698" y="90"/>
                  <a:pt x="851" y="188"/>
                  <a:pt x="923" y="338"/>
                </a:cubicBezTo>
                <a:cubicBezTo>
                  <a:pt x="842" y="363"/>
                  <a:pt x="783" y="439"/>
                  <a:pt x="783" y="527"/>
                </a:cubicBezTo>
                <a:cubicBezTo>
                  <a:pt x="783" y="616"/>
                  <a:pt x="842" y="692"/>
                  <a:pt x="923" y="717"/>
                </a:cubicBezTo>
                <a:cubicBezTo>
                  <a:pt x="851" y="867"/>
                  <a:pt x="698" y="965"/>
                  <a:pt x="528" y="965"/>
                </a:cubicBezTo>
                <a:close/>
              </a:path>
            </a:pathLst>
          </a:custGeom>
          <a:solidFill>
            <a:srgbClr val="3A543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245"/>
          <p:cNvSpPr>
            <a:spLocks noEditPoints="1"/>
          </p:cNvSpPr>
          <p:nvPr/>
        </p:nvSpPr>
        <p:spPr bwMode="auto">
          <a:xfrm>
            <a:off x="4052115" y="3390214"/>
            <a:ext cx="1939208" cy="2023688"/>
          </a:xfrm>
          <a:custGeom>
            <a:avLst/>
            <a:gdLst>
              <a:gd name="T0" fmla="*/ 962 w 1010"/>
              <a:gd name="T1" fmla="*/ 636 h 1055"/>
              <a:gd name="T2" fmla="*/ 958 w 1010"/>
              <a:gd name="T3" fmla="*/ 636 h 1055"/>
              <a:gd name="T4" fmla="*/ 850 w 1010"/>
              <a:gd name="T5" fmla="*/ 527 h 1055"/>
              <a:gd name="T6" fmla="*/ 958 w 1010"/>
              <a:gd name="T7" fmla="*/ 419 h 1055"/>
              <a:gd name="T8" fmla="*/ 962 w 1010"/>
              <a:gd name="T9" fmla="*/ 419 h 1055"/>
              <a:gd name="T10" fmla="*/ 980 w 1010"/>
              <a:gd name="T11" fmla="*/ 416 h 1055"/>
              <a:gd name="T12" fmla="*/ 999 w 1010"/>
              <a:gd name="T13" fmla="*/ 401 h 1055"/>
              <a:gd name="T14" fmla="*/ 1006 w 1010"/>
              <a:gd name="T15" fmla="*/ 360 h 1055"/>
              <a:gd name="T16" fmla="*/ 505 w 1010"/>
              <a:gd name="T17" fmla="*/ 0 h 1055"/>
              <a:gd name="T18" fmla="*/ 5 w 1010"/>
              <a:gd name="T19" fmla="*/ 360 h 1055"/>
              <a:gd name="T20" fmla="*/ 11 w 1010"/>
              <a:gd name="T21" fmla="*/ 401 h 1055"/>
              <a:gd name="T22" fmla="*/ 49 w 1010"/>
              <a:gd name="T23" fmla="*/ 419 h 1055"/>
              <a:gd name="T24" fmla="*/ 52 w 1010"/>
              <a:gd name="T25" fmla="*/ 419 h 1055"/>
              <a:gd name="T26" fmla="*/ 161 w 1010"/>
              <a:gd name="T27" fmla="*/ 527 h 1055"/>
              <a:gd name="T28" fmla="*/ 52 w 1010"/>
              <a:gd name="T29" fmla="*/ 636 h 1055"/>
              <a:gd name="T30" fmla="*/ 49 w 1010"/>
              <a:gd name="T31" fmla="*/ 636 h 1055"/>
              <a:gd name="T32" fmla="*/ 11 w 1010"/>
              <a:gd name="T33" fmla="*/ 654 h 1055"/>
              <a:gd name="T34" fmla="*/ 5 w 1010"/>
              <a:gd name="T35" fmla="*/ 694 h 1055"/>
              <a:gd name="T36" fmla="*/ 445 w 1010"/>
              <a:gd name="T37" fmla="*/ 1051 h 1055"/>
              <a:gd name="T38" fmla="*/ 505 w 1010"/>
              <a:gd name="T39" fmla="*/ 1055 h 1055"/>
              <a:gd name="T40" fmla="*/ 1006 w 1010"/>
              <a:gd name="T41" fmla="*/ 694 h 1055"/>
              <a:gd name="T42" fmla="*/ 999 w 1010"/>
              <a:gd name="T43" fmla="*/ 654 h 1055"/>
              <a:gd name="T44" fmla="*/ 962 w 1010"/>
              <a:gd name="T45" fmla="*/ 636 h 1055"/>
              <a:gd name="T46" fmla="*/ 505 w 1010"/>
              <a:gd name="T47" fmla="*/ 965 h 1055"/>
              <a:gd name="T48" fmla="*/ 316 w 1010"/>
              <a:gd name="T49" fmla="*/ 922 h 1055"/>
              <a:gd name="T50" fmla="*/ 110 w 1010"/>
              <a:gd name="T51" fmla="*/ 717 h 1055"/>
              <a:gd name="T52" fmla="*/ 250 w 1010"/>
              <a:gd name="T53" fmla="*/ 527 h 1055"/>
              <a:gd name="T54" fmla="*/ 110 w 1010"/>
              <a:gd name="T55" fmla="*/ 338 h 1055"/>
              <a:gd name="T56" fmla="*/ 505 w 1010"/>
              <a:gd name="T57" fmla="*/ 90 h 1055"/>
              <a:gd name="T58" fmla="*/ 900 w 1010"/>
              <a:gd name="T59" fmla="*/ 338 h 1055"/>
              <a:gd name="T60" fmla="*/ 900 w 1010"/>
              <a:gd name="T61" fmla="*/ 338 h 1055"/>
              <a:gd name="T62" fmla="*/ 760 w 1010"/>
              <a:gd name="T63" fmla="*/ 527 h 1055"/>
              <a:gd name="T64" fmla="*/ 900 w 1010"/>
              <a:gd name="T65" fmla="*/ 717 h 1055"/>
              <a:gd name="T66" fmla="*/ 505 w 1010"/>
              <a:gd name="T67" fmla="*/ 965 h 10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010" h="1055">
                <a:moveTo>
                  <a:pt x="962" y="636"/>
                </a:moveTo>
                <a:cubicBezTo>
                  <a:pt x="961" y="636"/>
                  <a:pt x="959" y="636"/>
                  <a:pt x="958" y="636"/>
                </a:cubicBezTo>
                <a:cubicBezTo>
                  <a:pt x="898" y="636"/>
                  <a:pt x="850" y="587"/>
                  <a:pt x="850" y="527"/>
                </a:cubicBezTo>
                <a:cubicBezTo>
                  <a:pt x="850" y="468"/>
                  <a:pt x="898" y="419"/>
                  <a:pt x="958" y="419"/>
                </a:cubicBezTo>
                <a:cubicBezTo>
                  <a:pt x="959" y="419"/>
                  <a:pt x="960" y="419"/>
                  <a:pt x="962" y="419"/>
                </a:cubicBezTo>
                <a:cubicBezTo>
                  <a:pt x="968" y="420"/>
                  <a:pt x="975" y="418"/>
                  <a:pt x="980" y="416"/>
                </a:cubicBezTo>
                <a:cubicBezTo>
                  <a:pt x="988" y="413"/>
                  <a:pt x="994" y="408"/>
                  <a:pt x="999" y="401"/>
                </a:cubicBezTo>
                <a:cubicBezTo>
                  <a:pt x="1008" y="390"/>
                  <a:pt x="1010" y="374"/>
                  <a:pt x="1006" y="360"/>
                </a:cubicBezTo>
                <a:cubicBezTo>
                  <a:pt x="934" y="145"/>
                  <a:pt x="733" y="0"/>
                  <a:pt x="505" y="0"/>
                </a:cubicBezTo>
                <a:cubicBezTo>
                  <a:pt x="278" y="0"/>
                  <a:pt x="77" y="145"/>
                  <a:pt x="5" y="360"/>
                </a:cubicBezTo>
                <a:cubicBezTo>
                  <a:pt x="0" y="374"/>
                  <a:pt x="3" y="390"/>
                  <a:pt x="11" y="401"/>
                </a:cubicBezTo>
                <a:cubicBezTo>
                  <a:pt x="20" y="413"/>
                  <a:pt x="34" y="420"/>
                  <a:pt x="49" y="419"/>
                </a:cubicBezTo>
                <a:cubicBezTo>
                  <a:pt x="50" y="419"/>
                  <a:pt x="51" y="419"/>
                  <a:pt x="52" y="419"/>
                </a:cubicBezTo>
                <a:cubicBezTo>
                  <a:pt x="112" y="419"/>
                  <a:pt x="161" y="468"/>
                  <a:pt x="161" y="527"/>
                </a:cubicBezTo>
                <a:cubicBezTo>
                  <a:pt x="161" y="587"/>
                  <a:pt x="112" y="636"/>
                  <a:pt x="52" y="636"/>
                </a:cubicBezTo>
                <a:cubicBezTo>
                  <a:pt x="51" y="636"/>
                  <a:pt x="50" y="636"/>
                  <a:pt x="49" y="636"/>
                </a:cubicBezTo>
                <a:cubicBezTo>
                  <a:pt x="34" y="635"/>
                  <a:pt x="20" y="642"/>
                  <a:pt x="11" y="654"/>
                </a:cubicBezTo>
                <a:cubicBezTo>
                  <a:pt x="3" y="665"/>
                  <a:pt x="0" y="681"/>
                  <a:pt x="5" y="694"/>
                </a:cubicBezTo>
                <a:cubicBezTo>
                  <a:pt x="70" y="891"/>
                  <a:pt x="243" y="1028"/>
                  <a:pt x="445" y="1051"/>
                </a:cubicBezTo>
                <a:cubicBezTo>
                  <a:pt x="465" y="1054"/>
                  <a:pt x="485" y="1055"/>
                  <a:pt x="505" y="1055"/>
                </a:cubicBezTo>
                <a:cubicBezTo>
                  <a:pt x="733" y="1055"/>
                  <a:pt x="934" y="910"/>
                  <a:pt x="1006" y="694"/>
                </a:cubicBezTo>
                <a:cubicBezTo>
                  <a:pt x="1010" y="681"/>
                  <a:pt x="1008" y="665"/>
                  <a:pt x="999" y="654"/>
                </a:cubicBezTo>
                <a:cubicBezTo>
                  <a:pt x="990" y="642"/>
                  <a:pt x="976" y="635"/>
                  <a:pt x="962" y="636"/>
                </a:cubicBezTo>
                <a:close/>
                <a:moveTo>
                  <a:pt x="505" y="965"/>
                </a:moveTo>
                <a:cubicBezTo>
                  <a:pt x="438" y="965"/>
                  <a:pt x="374" y="950"/>
                  <a:pt x="316" y="922"/>
                </a:cubicBezTo>
                <a:cubicBezTo>
                  <a:pt x="227" y="880"/>
                  <a:pt x="154" y="808"/>
                  <a:pt x="110" y="717"/>
                </a:cubicBezTo>
                <a:cubicBezTo>
                  <a:pt x="191" y="692"/>
                  <a:pt x="250" y="616"/>
                  <a:pt x="250" y="527"/>
                </a:cubicBezTo>
                <a:cubicBezTo>
                  <a:pt x="250" y="439"/>
                  <a:pt x="191" y="363"/>
                  <a:pt x="110" y="338"/>
                </a:cubicBezTo>
                <a:cubicBezTo>
                  <a:pt x="182" y="188"/>
                  <a:pt x="335" y="90"/>
                  <a:pt x="505" y="90"/>
                </a:cubicBezTo>
                <a:cubicBezTo>
                  <a:pt x="676" y="90"/>
                  <a:pt x="828" y="188"/>
                  <a:pt x="900" y="338"/>
                </a:cubicBezTo>
                <a:cubicBezTo>
                  <a:pt x="900" y="338"/>
                  <a:pt x="900" y="338"/>
                  <a:pt x="900" y="338"/>
                </a:cubicBezTo>
                <a:cubicBezTo>
                  <a:pt x="819" y="363"/>
                  <a:pt x="760" y="439"/>
                  <a:pt x="760" y="527"/>
                </a:cubicBezTo>
                <a:cubicBezTo>
                  <a:pt x="760" y="616"/>
                  <a:pt x="819" y="692"/>
                  <a:pt x="900" y="717"/>
                </a:cubicBezTo>
                <a:cubicBezTo>
                  <a:pt x="828" y="867"/>
                  <a:pt x="676" y="965"/>
                  <a:pt x="505" y="965"/>
                </a:cubicBezTo>
                <a:close/>
              </a:path>
            </a:pathLst>
          </a:custGeom>
          <a:solidFill>
            <a:srgbClr val="AA9D6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4" name="Freeform 246"/>
          <p:cNvSpPr>
            <a:spLocks noEditPoints="1"/>
          </p:cNvSpPr>
          <p:nvPr/>
        </p:nvSpPr>
        <p:spPr bwMode="auto">
          <a:xfrm>
            <a:off x="8379812" y="3390214"/>
            <a:ext cx="1981448" cy="2023688"/>
          </a:xfrm>
          <a:custGeom>
            <a:avLst/>
            <a:gdLst>
              <a:gd name="T0" fmla="*/ 1029 w 1033"/>
              <a:gd name="T1" fmla="*/ 464 h 1055"/>
              <a:gd name="T2" fmla="*/ 505 w 1033"/>
              <a:gd name="T3" fmla="*/ 0 h 1055"/>
              <a:gd name="T4" fmla="*/ 5 w 1033"/>
              <a:gd name="T5" fmla="*/ 360 h 1055"/>
              <a:gd name="T6" fmla="*/ 11 w 1033"/>
              <a:gd name="T7" fmla="*/ 401 h 1055"/>
              <a:gd name="T8" fmla="*/ 49 w 1033"/>
              <a:gd name="T9" fmla="*/ 419 h 1055"/>
              <a:gd name="T10" fmla="*/ 52 w 1033"/>
              <a:gd name="T11" fmla="*/ 419 h 1055"/>
              <a:gd name="T12" fmla="*/ 161 w 1033"/>
              <a:gd name="T13" fmla="*/ 527 h 1055"/>
              <a:gd name="T14" fmla="*/ 52 w 1033"/>
              <a:gd name="T15" fmla="*/ 636 h 1055"/>
              <a:gd name="T16" fmla="*/ 49 w 1033"/>
              <a:gd name="T17" fmla="*/ 636 h 1055"/>
              <a:gd name="T18" fmla="*/ 11 w 1033"/>
              <a:gd name="T19" fmla="*/ 654 h 1055"/>
              <a:gd name="T20" fmla="*/ 5 w 1033"/>
              <a:gd name="T21" fmla="*/ 694 h 1055"/>
              <a:gd name="T22" fmla="*/ 445 w 1033"/>
              <a:gd name="T23" fmla="*/ 1052 h 1055"/>
              <a:gd name="T24" fmla="*/ 505 w 1033"/>
              <a:gd name="T25" fmla="*/ 1055 h 1055"/>
              <a:gd name="T26" fmla="*/ 1033 w 1033"/>
              <a:gd name="T27" fmla="*/ 527 h 1055"/>
              <a:gd name="T28" fmla="*/ 1029 w 1033"/>
              <a:gd name="T29" fmla="*/ 464 h 1055"/>
              <a:gd name="T30" fmla="*/ 505 w 1033"/>
              <a:gd name="T31" fmla="*/ 965 h 1055"/>
              <a:gd name="T32" fmla="*/ 316 w 1033"/>
              <a:gd name="T33" fmla="*/ 923 h 1055"/>
              <a:gd name="T34" fmla="*/ 110 w 1033"/>
              <a:gd name="T35" fmla="*/ 717 h 1055"/>
              <a:gd name="T36" fmla="*/ 250 w 1033"/>
              <a:gd name="T37" fmla="*/ 527 h 1055"/>
              <a:gd name="T38" fmla="*/ 110 w 1033"/>
              <a:gd name="T39" fmla="*/ 338 h 1055"/>
              <a:gd name="T40" fmla="*/ 505 w 1033"/>
              <a:gd name="T41" fmla="*/ 90 h 1055"/>
              <a:gd name="T42" fmla="*/ 900 w 1033"/>
              <a:gd name="T43" fmla="*/ 338 h 1055"/>
              <a:gd name="T44" fmla="*/ 943 w 1033"/>
              <a:gd name="T45" fmla="*/ 527 h 1055"/>
              <a:gd name="T46" fmla="*/ 505 w 1033"/>
              <a:gd name="T47" fmla="*/ 965 h 10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3" h="1055">
                <a:moveTo>
                  <a:pt x="1029" y="464"/>
                </a:moveTo>
                <a:cubicBezTo>
                  <a:pt x="997" y="203"/>
                  <a:pt x="775" y="0"/>
                  <a:pt x="505" y="0"/>
                </a:cubicBezTo>
                <a:cubicBezTo>
                  <a:pt x="278" y="0"/>
                  <a:pt x="77" y="145"/>
                  <a:pt x="5" y="360"/>
                </a:cubicBezTo>
                <a:cubicBezTo>
                  <a:pt x="0" y="374"/>
                  <a:pt x="3" y="390"/>
                  <a:pt x="11" y="401"/>
                </a:cubicBezTo>
                <a:cubicBezTo>
                  <a:pt x="20" y="413"/>
                  <a:pt x="34" y="420"/>
                  <a:pt x="49" y="419"/>
                </a:cubicBezTo>
                <a:cubicBezTo>
                  <a:pt x="50" y="419"/>
                  <a:pt x="51" y="419"/>
                  <a:pt x="52" y="419"/>
                </a:cubicBezTo>
                <a:cubicBezTo>
                  <a:pt x="112" y="419"/>
                  <a:pt x="161" y="468"/>
                  <a:pt x="161" y="527"/>
                </a:cubicBezTo>
                <a:cubicBezTo>
                  <a:pt x="161" y="587"/>
                  <a:pt x="112" y="636"/>
                  <a:pt x="52" y="636"/>
                </a:cubicBezTo>
                <a:cubicBezTo>
                  <a:pt x="51" y="636"/>
                  <a:pt x="50" y="636"/>
                  <a:pt x="49" y="636"/>
                </a:cubicBezTo>
                <a:cubicBezTo>
                  <a:pt x="34" y="635"/>
                  <a:pt x="20" y="642"/>
                  <a:pt x="11" y="654"/>
                </a:cubicBezTo>
                <a:cubicBezTo>
                  <a:pt x="3" y="665"/>
                  <a:pt x="0" y="681"/>
                  <a:pt x="5" y="694"/>
                </a:cubicBezTo>
                <a:cubicBezTo>
                  <a:pt x="70" y="891"/>
                  <a:pt x="243" y="1029"/>
                  <a:pt x="445" y="1052"/>
                </a:cubicBezTo>
                <a:cubicBezTo>
                  <a:pt x="465" y="1054"/>
                  <a:pt x="485" y="1055"/>
                  <a:pt x="505" y="1055"/>
                </a:cubicBezTo>
                <a:cubicBezTo>
                  <a:pt x="796" y="1055"/>
                  <a:pt x="1033" y="818"/>
                  <a:pt x="1033" y="527"/>
                </a:cubicBezTo>
                <a:cubicBezTo>
                  <a:pt x="1033" y="506"/>
                  <a:pt x="1031" y="485"/>
                  <a:pt x="1029" y="464"/>
                </a:cubicBezTo>
                <a:close/>
                <a:moveTo>
                  <a:pt x="505" y="965"/>
                </a:moveTo>
                <a:cubicBezTo>
                  <a:pt x="438" y="965"/>
                  <a:pt x="374" y="950"/>
                  <a:pt x="316" y="923"/>
                </a:cubicBezTo>
                <a:cubicBezTo>
                  <a:pt x="227" y="880"/>
                  <a:pt x="154" y="808"/>
                  <a:pt x="110" y="717"/>
                </a:cubicBezTo>
                <a:cubicBezTo>
                  <a:pt x="191" y="692"/>
                  <a:pt x="250" y="616"/>
                  <a:pt x="250" y="527"/>
                </a:cubicBezTo>
                <a:cubicBezTo>
                  <a:pt x="250" y="439"/>
                  <a:pt x="191" y="363"/>
                  <a:pt x="110" y="338"/>
                </a:cubicBezTo>
                <a:cubicBezTo>
                  <a:pt x="182" y="188"/>
                  <a:pt x="335" y="90"/>
                  <a:pt x="505" y="90"/>
                </a:cubicBezTo>
                <a:cubicBezTo>
                  <a:pt x="679" y="90"/>
                  <a:pt x="829" y="191"/>
                  <a:pt x="900" y="338"/>
                </a:cubicBezTo>
                <a:cubicBezTo>
                  <a:pt x="928" y="395"/>
                  <a:pt x="943" y="460"/>
                  <a:pt x="943" y="527"/>
                </a:cubicBezTo>
                <a:cubicBezTo>
                  <a:pt x="943" y="769"/>
                  <a:pt x="747" y="965"/>
                  <a:pt x="505" y="965"/>
                </a:cubicBezTo>
                <a:close/>
              </a:path>
            </a:pathLst>
          </a:custGeom>
          <a:solidFill>
            <a:srgbClr val="AA9D6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5" name="Freeform 247"/>
          <p:cNvSpPr>
            <a:spLocks noEditPoints="1"/>
          </p:cNvSpPr>
          <p:nvPr/>
        </p:nvSpPr>
        <p:spPr bwMode="auto">
          <a:xfrm>
            <a:off x="2535309" y="4129416"/>
            <a:ext cx="547203" cy="547203"/>
          </a:xfrm>
          <a:custGeom>
            <a:avLst/>
            <a:gdLst>
              <a:gd name="T0" fmla="*/ 285 w 285"/>
              <a:gd name="T1" fmla="*/ 285 h 285"/>
              <a:gd name="T2" fmla="*/ 223 w 285"/>
              <a:gd name="T3" fmla="*/ 285 h 285"/>
              <a:gd name="T4" fmla="*/ 198 w 285"/>
              <a:gd name="T5" fmla="*/ 220 h 285"/>
              <a:gd name="T6" fmla="*/ 84 w 285"/>
              <a:gd name="T7" fmla="*/ 220 h 285"/>
              <a:gd name="T8" fmla="*/ 61 w 285"/>
              <a:gd name="T9" fmla="*/ 285 h 285"/>
              <a:gd name="T10" fmla="*/ 0 w 285"/>
              <a:gd name="T11" fmla="*/ 285 h 285"/>
              <a:gd name="T12" fmla="*/ 110 w 285"/>
              <a:gd name="T13" fmla="*/ 0 h 285"/>
              <a:gd name="T14" fmla="*/ 171 w 285"/>
              <a:gd name="T15" fmla="*/ 0 h 285"/>
              <a:gd name="T16" fmla="*/ 285 w 285"/>
              <a:gd name="T17" fmla="*/ 285 h 285"/>
              <a:gd name="T18" fmla="*/ 179 w 285"/>
              <a:gd name="T19" fmla="*/ 172 h 285"/>
              <a:gd name="T20" fmla="*/ 140 w 285"/>
              <a:gd name="T21" fmla="*/ 67 h 285"/>
              <a:gd name="T22" fmla="*/ 102 w 285"/>
              <a:gd name="T23" fmla="*/ 172 h 285"/>
              <a:gd name="T24" fmla="*/ 179 w 285"/>
              <a:gd name="T25" fmla="*/ 172 h 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85" h="285">
                <a:moveTo>
                  <a:pt x="285" y="285"/>
                </a:moveTo>
                <a:lnTo>
                  <a:pt x="223" y="285"/>
                </a:lnTo>
                <a:lnTo>
                  <a:pt x="198" y="220"/>
                </a:lnTo>
                <a:lnTo>
                  <a:pt x="84" y="220"/>
                </a:lnTo>
                <a:lnTo>
                  <a:pt x="61" y="285"/>
                </a:lnTo>
                <a:lnTo>
                  <a:pt x="0" y="285"/>
                </a:lnTo>
                <a:lnTo>
                  <a:pt x="110" y="0"/>
                </a:lnTo>
                <a:lnTo>
                  <a:pt x="171" y="0"/>
                </a:lnTo>
                <a:lnTo>
                  <a:pt x="285" y="285"/>
                </a:lnTo>
                <a:close/>
                <a:moveTo>
                  <a:pt x="179" y="172"/>
                </a:moveTo>
                <a:lnTo>
                  <a:pt x="140" y="67"/>
                </a:lnTo>
                <a:lnTo>
                  <a:pt x="102" y="172"/>
                </a:lnTo>
                <a:lnTo>
                  <a:pt x="179" y="172"/>
                </a:lnTo>
                <a:close/>
              </a:path>
            </a:pathLst>
          </a:custGeom>
          <a:solidFill>
            <a:srgbClr val="3A543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6" name="Freeform 248"/>
          <p:cNvSpPr>
            <a:spLocks noEditPoints="1"/>
          </p:cNvSpPr>
          <p:nvPr/>
        </p:nvSpPr>
        <p:spPr bwMode="auto">
          <a:xfrm>
            <a:off x="4793238" y="4129416"/>
            <a:ext cx="456962" cy="547203"/>
          </a:xfrm>
          <a:custGeom>
            <a:avLst/>
            <a:gdLst>
              <a:gd name="T0" fmla="*/ 0 w 238"/>
              <a:gd name="T1" fmla="*/ 0 h 285"/>
              <a:gd name="T2" fmla="*/ 114 w 238"/>
              <a:gd name="T3" fmla="*/ 0 h 285"/>
              <a:gd name="T4" fmla="*/ 164 w 238"/>
              <a:gd name="T5" fmla="*/ 3 h 285"/>
              <a:gd name="T6" fmla="*/ 194 w 238"/>
              <a:gd name="T7" fmla="*/ 15 h 285"/>
              <a:gd name="T8" fmla="*/ 216 w 238"/>
              <a:gd name="T9" fmla="*/ 38 h 285"/>
              <a:gd name="T10" fmla="*/ 224 w 238"/>
              <a:gd name="T11" fmla="*/ 72 h 285"/>
              <a:gd name="T12" fmla="*/ 214 w 238"/>
              <a:gd name="T13" fmla="*/ 109 h 285"/>
              <a:gd name="T14" fmla="*/ 184 w 238"/>
              <a:gd name="T15" fmla="*/ 134 h 285"/>
              <a:gd name="T16" fmla="*/ 224 w 238"/>
              <a:gd name="T17" fmla="*/ 159 h 285"/>
              <a:gd name="T18" fmla="*/ 238 w 238"/>
              <a:gd name="T19" fmla="*/ 202 h 285"/>
              <a:gd name="T20" fmla="*/ 229 w 238"/>
              <a:gd name="T21" fmla="*/ 240 h 285"/>
              <a:gd name="T22" fmla="*/ 205 w 238"/>
              <a:gd name="T23" fmla="*/ 269 h 285"/>
              <a:gd name="T24" fmla="*/ 166 w 238"/>
              <a:gd name="T25" fmla="*/ 283 h 285"/>
              <a:gd name="T26" fmla="*/ 97 w 238"/>
              <a:gd name="T27" fmla="*/ 285 h 285"/>
              <a:gd name="T28" fmla="*/ 0 w 238"/>
              <a:gd name="T29" fmla="*/ 285 h 285"/>
              <a:gd name="T30" fmla="*/ 0 w 238"/>
              <a:gd name="T31" fmla="*/ 0 h 285"/>
              <a:gd name="T32" fmla="*/ 57 w 238"/>
              <a:gd name="T33" fmla="*/ 48 h 285"/>
              <a:gd name="T34" fmla="*/ 57 w 238"/>
              <a:gd name="T35" fmla="*/ 113 h 285"/>
              <a:gd name="T36" fmla="*/ 95 w 238"/>
              <a:gd name="T37" fmla="*/ 113 h 285"/>
              <a:gd name="T38" fmla="*/ 137 w 238"/>
              <a:gd name="T39" fmla="*/ 112 h 285"/>
              <a:gd name="T40" fmla="*/ 160 w 238"/>
              <a:gd name="T41" fmla="*/ 102 h 285"/>
              <a:gd name="T42" fmla="*/ 169 w 238"/>
              <a:gd name="T43" fmla="*/ 80 h 285"/>
              <a:gd name="T44" fmla="*/ 161 w 238"/>
              <a:gd name="T45" fmla="*/ 58 h 285"/>
              <a:gd name="T46" fmla="*/ 140 w 238"/>
              <a:gd name="T47" fmla="*/ 48 h 285"/>
              <a:gd name="T48" fmla="*/ 90 w 238"/>
              <a:gd name="T49" fmla="*/ 48 h 285"/>
              <a:gd name="T50" fmla="*/ 57 w 238"/>
              <a:gd name="T51" fmla="*/ 48 h 285"/>
              <a:gd name="T52" fmla="*/ 57 w 238"/>
              <a:gd name="T53" fmla="*/ 161 h 285"/>
              <a:gd name="T54" fmla="*/ 57 w 238"/>
              <a:gd name="T55" fmla="*/ 237 h 285"/>
              <a:gd name="T56" fmla="*/ 111 w 238"/>
              <a:gd name="T57" fmla="*/ 237 h 285"/>
              <a:gd name="T58" fmla="*/ 150 w 238"/>
              <a:gd name="T59" fmla="*/ 235 h 285"/>
              <a:gd name="T60" fmla="*/ 171 w 238"/>
              <a:gd name="T61" fmla="*/ 224 h 285"/>
              <a:gd name="T62" fmla="*/ 179 w 238"/>
              <a:gd name="T63" fmla="*/ 200 h 285"/>
              <a:gd name="T64" fmla="*/ 173 w 238"/>
              <a:gd name="T65" fmla="*/ 178 h 285"/>
              <a:gd name="T66" fmla="*/ 155 w 238"/>
              <a:gd name="T67" fmla="*/ 165 h 285"/>
              <a:gd name="T68" fmla="*/ 104 w 238"/>
              <a:gd name="T69" fmla="*/ 161 h 285"/>
              <a:gd name="T70" fmla="*/ 57 w 238"/>
              <a:gd name="T71" fmla="*/ 161 h 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238" h="285">
                <a:moveTo>
                  <a:pt x="0" y="0"/>
                </a:moveTo>
                <a:cubicBezTo>
                  <a:pt x="114" y="0"/>
                  <a:pt x="114" y="0"/>
                  <a:pt x="114" y="0"/>
                </a:cubicBezTo>
                <a:cubicBezTo>
                  <a:pt x="136" y="0"/>
                  <a:pt x="153" y="1"/>
                  <a:pt x="164" y="3"/>
                </a:cubicBezTo>
                <a:cubicBezTo>
                  <a:pt x="175" y="5"/>
                  <a:pt x="185" y="9"/>
                  <a:pt x="194" y="15"/>
                </a:cubicBezTo>
                <a:cubicBezTo>
                  <a:pt x="203" y="21"/>
                  <a:pt x="210" y="29"/>
                  <a:pt x="216" y="38"/>
                </a:cubicBezTo>
                <a:cubicBezTo>
                  <a:pt x="222" y="48"/>
                  <a:pt x="224" y="60"/>
                  <a:pt x="224" y="72"/>
                </a:cubicBezTo>
                <a:cubicBezTo>
                  <a:pt x="224" y="85"/>
                  <a:pt x="221" y="97"/>
                  <a:pt x="214" y="109"/>
                </a:cubicBezTo>
                <a:cubicBezTo>
                  <a:pt x="207" y="120"/>
                  <a:pt x="197" y="128"/>
                  <a:pt x="184" y="134"/>
                </a:cubicBezTo>
                <a:cubicBezTo>
                  <a:pt x="202" y="139"/>
                  <a:pt x="215" y="147"/>
                  <a:pt x="224" y="159"/>
                </a:cubicBezTo>
                <a:cubicBezTo>
                  <a:pt x="234" y="172"/>
                  <a:pt x="238" y="186"/>
                  <a:pt x="238" y="202"/>
                </a:cubicBezTo>
                <a:cubicBezTo>
                  <a:pt x="238" y="215"/>
                  <a:pt x="235" y="228"/>
                  <a:pt x="229" y="240"/>
                </a:cubicBezTo>
                <a:cubicBezTo>
                  <a:pt x="223" y="252"/>
                  <a:pt x="215" y="262"/>
                  <a:pt x="205" y="269"/>
                </a:cubicBezTo>
                <a:cubicBezTo>
                  <a:pt x="194" y="277"/>
                  <a:pt x="181" y="281"/>
                  <a:pt x="166" y="283"/>
                </a:cubicBezTo>
                <a:cubicBezTo>
                  <a:pt x="157" y="284"/>
                  <a:pt x="134" y="285"/>
                  <a:pt x="97" y="285"/>
                </a:cubicBezTo>
                <a:cubicBezTo>
                  <a:pt x="0" y="285"/>
                  <a:pt x="0" y="285"/>
                  <a:pt x="0" y="285"/>
                </a:cubicBezTo>
                <a:lnTo>
                  <a:pt x="0" y="0"/>
                </a:lnTo>
                <a:close/>
                <a:moveTo>
                  <a:pt x="57" y="48"/>
                </a:moveTo>
                <a:cubicBezTo>
                  <a:pt x="57" y="113"/>
                  <a:pt x="57" y="113"/>
                  <a:pt x="57" y="113"/>
                </a:cubicBezTo>
                <a:cubicBezTo>
                  <a:pt x="95" y="113"/>
                  <a:pt x="95" y="113"/>
                  <a:pt x="95" y="113"/>
                </a:cubicBezTo>
                <a:cubicBezTo>
                  <a:pt x="118" y="113"/>
                  <a:pt x="131" y="113"/>
                  <a:pt x="137" y="112"/>
                </a:cubicBezTo>
                <a:cubicBezTo>
                  <a:pt x="147" y="111"/>
                  <a:pt x="154" y="108"/>
                  <a:pt x="160" y="102"/>
                </a:cubicBezTo>
                <a:cubicBezTo>
                  <a:pt x="166" y="97"/>
                  <a:pt x="169" y="89"/>
                  <a:pt x="169" y="80"/>
                </a:cubicBezTo>
                <a:cubicBezTo>
                  <a:pt x="169" y="71"/>
                  <a:pt x="166" y="64"/>
                  <a:pt x="161" y="58"/>
                </a:cubicBezTo>
                <a:cubicBezTo>
                  <a:pt x="156" y="53"/>
                  <a:pt x="149" y="50"/>
                  <a:pt x="140" y="48"/>
                </a:cubicBezTo>
                <a:cubicBezTo>
                  <a:pt x="134" y="48"/>
                  <a:pt x="118" y="48"/>
                  <a:pt x="90" y="48"/>
                </a:cubicBezTo>
                <a:lnTo>
                  <a:pt x="57" y="48"/>
                </a:lnTo>
                <a:close/>
                <a:moveTo>
                  <a:pt x="57" y="161"/>
                </a:moveTo>
                <a:cubicBezTo>
                  <a:pt x="57" y="237"/>
                  <a:pt x="57" y="237"/>
                  <a:pt x="57" y="237"/>
                </a:cubicBezTo>
                <a:cubicBezTo>
                  <a:pt x="111" y="237"/>
                  <a:pt x="111" y="237"/>
                  <a:pt x="111" y="237"/>
                </a:cubicBezTo>
                <a:cubicBezTo>
                  <a:pt x="131" y="237"/>
                  <a:pt x="145" y="236"/>
                  <a:pt x="150" y="235"/>
                </a:cubicBezTo>
                <a:cubicBezTo>
                  <a:pt x="159" y="234"/>
                  <a:pt x="166" y="230"/>
                  <a:pt x="171" y="224"/>
                </a:cubicBezTo>
                <a:cubicBezTo>
                  <a:pt x="176" y="218"/>
                  <a:pt x="179" y="210"/>
                  <a:pt x="179" y="200"/>
                </a:cubicBezTo>
                <a:cubicBezTo>
                  <a:pt x="179" y="191"/>
                  <a:pt x="177" y="184"/>
                  <a:pt x="173" y="178"/>
                </a:cubicBezTo>
                <a:cubicBezTo>
                  <a:pt x="169" y="172"/>
                  <a:pt x="163" y="168"/>
                  <a:pt x="155" y="165"/>
                </a:cubicBezTo>
                <a:cubicBezTo>
                  <a:pt x="147" y="162"/>
                  <a:pt x="130" y="161"/>
                  <a:pt x="104" y="161"/>
                </a:cubicBezTo>
                <a:lnTo>
                  <a:pt x="57" y="161"/>
                </a:lnTo>
                <a:close/>
              </a:path>
            </a:pathLst>
          </a:custGeom>
          <a:solidFill>
            <a:srgbClr val="AA9D6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7" name="Freeform 249"/>
          <p:cNvSpPr/>
          <p:nvPr/>
        </p:nvSpPr>
        <p:spPr bwMode="auto">
          <a:xfrm>
            <a:off x="6955167" y="4119817"/>
            <a:ext cx="476162" cy="566403"/>
          </a:xfrm>
          <a:custGeom>
            <a:avLst/>
            <a:gdLst>
              <a:gd name="T0" fmla="*/ 192 w 248"/>
              <a:gd name="T1" fmla="*/ 185 h 295"/>
              <a:gd name="T2" fmla="*/ 248 w 248"/>
              <a:gd name="T3" fmla="*/ 203 h 295"/>
              <a:gd name="T4" fmla="*/ 205 w 248"/>
              <a:gd name="T5" fmla="*/ 272 h 295"/>
              <a:gd name="T6" fmla="*/ 129 w 248"/>
              <a:gd name="T7" fmla="*/ 295 h 295"/>
              <a:gd name="T8" fmla="*/ 36 w 248"/>
              <a:gd name="T9" fmla="*/ 256 h 295"/>
              <a:gd name="T10" fmla="*/ 0 w 248"/>
              <a:gd name="T11" fmla="*/ 150 h 295"/>
              <a:gd name="T12" fmla="*/ 36 w 248"/>
              <a:gd name="T13" fmla="*/ 40 h 295"/>
              <a:gd name="T14" fmla="*/ 133 w 248"/>
              <a:gd name="T15" fmla="*/ 0 h 295"/>
              <a:gd name="T16" fmla="*/ 218 w 248"/>
              <a:gd name="T17" fmla="*/ 31 h 295"/>
              <a:gd name="T18" fmla="*/ 247 w 248"/>
              <a:gd name="T19" fmla="*/ 84 h 295"/>
              <a:gd name="T20" fmla="*/ 190 w 248"/>
              <a:gd name="T21" fmla="*/ 97 h 295"/>
              <a:gd name="T22" fmla="*/ 169 w 248"/>
              <a:gd name="T23" fmla="*/ 62 h 295"/>
              <a:gd name="T24" fmla="*/ 130 w 248"/>
              <a:gd name="T25" fmla="*/ 49 h 295"/>
              <a:gd name="T26" fmla="*/ 79 w 248"/>
              <a:gd name="T27" fmla="*/ 72 h 295"/>
              <a:gd name="T28" fmla="*/ 59 w 248"/>
              <a:gd name="T29" fmla="*/ 146 h 295"/>
              <a:gd name="T30" fmla="*/ 78 w 248"/>
              <a:gd name="T31" fmla="*/ 223 h 295"/>
              <a:gd name="T32" fmla="*/ 129 w 248"/>
              <a:gd name="T33" fmla="*/ 246 h 295"/>
              <a:gd name="T34" fmla="*/ 168 w 248"/>
              <a:gd name="T35" fmla="*/ 231 h 295"/>
              <a:gd name="T36" fmla="*/ 192 w 248"/>
              <a:gd name="T37" fmla="*/ 185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48" h="295">
                <a:moveTo>
                  <a:pt x="192" y="185"/>
                </a:moveTo>
                <a:cubicBezTo>
                  <a:pt x="248" y="203"/>
                  <a:pt x="248" y="203"/>
                  <a:pt x="248" y="203"/>
                </a:cubicBezTo>
                <a:cubicBezTo>
                  <a:pt x="239" y="234"/>
                  <a:pt x="225" y="257"/>
                  <a:pt x="205" y="272"/>
                </a:cubicBezTo>
                <a:cubicBezTo>
                  <a:pt x="185" y="287"/>
                  <a:pt x="160" y="295"/>
                  <a:pt x="129" y="295"/>
                </a:cubicBezTo>
                <a:cubicBezTo>
                  <a:pt x="92" y="295"/>
                  <a:pt x="61" y="282"/>
                  <a:pt x="36" y="256"/>
                </a:cubicBezTo>
                <a:cubicBezTo>
                  <a:pt x="12" y="230"/>
                  <a:pt x="0" y="195"/>
                  <a:pt x="0" y="150"/>
                </a:cubicBezTo>
                <a:cubicBezTo>
                  <a:pt x="0" y="103"/>
                  <a:pt x="12" y="66"/>
                  <a:pt x="36" y="40"/>
                </a:cubicBezTo>
                <a:cubicBezTo>
                  <a:pt x="61" y="13"/>
                  <a:pt x="93" y="0"/>
                  <a:pt x="133" y="0"/>
                </a:cubicBezTo>
                <a:cubicBezTo>
                  <a:pt x="168" y="0"/>
                  <a:pt x="196" y="11"/>
                  <a:pt x="218" y="31"/>
                </a:cubicBezTo>
                <a:cubicBezTo>
                  <a:pt x="231" y="43"/>
                  <a:pt x="240" y="61"/>
                  <a:pt x="247" y="84"/>
                </a:cubicBezTo>
                <a:cubicBezTo>
                  <a:pt x="190" y="97"/>
                  <a:pt x="190" y="97"/>
                  <a:pt x="190" y="97"/>
                </a:cubicBezTo>
                <a:cubicBezTo>
                  <a:pt x="187" y="82"/>
                  <a:pt x="180" y="71"/>
                  <a:pt x="169" y="62"/>
                </a:cubicBezTo>
                <a:cubicBezTo>
                  <a:pt x="158" y="54"/>
                  <a:pt x="145" y="49"/>
                  <a:pt x="130" y="49"/>
                </a:cubicBezTo>
                <a:cubicBezTo>
                  <a:pt x="109" y="49"/>
                  <a:pt x="92" y="57"/>
                  <a:pt x="79" y="72"/>
                </a:cubicBezTo>
                <a:cubicBezTo>
                  <a:pt x="66" y="87"/>
                  <a:pt x="59" y="112"/>
                  <a:pt x="59" y="146"/>
                </a:cubicBezTo>
                <a:cubicBezTo>
                  <a:pt x="59" y="182"/>
                  <a:pt x="65" y="207"/>
                  <a:pt x="78" y="223"/>
                </a:cubicBezTo>
                <a:cubicBezTo>
                  <a:pt x="91" y="238"/>
                  <a:pt x="108" y="246"/>
                  <a:pt x="129" y="246"/>
                </a:cubicBezTo>
                <a:cubicBezTo>
                  <a:pt x="144" y="246"/>
                  <a:pt x="157" y="241"/>
                  <a:pt x="168" y="231"/>
                </a:cubicBezTo>
                <a:cubicBezTo>
                  <a:pt x="179" y="221"/>
                  <a:pt x="187" y="206"/>
                  <a:pt x="192" y="185"/>
                </a:cubicBezTo>
                <a:close/>
              </a:path>
            </a:pathLst>
          </a:custGeom>
          <a:solidFill>
            <a:srgbClr val="3A543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8" name="Freeform 250"/>
          <p:cNvSpPr>
            <a:spLocks noEditPoints="1"/>
          </p:cNvSpPr>
          <p:nvPr/>
        </p:nvSpPr>
        <p:spPr bwMode="auto">
          <a:xfrm>
            <a:off x="9251783" y="4129416"/>
            <a:ext cx="458882" cy="547203"/>
          </a:xfrm>
          <a:custGeom>
            <a:avLst/>
            <a:gdLst>
              <a:gd name="T0" fmla="*/ 0 w 239"/>
              <a:gd name="T1" fmla="*/ 0 h 285"/>
              <a:gd name="T2" fmla="*/ 105 w 239"/>
              <a:gd name="T3" fmla="*/ 0 h 285"/>
              <a:gd name="T4" fmla="*/ 160 w 239"/>
              <a:gd name="T5" fmla="*/ 6 h 285"/>
              <a:gd name="T6" fmla="*/ 202 w 239"/>
              <a:gd name="T7" fmla="*/ 32 h 285"/>
              <a:gd name="T8" fmla="*/ 230 w 239"/>
              <a:gd name="T9" fmla="*/ 78 h 285"/>
              <a:gd name="T10" fmla="*/ 239 w 239"/>
              <a:gd name="T11" fmla="*/ 145 h 285"/>
              <a:gd name="T12" fmla="*/ 230 w 239"/>
              <a:gd name="T13" fmla="*/ 206 h 285"/>
              <a:gd name="T14" fmla="*/ 200 w 239"/>
              <a:gd name="T15" fmla="*/ 256 h 285"/>
              <a:gd name="T16" fmla="*/ 159 w 239"/>
              <a:gd name="T17" fmla="*/ 279 h 285"/>
              <a:gd name="T18" fmla="*/ 108 w 239"/>
              <a:gd name="T19" fmla="*/ 285 h 285"/>
              <a:gd name="T20" fmla="*/ 0 w 239"/>
              <a:gd name="T21" fmla="*/ 285 h 285"/>
              <a:gd name="T22" fmla="*/ 0 w 239"/>
              <a:gd name="T23" fmla="*/ 0 h 285"/>
              <a:gd name="T24" fmla="*/ 58 w 239"/>
              <a:gd name="T25" fmla="*/ 48 h 285"/>
              <a:gd name="T26" fmla="*/ 58 w 239"/>
              <a:gd name="T27" fmla="*/ 237 h 285"/>
              <a:gd name="T28" fmla="*/ 101 w 239"/>
              <a:gd name="T29" fmla="*/ 237 h 285"/>
              <a:gd name="T30" fmla="*/ 135 w 239"/>
              <a:gd name="T31" fmla="*/ 234 h 285"/>
              <a:gd name="T32" fmla="*/ 159 w 239"/>
              <a:gd name="T33" fmla="*/ 222 h 285"/>
              <a:gd name="T34" fmla="*/ 174 w 239"/>
              <a:gd name="T35" fmla="*/ 195 h 285"/>
              <a:gd name="T36" fmla="*/ 180 w 239"/>
              <a:gd name="T37" fmla="*/ 143 h 285"/>
              <a:gd name="T38" fmla="*/ 174 w 239"/>
              <a:gd name="T39" fmla="*/ 92 h 285"/>
              <a:gd name="T40" fmla="*/ 157 w 239"/>
              <a:gd name="T41" fmla="*/ 64 h 285"/>
              <a:gd name="T42" fmla="*/ 131 w 239"/>
              <a:gd name="T43" fmla="*/ 51 h 285"/>
              <a:gd name="T44" fmla="*/ 84 w 239"/>
              <a:gd name="T45" fmla="*/ 48 h 285"/>
              <a:gd name="T46" fmla="*/ 58 w 239"/>
              <a:gd name="T47" fmla="*/ 48 h 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39" h="285">
                <a:moveTo>
                  <a:pt x="0" y="0"/>
                </a:moveTo>
                <a:cubicBezTo>
                  <a:pt x="105" y="0"/>
                  <a:pt x="105" y="0"/>
                  <a:pt x="105" y="0"/>
                </a:cubicBezTo>
                <a:cubicBezTo>
                  <a:pt x="129" y="0"/>
                  <a:pt x="147" y="2"/>
                  <a:pt x="160" y="6"/>
                </a:cubicBezTo>
                <a:cubicBezTo>
                  <a:pt x="176" y="11"/>
                  <a:pt x="191" y="19"/>
                  <a:pt x="202" y="32"/>
                </a:cubicBezTo>
                <a:cubicBezTo>
                  <a:pt x="214" y="44"/>
                  <a:pt x="223" y="60"/>
                  <a:pt x="230" y="78"/>
                </a:cubicBezTo>
                <a:cubicBezTo>
                  <a:pt x="236" y="96"/>
                  <a:pt x="239" y="119"/>
                  <a:pt x="239" y="145"/>
                </a:cubicBezTo>
                <a:cubicBezTo>
                  <a:pt x="239" y="169"/>
                  <a:pt x="236" y="189"/>
                  <a:pt x="230" y="206"/>
                </a:cubicBezTo>
                <a:cubicBezTo>
                  <a:pt x="223" y="227"/>
                  <a:pt x="213" y="243"/>
                  <a:pt x="200" y="256"/>
                </a:cubicBezTo>
                <a:cubicBezTo>
                  <a:pt x="190" y="266"/>
                  <a:pt x="176" y="273"/>
                  <a:pt x="159" y="279"/>
                </a:cubicBezTo>
                <a:cubicBezTo>
                  <a:pt x="147" y="283"/>
                  <a:pt x="130" y="285"/>
                  <a:pt x="108" y="285"/>
                </a:cubicBezTo>
                <a:cubicBezTo>
                  <a:pt x="0" y="285"/>
                  <a:pt x="0" y="285"/>
                  <a:pt x="0" y="285"/>
                </a:cubicBezTo>
                <a:lnTo>
                  <a:pt x="0" y="0"/>
                </a:lnTo>
                <a:close/>
                <a:moveTo>
                  <a:pt x="58" y="48"/>
                </a:moveTo>
                <a:cubicBezTo>
                  <a:pt x="58" y="237"/>
                  <a:pt x="58" y="237"/>
                  <a:pt x="58" y="237"/>
                </a:cubicBezTo>
                <a:cubicBezTo>
                  <a:pt x="101" y="237"/>
                  <a:pt x="101" y="237"/>
                  <a:pt x="101" y="237"/>
                </a:cubicBezTo>
                <a:cubicBezTo>
                  <a:pt x="117" y="237"/>
                  <a:pt x="128" y="236"/>
                  <a:pt x="135" y="234"/>
                </a:cubicBezTo>
                <a:cubicBezTo>
                  <a:pt x="145" y="232"/>
                  <a:pt x="153" y="228"/>
                  <a:pt x="159" y="222"/>
                </a:cubicBezTo>
                <a:cubicBezTo>
                  <a:pt x="165" y="217"/>
                  <a:pt x="170" y="208"/>
                  <a:pt x="174" y="195"/>
                </a:cubicBezTo>
                <a:cubicBezTo>
                  <a:pt x="178" y="182"/>
                  <a:pt x="180" y="165"/>
                  <a:pt x="180" y="143"/>
                </a:cubicBezTo>
                <a:cubicBezTo>
                  <a:pt x="180" y="121"/>
                  <a:pt x="178" y="104"/>
                  <a:pt x="174" y="92"/>
                </a:cubicBezTo>
                <a:cubicBezTo>
                  <a:pt x="170" y="80"/>
                  <a:pt x="164" y="71"/>
                  <a:pt x="157" y="64"/>
                </a:cubicBezTo>
                <a:cubicBezTo>
                  <a:pt x="150" y="58"/>
                  <a:pt x="142" y="53"/>
                  <a:pt x="131" y="51"/>
                </a:cubicBezTo>
                <a:cubicBezTo>
                  <a:pt x="123" y="49"/>
                  <a:pt x="107" y="48"/>
                  <a:pt x="84" y="48"/>
                </a:cubicBezTo>
                <a:lnTo>
                  <a:pt x="58" y="48"/>
                </a:lnTo>
                <a:close/>
              </a:path>
            </a:pathLst>
          </a:custGeom>
          <a:solidFill>
            <a:srgbClr val="AA9D6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>
            <a:off x="8080363" y="2181626"/>
            <a:ext cx="2801722" cy="1135358"/>
            <a:chOff x="1626835" y="2349127"/>
            <a:chExt cx="2492110" cy="1009892"/>
          </a:xfrm>
        </p:grpSpPr>
        <p:sp>
          <p:nvSpPr>
            <p:cNvPr id="20" name="文本框 19"/>
            <p:cNvSpPr txBox="1"/>
            <p:nvPr/>
          </p:nvSpPr>
          <p:spPr>
            <a:xfrm>
              <a:off x="1806000" y="2349127"/>
              <a:ext cx="2133781" cy="30114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16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text addition</a:t>
              </a:r>
              <a:endPara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626835" y="2687681"/>
              <a:ext cx="2492110" cy="67133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print the presentation and make it </a:t>
              </a:r>
              <a:r>
                <a:rPr lang="en-US" altLang="zh-CN" sz="1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film</a:t>
              </a:r>
              <a:endPara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3717041" y="2181626"/>
            <a:ext cx="2801722" cy="1135358"/>
            <a:chOff x="1626835" y="2349127"/>
            <a:chExt cx="2492110" cy="1009892"/>
          </a:xfrm>
        </p:grpSpPr>
        <p:sp>
          <p:nvSpPr>
            <p:cNvPr id="23" name="文本框 22"/>
            <p:cNvSpPr txBox="1"/>
            <p:nvPr/>
          </p:nvSpPr>
          <p:spPr>
            <a:xfrm>
              <a:off x="1806000" y="2349127"/>
              <a:ext cx="2133781" cy="30114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16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text addition</a:t>
              </a:r>
              <a:endPara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1626835" y="2687681"/>
              <a:ext cx="2492110" cy="67133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print the presentation and make it </a:t>
              </a:r>
              <a:r>
                <a:rPr lang="en-US" altLang="zh-CN" sz="1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film</a:t>
              </a:r>
              <a:endPara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5751457" y="5585425"/>
            <a:ext cx="2801722" cy="1135358"/>
            <a:chOff x="1626835" y="2349127"/>
            <a:chExt cx="2492110" cy="1009892"/>
          </a:xfrm>
        </p:grpSpPr>
        <p:sp>
          <p:nvSpPr>
            <p:cNvPr id="26" name="文本框 25"/>
            <p:cNvSpPr txBox="1"/>
            <p:nvPr/>
          </p:nvSpPr>
          <p:spPr>
            <a:xfrm>
              <a:off x="1806000" y="2349127"/>
              <a:ext cx="2133781" cy="30114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16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text addition</a:t>
              </a:r>
              <a:endPara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626835" y="2687681"/>
              <a:ext cx="2492110" cy="67133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print the presentation and make it </a:t>
              </a:r>
              <a:r>
                <a:rPr lang="en-US" altLang="zh-CN" sz="1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film</a:t>
              </a:r>
              <a:endPara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1388135" y="5585425"/>
            <a:ext cx="2801722" cy="1135358"/>
            <a:chOff x="1626835" y="2349127"/>
            <a:chExt cx="2492110" cy="1009892"/>
          </a:xfrm>
        </p:grpSpPr>
        <p:sp>
          <p:nvSpPr>
            <p:cNvPr id="29" name="文本框 28"/>
            <p:cNvSpPr txBox="1"/>
            <p:nvPr/>
          </p:nvSpPr>
          <p:spPr>
            <a:xfrm>
              <a:off x="1806000" y="2349127"/>
              <a:ext cx="2133781" cy="30114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16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text addition</a:t>
              </a:r>
              <a:endPara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1626835" y="2687681"/>
              <a:ext cx="2492110" cy="67133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print the presentation and make it </a:t>
              </a:r>
              <a:r>
                <a:rPr lang="en-US" altLang="zh-CN" sz="1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film</a:t>
              </a:r>
              <a:endPara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2325370" y="537845"/>
            <a:ext cx="542353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4400" b="1" dirty="0">
                <a:gradFill>
                  <a:gsLst>
                    <a:gs pos="0">
                      <a:srgbClr val="3A543B"/>
                    </a:gs>
                    <a:gs pos="100000">
                      <a:srgbClr val="AA9D67"/>
                    </a:gs>
                  </a:gsLst>
                  <a:lin ang="0" scaled="0"/>
                </a:gradFill>
                <a:latin typeface="Arial" panose="020B0604020202090204" pitchFamily="34" charset="0"/>
                <a:ea typeface="张海山锐线体2.0" panose="02000000000000000000" pitchFamily="2" charset="-122"/>
                <a:cs typeface="Arial" panose="020B0604020202090204" pitchFamily="34" charset="0"/>
              </a:rPr>
              <a:t>Title text addition</a:t>
            </a:r>
            <a:endParaRPr lang="en-US" altLang="zh-CN" sz="4400" b="1" dirty="0">
              <a:gradFill>
                <a:gsLst>
                  <a:gs pos="0">
                    <a:srgbClr val="3A543B"/>
                  </a:gs>
                  <a:gs pos="100000">
                    <a:srgbClr val="AA9D67"/>
                  </a:gs>
                </a:gsLst>
                <a:lin ang="0" scaled="0"/>
              </a:gradFill>
              <a:latin typeface="Arial" panose="020B0604020202090204" pitchFamily="34" charset="0"/>
              <a:ea typeface="张海山锐线体2.0" panose="02000000000000000000" pitchFamily="2" charset="-122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4E5E0"/>
            </a:gs>
            <a:gs pos="100000">
              <a:srgbClr val="F0F0F0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3"/>
          <p:cNvSpPr>
            <a:spLocks noChangeArrowheads="1"/>
          </p:cNvSpPr>
          <p:nvPr/>
        </p:nvSpPr>
        <p:spPr bwMode="auto">
          <a:xfrm rot="16200000" flipH="1">
            <a:off x="3468750" y="-2103914"/>
            <a:ext cx="1189584" cy="6089247"/>
          </a:xfrm>
          <a:prstGeom prst="rect">
            <a:avLst/>
          </a:prstGeom>
          <a:noFill/>
          <a:ln w="38100">
            <a:gradFill>
              <a:gsLst>
                <a:gs pos="0">
                  <a:srgbClr val="3A543B"/>
                </a:gs>
                <a:gs pos="100000">
                  <a:srgbClr val="AA9D67"/>
                </a:gs>
              </a:gsLst>
              <a:lin ang="5400000" scaled="1"/>
            </a:gra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 rot="5400000">
            <a:off x="2598761" y="-1180800"/>
            <a:ext cx="915746" cy="869424"/>
          </a:xfrm>
          <a:prstGeom prst="rect">
            <a:avLst/>
          </a:prstGeom>
          <a:solidFill>
            <a:srgbClr val="3A543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 bwMode="auto">
          <a:xfrm rot="5400000">
            <a:off x="3468185" y="-1180800"/>
            <a:ext cx="915746" cy="869424"/>
          </a:xfrm>
          <a:prstGeom prst="rect">
            <a:avLst/>
          </a:prstGeom>
          <a:solidFill>
            <a:srgbClr val="AA9D6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5" t="5898" r="33568" b="7130"/>
          <a:stretch>
            <a:fillRect/>
          </a:stretch>
        </p:blipFill>
        <p:spPr>
          <a:xfrm flipV="1">
            <a:off x="0" y="0"/>
            <a:ext cx="2325299" cy="1323385"/>
          </a:xfrm>
          <a:prstGeom prst="rect">
            <a:avLst/>
          </a:prstGeom>
        </p:spPr>
      </p:pic>
      <p:sp>
        <p:nvSpPr>
          <p:cNvPr id="9" name="Freeform 6"/>
          <p:cNvSpPr>
            <a:spLocks noEditPoints="1"/>
          </p:cNvSpPr>
          <p:nvPr/>
        </p:nvSpPr>
        <p:spPr bwMode="auto">
          <a:xfrm>
            <a:off x="5636702" y="2766572"/>
            <a:ext cx="847439" cy="3430852"/>
          </a:xfrm>
          <a:custGeom>
            <a:avLst/>
            <a:gdLst>
              <a:gd name="T0" fmla="*/ 10 w 85"/>
              <a:gd name="T1" fmla="*/ 141 h 344"/>
              <a:gd name="T2" fmla="*/ 11 w 85"/>
              <a:gd name="T3" fmla="*/ 158 h 344"/>
              <a:gd name="T4" fmla="*/ 20 w 85"/>
              <a:gd name="T5" fmla="*/ 216 h 344"/>
              <a:gd name="T6" fmla="*/ 25 w 85"/>
              <a:gd name="T7" fmla="*/ 221 h 344"/>
              <a:gd name="T8" fmla="*/ 29 w 85"/>
              <a:gd name="T9" fmla="*/ 254 h 344"/>
              <a:gd name="T10" fmla="*/ 32 w 85"/>
              <a:gd name="T11" fmla="*/ 310 h 344"/>
              <a:gd name="T12" fmla="*/ 35 w 85"/>
              <a:gd name="T13" fmla="*/ 324 h 344"/>
              <a:gd name="T14" fmla="*/ 37 w 85"/>
              <a:gd name="T15" fmla="*/ 328 h 344"/>
              <a:gd name="T16" fmla="*/ 44 w 85"/>
              <a:gd name="T17" fmla="*/ 343 h 344"/>
              <a:gd name="T18" fmla="*/ 52 w 85"/>
              <a:gd name="T19" fmla="*/ 315 h 344"/>
              <a:gd name="T20" fmla="*/ 65 w 85"/>
              <a:gd name="T21" fmla="*/ 251 h 344"/>
              <a:gd name="T22" fmla="*/ 66 w 85"/>
              <a:gd name="T23" fmla="*/ 220 h 344"/>
              <a:gd name="T24" fmla="*/ 74 w 85"/>
              <a:gd name="T25" fmla="*/ 176 h 344"/>
              <a:gd name="T26" fmla="*/ 81 w 85"/>
              <a:gd name="T27" fmla="*/ 155 h 344"/>
              <a:gd name="T28" fmla="*/ 74 w 85"/>
              <a:gd name="T29" fmla="*/ 124 h 344"/>
              <a:gd name="T30" fmla="*/ 84 w 85"/>
              <a:gd name="T31" fmla="*/ 89 h 344"/>
              <a:gd name="T32" fmla="*/ 75 w 85"/>
              <a:gd name="T33" fmla="*/ 58 h 344"/>
              <a:gd name="T34" fmla="*/ 66 w 85"/>
              <a:gd name="T35" fmla="*/ 48 h 344"/>
              <a:gd name="T36" fmla="*/ 60 w 85"/>
              <a:gd name="T37" fmla="*/ 34 h 344"/>
              <a:gd name="T38" fmla="*/ 60 w 85"/>
              <a:gd name="T39" fmla="*/ 24 h 344"/>
              <a:gd name="T40" fmla="*/ 58 w 85"/>
              <a:gd name="T41" fmla="*/ 10 h 344"/>
              <a:gd name="T42" fmla="*/ 44 w 85"/>
              <a:gd name="T43" fmla="*/ 0 h 344"/>
              <a:gd name="T44" fmla="*/ 28 w 85"/>
              <a:gd name="T45" fmla="*/ 13 h 344"/>
              <a:gd name="T46" fmla="*/ 26 w 85"/>
              <a:gd name="T47" fmla="*/ 24 h 344"/>
              <a:gd name="T48" fmla="*/ 20 w 85"/>
              <a:gd name="T49" fmla="*/ 51 h 344"/>
              <a:gd name="T50" fmla="*/ 5 w 85"/>
              <a:gd name="T51" fmla="*/ 65 h 344"/>
              <a:gd name="T52" fmla="*/ 4 w 85"/>
              <a:gd name="T53" fmla="*/ 112 h 344"/>
              <a:gd name="T54" fmla="*/ 58 w 85"/>
              <a:gd name="T55" fmla="*/ 102 h 344"/>
              <a:gd name="T56" fmla="*/ 61 w 85"/>
              <a:gd name="T57" fmla="*/ 110 h 344"/>
              <a:gd name="T58" fmla="*/ 58 w 85"/>
              <a:gd name="T59" fmla="*/ 106 h 344"/>
              <a:gd name="T60" fmla="*/ 44 w 85"/>
              <a:gd name="T61" fmla="*/ 220 h 344"/>
              <a:gd name="T62" fmla="*/ 46 w 85"/>
              <a:gd name="T63" fmla="*/ 232 h 344"/>
              <a:gd name="T64" fmla="*/ 45 w 85"/>
              <a:gd name="T65" fmla="*/ 245 h 344"/>
              <a:gd name="T66" fmla="*/ 44 w 85"/>
              <a:gd name="T67" fmla="*/ 236 h 344"/>
              <a:gd name="T68" fmla="*/ 36 w 85"/>
              <a:gd name="T69" fmla="*/ 73 h 344"/>
              <a:gd name="T70" fmla="*/ 31 w 85"/>
              <a:gd name="T71" fmla="*/ 49 h 344"/>
              <a:gd name="T72" fmla="*/ 38 w 85"/>
              <a:gd name="T73" fmla="*/ 68 h 344"/>
              <a:gd name="T74" fmla="*/ 45 w 85"/>
              <a:gd name="T75" fmla="*/ 58 h 344"/>
              <a:gd name="T76" fmla="*/ 46 w 85"/>
              <a:gd name="T77" fmla="*/ 74 h 344"/>
              <a:gd name="T78" fmla="*/ 36 w 85"/>
              <a:gd name="T79" fmla="*/ 73 h 344"/>
              <a:gd name="T80" fmla="*/ 32 w 85"/>
              <a:gd name="T81" fmla="*/ 120 h 344"/>
              <a:gd name="T82" fmla="*/ 29 w 85"/>
              <a:gd name="T83" fmla="*/ 127 h 3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85" h="344">
                <a:moveTo>
                  <a:pt x="12" y="119"/>
                </a:moveTo>
                <a:cubicBezTo>
                  <a:pt x="12" y="119"/>
                  <a:pt x="13" y="131"/>
                  <a:pt x="10" y="141"/>
                </a:cubicBezTo>
                <a:cubicBezTo>
                  <a:pt x="6" y="151"/>
                  <a:pt x="4" y="157"/>
                  <a:pt x="7" y="157"/>
                </a:cubicBezTo>
                <a:cubicBezTo>
                  <a:pt x="10" y="158"/>
                  <a:pt x="11" y="158"/>
                  <a:pt x="11" y="158"/>
                </a:cubicBezTo>
                <a:cubicBezTo>
                  <a:pt x="11" y="158"/>
                  <a:pt x="11" y="171"/>
                  <a:pt x="13" y="180"/>
                </a:cubicBezTo>
                <a:cubicBezTo>
                  <a:pt x="15" y="189"/>
                  <a:pt x="20" y="211"/>
                  <a:pt x="20" y="216"/>
                </a:cubicBezTo>
                <a:cubicBezTo>
                  <a:pt x="20" y="222"/>
                  <a:pt x="20" y="221"/>
                  <a:pt x="22" y="221"/>
                </a:cubicBezTo>
                <a:cubicBezTo>
                  <a:pt x="24" y="221"/>
                  <a:pt x="25" y="221"/>
                  <a:pt x="25" y="221"/>
                </a:cubicBezTo>
                <a:cubicBezTo>
                  <a:pt x="25" y="221"/>
                  <a:pt x="25" y="230"/>
                  <a:pt x="26" y="232"/>
                </a:cubicBezTo>
                <a:cubicBezTo>
                  <a:pt x="27" y="234"/>
                  <a:pt x="25" y="244"/>
                  <a:pt x="29" y="254"/>
                </a:cubicBezTo>
                <a:cubicBezTo>
                  <a:pt x="32" y="265"/>
                  <a:pt x="38" y="282"/>
                  <a:pt x="38" y="290"/>
                </a:cubicBezTo>
                <a:cubicBezTo>
                  <a:pt x="38" y="297"/>
                  <a:pt x="35" y="307"/>
                  <a:pt x="32" y="310"/>
                </a:cubicBezTo>
                <a:cubicBezTo>
                  <a:pt x="28" y="314"/>
                  <a:pt x="23" y="322"/>
                  <a:pt x="26" y="323"/>
                </a:cubicBezTo>
                <a:cubicBezTo>
                  <a:pt x="28" y="325"/>
                  <a:pt x="32" y="325"/>
                  <a:pt x="35" y="324"/>
                </a:cubicBezTo>
                <a:cubicBezTo>
                  <a:pt x="37" y="323"/>
                  <a:pt x="39" y="321"/>
                  <a:pt x="39" y="321"/>
                </a:cubicBezTo>
                <a:cubicBezTo>
                  <a:pt x="39" y="321"/>
                  <a:pt x="39" y="325"/>
                  <a:pt x="37" y="328"/>
                </a:cubicBezTo>
                <a:cubicBezTo>
                  <a:pt x="36" y="331"/>
                  <a:pt x="37" y="344"/>
                  <a:pt x="43" y="344"/>
                </a:cubicBezTo>
                <a:cubicBezTo>
                  <a:pt x="43" y="344"/>
                  <a:pt x="44" y="344"/>
                  <a:pt x="44" y="343"/>
                </a:cubicBezTo>
                <a:cubicBezTo>
                  <a:pt x="49" y="342"/>
                  <a:pt x="52" y="337"/>
                  <a:pt x="51" y="330"/>
                </a:cubicBezTo>
                <a:cubicBezTo>
                  <a:pt x="51" y="322"/>
                  <a:pt x="53" y="320"/>
                  <a:pt x="52" y="315"/>
                </a:cubicBezTo>
                <a:cubicBezTo>
                  <a:pt x="50" y="311"/>
                  <a:pt x="52" y="307"/>
                  <a:pt x="54" y="300"/>
                </a:cubicBezTo>
                <a:cubicBezTo>
                  <a:pt x="57" y="292"/>
                  <a:pt x="66" y="260"/>
                  <a:pt x="65" y="251"/>
                </a:cubicBezTo>
                <a:cubicBezTo>
                  <a:pt x="65" y="243"/>
                  <a:pt x="64" y="236"/>
                  <a:pt x="65" y="230"/>
                </a:cubicBezTo>
                <a:cubicBezTo>
                  <a:pt x="66" y="225"/>
                  <a:pt x="66" y="220"/>
                  <a:pt x="66" y="220"/>
                </a:cubicBezTo>
                <a:cubicBezTo>
                  <a:pt x="66" y="220"/>
                  <a:pt x="72" y="223"/>
                  <a:pt x="72" y="214"/>
                </a:cubicBezTo>
                <a:cubicBezTo>
                  <a:pt x="72" y="206"/>
                  <a:pt x="73" y="183"/>
                  <a:pt x="74" y="176"/>
                </a:cubicBezTo>
                <a:cubicBezTo>
                  <a:pt x="74" y="170"/>
                  <a:pt x="73" y="156"/>
                  <a:pt x="73" y="156"/>
                </a:cubicBezTo>
                <a:cubicBezTo>
                  <a:pt x="73" y="156"/>
                  <a:pt x="79" y="155"/>
                  <a:pt x="81" y="155"/>
                </a:cubicBezTo>
                <a:cubicBezTo>
                  <a:pt x="83" y="154"/>
                  <a:pt x="76" y="142"/>
                  <a:pt x="75" y="137"/>
                </a:cubicBezTo>
                <a:cubicBezTo>
                  <a:pt x="73" y="132"/>
                  <a:pt x="74" y="124"/>
                  <a:pt x="74" y="124"/>
                </a:cubicBezTo>
                <a:cubicBezTo>
                  <a:pt x="74" y="124"/>
                  <a:pt x="84" y="123"/>
                  <a:pt x="84" y="115"/>
                </a:cubicBezTo>
                <a:cubicBezTo>
                  <a:pt x="85" y="106"/>
                  <a:pt x="85" y="94"/>
                  <a:pt x="84" y="89"/>
                </a:cubicBezTo>
                <a:cubicBezTo>
                  <a:pt x="83" y="84"/>
                  <a:pt x="83" y="84"/>
                  <a:pt x="82" y="77"/>
                </a:cubicBezTo>
                <a:cubicBezTo>
                  <a:pt x="82" y="71"/>
                  <a:pt x="78" y="59"/>
                  <a:pt x="75" y="58"/>
                </a:cubicBezTo>
                <a:cubicBezTo>
                  <a:pt x="71" y="58"/>
                  <a:pt x="67" y="55"/>
                  <a:pt x="67" y="55"/>
                </a:cubicBezTo>
                <a:cubicBezTo>
                  <a:pt x="67" y="55"/>
                  <a:pt x="70" y="51"/>
                  <a:pt x="66" y="48"/>
                </a:cubicBezTo>
                <a:cubicBezTo>
                  <a:pt x="62" y="44"/>
                  <a:pt x="59" y="43"/>
                  <a:pt x="61" y="38"/>
                </a:cubicBezTo>
                <a:cubicBezTo>
                  <a:pt x="62" y="37"/>
                  <a:pt x="60" y="35"/>
                  <a:pt x="60" y="34"/>
                </a:cubicBezTo>
                <a:cubicBezTo>
                  <a:pt x="60" y="32"/>
                  <a:pt x="62" y="30"/>
                  <a:pt x="61" y="28"/>
                </a:cubicBezTo>
                <a:cubicBezTo>
                  <a:pt x="61" y="27"/>
                  <a:pt x="60" y="26"/>
                  <a:pt x="60" y="24"/>
                </a:cubicBezTo>
                <a:cubicBezTo>
                  <a:pt x="59" y="23"/>
                  <a:pt x="60" y="21"/>
                  <a:pt x="60" y="19"/>
                </a:cubicBezTo>
                <a:cubicBezTo>
                  <a:pt x="59" y="17"/>
                  <a:pt x="59" y="13"/>
                  <a:pt x="58" y="10"/>
                </a:cubicBezTo>
                <a:cubicBezTo>
                  <a:pt x="56" y="4"/>
                  <a:pt x="52" y="0"/>
                  <a:pt x="45" y="0"/>
                </a:cubicBezTo>
                <a:cubicBezTo>
                  <a:pt x="45" y="0"/>
                  <a:pt x="45" y="0"/>
                  <a:pt x="44" y="0"/>
                </a:cubicBezTo>
                <a:cubicBezTo>
                  <a:pt x="41" y="0"/>
                  <a:pt x="36" y="1"/>
                  <a:pt x="33" y="3"/>
                </a:cubicBezTo>
                <a:cubicBezTo>
                  <a:pt x="31" y="6"/>
                  <a:pt x="29" y="9"/>
                  <a:pt x="28" y="13"/>
                </a:cubicBezTo>
                <a:cubicBezTo>
                  <a:pt x="28" y="16"/>
                  <a:pt x="28" y="18"/>
                  <a:pt x="27" y="19"/>
                </a:cubicBezTo>
                <a:cubicBezTo>
                  <a:pt x="27" y="21"/>
                  <a:pt x="26" y="22"/>
                  <a:pt x="26" y="24"/>
                </a:cubicBezTo>
                <a:cubicBezTo>
                  <a:pt x="26" y="27"/>
                  <a:pt x="25" y="31"/>
                  <a:pt x="24" y="37"/>
                </a:cubicBezTo>
                <a:cubicBezTo>
                  <a:pt x="23" y="43"/>
                  <a:pt x="23" y="47"/>
                  <a:pt x="20" y="51"/>
                </a:cubicBezTo>
                <a:cubicBezTo>
                  <a:pt x="17" y="54"/>
                  <a:pt x="18" y="57"/>
                  <a:pt x="18" y="57"/>
                </a:cubicBezTo>
                <a:cubicBezTo>
                  <a:pt x="18" y="57"/>
                  <a:pt x="8" y="58"/>
                  <a:pt x="5" y="65"/>
                </a:cubicBezTo>
                <a:cubicBezTo>
                  <a:pt x="3" y="71"/>
                  <a:pt x="2" y="83"/>
                  <a:pt x="1" y="90"/>
                </a:cubicBezTo>
                <a:cubicBezTo>
                  <a:pt x="0" y="98"/>
                  <a:pt x="1" y="107"/>
                  <a:pt x="4" y="112"/>
                </a:cubicBezTo>
                <a:cubicBezTo>
                  <a:pt x="6" y="118"/>
                  <a:pt x="12" y="119"/>
                  <a:pt x="12" y="119"/>
                </a:cubicBezTo>
                <a:close/>
                <a:moveTo>
                  <a:pt x="58" y="102"/>
                </a:moveTo>
                <a:cubicBezTo>
                  <a:pt x="60" y="103"/>
                  <a:pt x="60" y="103"/>
                  <a:pt x="60" y="103"/>
                </a:cubicBezTo>
                <a:cubicBezTo>
                  <a:pt x="60" y="103"/>
                  <a:pt x="61" y="108"/>
                  <a:pt x="61" y="110"/>
                </a:cubicBezTo>
                <a:cubicBezTo>
                  <a:pt x="60" y="111"/>
                  <a:pt x="58" y="111"/>
                  <a:pt x="58" y="111"/>
                </a:cubicBezTo>
                <a:cubicBezTo>
                  <a:pt x="58" y="111"/>
                  <a:pt x="58" y="109"/>
                  <a:pt x="58" y="106"/>
                </a:cubicBezTo>
                <a:cubicBezTo>
                  <a:pt x="57" y="103"/>
                  <a:pt x="58" y="102"/>
                  <a:pt x="58" y="102"/>
                </a:cubicBezTo>
                <a:close/>
                <a:moveTo>
                  <a:pt x="44" y="220"/>
                </a:moveTo>
                <a:cubicBezTo>
                  <a:pt x="44" y="220"/>
                  <a:pt x="44" y="223"/>
                  <a:pt x="44" y="226"/>
                </a:cubicBezTo>
                <a:cubicBezTo>
                  <a:pt x="45" y="228"/>
                  <a:pt x="45" y="231"/>
                  <a:pt x="46" y="232"/>
                </a:cubicBezTo>
                <a:cubicBezTo>
                  <a:pt x="46" y="235"/>
                  <a:pt x="45" y="238"/>
                  <a:pt x="45" y="240"/>
                </a:cubicBezTo>
                <a:cubicBezTo>
                  <a:pt x="45" y="242"/>
                  <a:pt x="45" y="245"/>
                  <a:pt x="45" y="245"/>
                </a:cubicBezTo>
                <a:cubicBezTo>
                  <a:pt x="45" y="245"/>
                  <a:pt x="45" y="243"/>
                  <a:pt x="44" y="242"/>
                </a:cubicBezTo>
                <a:cubicBezTo>
                  <a:pt x="44" y="239"/>
                  <a:pt x="44" y="237"/>
                  <a:pt x="44" y="236"/>
                </a:cubicBezTo>
                <a:cubicBezTo>
                  <a:pt x="43" y="233"/>
                  <a:pt x="43" y="228"/>
                  <a:pt x="44" y="220"/>
                </a:cubicBezTo>
                <a:close/>
                <a:moveTo>
                  <a:pt x="36" y="73"/>
                </a:moveTo>
                <a:cubicBezTo>
                  <a:pt x="35" y="71"/>
                  <a:pt x="31" y="58"/>
                  <a:pt x="31" y="56"/>
                </a:cubicBezTo>
                <a:cubicBezTo>
                  <a:pt x="31" y="53"/>
                  <a:pt x="31" y="51"/>
                  <a:pt x="31" y="49"/>
                </a:cubicBezTo>
                <a:cubicBezTo>
                  <a:pt x="34" y="55"/>
                  <a:pt x="38" y="57"/>
                  <a:pt x="37" y="59"/>
                </a:cubicBezTo>
                <a:cubicBezTo>
                  <a:pt x="36" y="62"/>
                  <a:pt x="36" y="65"/>
                  <a:pt x="38" y="68"/>
                </a:cubicBezTo>
                <a:cubicBezTo>
                  <a:pt x="40" y="72"/>
                  <a:pt x="41" y="80"/>
                  <a:pt x="42" y="76"/>
                </a:cubicBezTo>
                <a:cubicBezTo>
                  <a:pt x="43" y="73"/>
                  <a:pt x="45" y="61"/>
                  <a:pt x="45" y="58"/>
                </a:cubicBezTo>
                <a:cubicBezTo>
                  <a:pt x="45" y="54"/>
                  <a:pt x="51" y="50"/>
                  <a:pt x="51" y="50"/>
                </a:cubicBezTo>
                <a:cubicBezTo>
                  <a:pt x="51" y="56"/>
                  <a:pt x="48" y="67"/>
                  <a:pt x="46" y="74"/>
                </a:cubicBezTo>
                <a:cubicBezTo>
                  <a:pt x="44" y="81"/>
                  <a:pt x="41" y="88"/>
                  <a:pt x="41" y="86"/>
                </a:cubicBezTo>
                <a:cubicBezTo>
                  <a:pt x="41" y="83"/>
                  <a:pt x="38" y="76"/>
                  <a:pt x="36" y="73"/>
                </a:cubicBezTo>
                <a:close/>
                <a:moveTo>
                  <a:pt x="29" y="120"/>
                </a:moveTo>
                <a:cubicBezTo>
                  <a:pt x="32" y="120"/>
                  <a:pt x="32" y="120"/>
                  <a:pt x="32" y="120"/>
                </a:cubicBezTo>
                <a:cubicBezTo>
                  <a:pt x="32" y="120"/>
                  <a:pt x="33" y="125"/>
                  <a:pt x="33" y="127"/>
                </a:cubicBezTo>
                <a:cubicBezTo>
                  <a:pt x="33" y="128"/>
                  <a:pt x="29" y="127"/>
                  <a:pt x="29" y="127"/>
                </a:cubicBezTo>
                <a:lnTo>
                  <a:pt x="29" y="120"/>
                </a:lnTo>
                <a:close/>
              </a:path>
            </a:pathLst>
          </a:custGeom>
          <a:solidFill>
            <a:srgbClr val="3A543B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th-TH" sz="900"/>
          </a:p>
        </p:txBody>
      </p:sp>
      <p:sp>
        <p:nvSpPr>
          <p:cNvPr id="12" name="Freeform 11"/>
          <p:cNvSpPr>
            <a:spLocks noEditPoints="1"/>
          </p:cNvSpPr>
          <p:nvPr/>
        </p:nvSpPr>
        <p:spPr bwMode="auto">
          <a:xfrm flipH="1">
            <a:off x="4610689" y="2806293"/>
            <a:ext cx="1027296" cy="3453055"/>
          </a:xfrm>
          <a:custGeom>
            <a:avLst/>
            <a:gdLst>
              <a:gd name="T0" fmla="*/ 16 w 111"/>
              <a:gd name="T1" fmla="*/ 182 h 351"/>
              <a:gd name="T2" fmla="*/ 14 w 111"/>
              <a:gd name="T3" fmla="*/ 246 h 351"/>
              <a:gd name="T4" fmla="*/ 8 w 111"/>
              <a:gd name="T5" fmla="*/ 308 h 351"/>
              <a:gd name="T6" fmla="*/ 10 w 111"/>
              <a:gd name="T7" fmla="*/ 328 h 351"/>
              <a:gd name="T8" fmla="*/ 24 w 111"/>
              <a:gd name="T9" fmla="*/ 348 h 351"/>
              <a:gd name="T10" fmla="*/ 34 w 111"/>
              <a:gd name="T11" fmla="*/ 323 h 351"/>
              <a:gd name="T12" fmla="*/ 37 w 111"/>
              <a:gd name="T13" fmla="*/ 255 h 351"/>
              <a:gd name="T14" fmla="*/ 56 w 111"/>
              <a:gd name="T15" fmla="*/ 192 h 351"/>
              <a:gd name="T16" fmla="*/ 67 w 111"/>
              <a:gd name="T17" fmla="*/ 261 h 351"/>
              <a:gd name="T18" fmla="*/ 71 w 111"/>
              <a:gd name="T19" fmla="*/ 311 h 351"/>
              <a:gd name="T20" fmla="*/ 70 w 111"/>
              <a:gd name="T21" fmla="*/ 333 h 351"/>
              <a:gd name="T22" fmla="*/ 87 w 111"/>
              <a:gd name="T23" fmla="*/ 342 h 351"/>
              <a:gd name="T24" fmla="*/ 104 w 111"/>
              <a:gd name="T25" fmla="*/ 336 h 351"/>
              <a:gd name="T26" fmla="*/ 89 w 111"/>
              <a:gd name="T27" fmla="*/ 311 h 351"/>
              <a:gd name="T28" fmla="*/ 90 w 111"/>
              <a:gd name="T29" fmla="*/ 268 h 351"/>
              <a:gd name="T30" fmla="*/ 95 w 111"/>
              <a:gd name="T31" fmla="*/ 181 h 351"/>
              <a:gd name="T32" fmla="*/ 85 w 111"/>
              <a:gd name="T33" fmla="*/ 117 h 351"/>
              <a:gd name="T34" fmla="*/ 100 w 111"/>
              <a:gd name="T35" fmla="*/ 98 h 351"/>
              <a:gd name="T36" fmla="*/ 92 w 111"/>
              <a:gd name="T37" fmla="*/ 60 h 351"/>
              <a:gd name="T38" fmla="*/ 62 w 111"/>
              <a:gd name="T39" fmla="*/ 42 h 351"/>
              <a:gd name="T40" fmla="*/ 69 w 111"/>
              <a:gd name="T41" fmla="*/ 27 h 351"/>
              <a:gd name="T42" fmla="*/ 74 w 111"/>
              <a:gd name="T43" fmla="*/ 11 h 351"/>
              <a:gd name="T44" fmla="*/ 53 w 111"/>
              <a:gd name="T45" fmla="*/ 2 h 351"/>
              <a:gd name="T46" fmla="*/ 41 w 111"/>
              <a:gd name="T47" fmla="*/ 18 h 351"/>
              <a:gd name="T48" fmla="*/ 39 w 111"/>
              <a:gd name="T49" fmla="*/ 37 h 351"/>
              <a:gd name="T50" fmla="*/ 61 w 111"/>
              <a:gd name="T51" fmla="*/ 44 h 351"/>
              <a:gd name="T52" fmla="*/ 57 w 111"/>
              <a:gd name="T53" fmla="*/ 53 h 351"/>
              <a:gd name="T54" fmla="*/ 48 w 111"/>
              <a:gd name="T55" fmla="*/ 53 h 351"/>
              <a:gd name="T56" fmla="*/ 53 w 111"/>
              <a:gd name="T57" fmla="*/ 71 h 351"/>
              <a:gd name="T58" fmla="*/ 36 w 111"/>
              <a:gd name="T59" fmla="*/ 43 h 351"/>
              <a:gd name="T60" fmla="*/ 5 w 111"/>
              <a:gd name="T61" fmla="*/ 67 h 351"/>
              <a:gd name="T62" fmla="*/ 16 w 111"/>
              <a:gd name="T63" fmla="*/ 112 h 351"/>
              <a:gd name="T64" fmla="*/ 40 w 111"/>
              <a:gd name="T65" fmla="*/ 95 h 351"/>
              <a:gd name="T66" fmla="*/ 49 w 111"/>
              <a:gd name="T67" fmla="*/ 86 h 351"/>
              <a:gd name="T68" fmla="*/ 40 w 111"/>
              <a:gd name="T69" fmla="*/ 95 h 3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11" h="351">
                <a:moveTo>
                  <a:pt x="3" y="177"/>
                </a:moveTo>
                <a:cubicBezTo>
                  <a:pt x="5" y="180"/>
                  <a:pt x="16" y="182"/>
                  <a:pt x="16" y="182"/>
                </a:cubicBezTo>
                <a:cubicBezTo>
                  <a:pt x="16" y="182"/>
                  <a:pt x="16" y="224"/>
                  <a:pt x="16" y="225"/>
                </a:cubicBezTo>
                <a:cubicBezTo>
                  <a:pt x="15" y="227"/>
                  <a:pt x="17" y="238"/>
                  <a:pt x="14" y="246"/>
                </a:cubicBezTo>
                <a:cubicBezTo>
                  <a:pt x="11" y="254"/>
                  <a:pt x="7" y="296"/>
                  <a:pt x="7" y="296"/>
                </a:cubicBezTo>
                <a:cubicBezTo>
                  <a:pt x="7" y="296"/>
                  <a:pt x="7" y="306"/>
                  <a:pt x="8" y="308"/>
                </a:cubicBezTo>
                <a:cubicBezTo>
                  <a:pt x="10" y="311"/>
                  <a:pt x="10" y="315"/>
                  <a:pt x="8" y="317"/>
                </a:cubicBezTo>
                <a:cubicBezTo>
                  <a:pt x="5" y="319"/>
                  <a:pt x="10" y="328"/>
                  <a:pt x="10" y="328"/>
                </a:cubicBezTo>
                <a:cubicBezTo>
                  <a:pt x="10" y="328"/>
                  <a:pt x="1" y="346"/>
                  <a:pt x="6" y="348"/>
                </a:cubicBezTo>
                <a:cubicBezTo>
                  <a:pt x="11" y="351"/>
                  <a:pt x="20" y="351"/>
                  <a:pt x="24" y="348"/>
                </a:cubicBezTo>
                <a:cubicBezTo>
                  <a:pt x="26" y="345"/>
                  <a:pt x="25" y="329"/>
                  <a:pt x="25" y="329"/>
                </a:cubicBezTo>
                <a:cubicBezTo>
                  <a:pt x="25" y="329"/>
                  <a:pt x="33" y="326"/>
                  <a:pt x="34" y="323"/>
                </a:cubicBezTo>
                <a:cubicBezTo>
                  <a:pt x="35" y="321"/>
                  <a:pt x="37" y="318"/>
                  <a:pt x="32" y="307"/>
                </a:cubicBezTo>
                <a:cubicBezTo>
                  <a:pt x="28" y="291"/>
                  <a:pt x="37" y="255"/>
                  <a:pt x="37" y="255"/>
                </a:cubicBezTo>
                <a:cubicBezTo>
                  <a:pt x="37" y="255"/>
                  <a:pt x="47" y="217"/>
                  <a:pt x="48" y="217"/>
                </a:cubicBezTo>
                <a:cubicBezTo>
                  <a:pt x="50" y="216"/>
                  <a:pt x="56" y="192"/>
                  <a:pt x="56" y="192"/>
                </a:cubicBezTo>
                <a:cubicBezTo>
                  <a:pt x="56" y="192"/>
                  <a:pt x="57" y="194"/>
                  <a:pt x="63" y="223"/>
                </a:cubicBezTo>
                <a:cubicBezTo>
                  <a:pt x="69" y="252"/>
                  <a:pt x="67" y="261"/>
                  <a:pt x="67" y="261"/>
                </a:cubicBezTo>
                <a:cubicBezTo>
                  <a:pt x="68" y="302"/>
                  <a:pt x="68" y="302"/>
                  <a:pt x="68" y="302"/>
                </a:cubicBezTo>
                <a:cubicBezTo>
                  <a:pt x="68" y="302"/>
                  <a:pt x="69" y="310"/>
                  <a:pt x="71" y="311"/>
                </a:cubicBezTo>
                <a:cubicBezTo>
                  <a:pt x="72" y="312"/>
                  <a:pt x="67" y="319"/>
                  <a:pt x="70" y="322"/>
                </a:cubicBezTo>
                <a:cubicBezTo>
                  <a:pt x="71" y="326"/>
                  <a:pt x="70" y="333"/>
                  <a:pt x="70" y="333"/>
                </a:cubicBezTo>
                <a:cubicBezTo>
                  <a:pt x="70" y="333"/>
                  <a:pt x="78" y="338"/>
                  <a:pt x="80" y="336"/>
                </a:cubicBezTo>
                <a:cubicBezTo>
                  <a:pt x="82" y="335"/>
                  <a:pt x="87" y="342"/>
                  <a:pt x="87" y="342"/>
                </a:cubicBezTo>
                <a:cubicBezTo>
                  <a:pt x="87" y="342"/>
                  <a:pt x="106" y="347"/>
                  <a:pt x="108" y="344"/>
                </a:cubicBezTo>
                <a:cubicBezTo>
                  <a:pt x="111" y="341"/>
                  <a:pt x="104" y="336"/>
                  <a:pt x="104" y="336"/>
                </a:cubicBezTo>
                <a:cubicBezTo>
                  <a:pt x="94" y="324"/>
                  <a:pt x="94" y="324"/>
                  <a:pt x="94" y="324"/>
                </a:cubicBezTo>
                <a:cubicBezTo>
                  <a:pt x="94" y="324"/>
                  <a:pt x="101" y="317"/>
                  <a:pt x="89" y="311"/>
                </a:cubicBezTo>
                <a:cubicBezTo>
                  <a:pt x="91" y="292"/>
                  <a:pt x="91" y="292"/>
                  <a:pt x="91" y="292"/>
                </a:cubicBezTo>
                <a:cubicBezTo>
                  <a:pt x="91" y="292"/>
                  <a:pt x="92" y="278"/>
                  <a:pt x="90" y="268"/>
                </a:cubicBezTo>
                <a:cubicBezTo>
                  <a:pt x="88" y="258"/>
                  <a:pt x="95" y="208"/>
                  <a:pt x="95" y="208"/>
                </a:cubicBezTo>
                <a:cubicBezTo>
                  <a:pt x="95" y="208"/>
                  <a:pt x="98" y="185"/>
                  <a:pt x="95" y="181"/>
                </a:cubicBezTo>
                <a:cubicBezTo>
                  <a:pt x="98" y="179"/>
                  <a:pt x="89" y="125"/>
                  <a:pt x="89" y="125"/>
                </a:cubicBezTo>
                <a:cubicBezTo>
                  <a:pt x="85" y="117"/>
                  <a:pt x="85" y="117"/>
                  <a:pt x="85" y="117"/>
                </a:cubicBezTo>
                <a:cubicBezTo>
                  <a:pt x="85" y="117"/>
                  <a:pt x="96" y="116"/>
                  <a:pt x="97" y="110"/>
                </a:cubicBezTo>
                <a:cubicBezTo>
                  <a:pt x="98" y="104"/>
                  <a:pt x="100" y="103"/>
                  <a:pt x="100" y="98"/>
                </a:cubicBezTo>
                <a:cubicBezTo>
                  <a:pt x="99" y="94"/>
                  <a:pt x="97" y="82"/>
                  <a:pt x="96" y="79"/>
                </a:cubicBezTo>
                <a:cubicBezTo>
                  <a:pt x="95" y="75"/>
                  <a:pt x="92" y="60"/>
                  <a:pt x="92" y="60"/>
                </a:cubicBezTo>
                <a:cubicBezTo>
                  <a:pt x="92" y="60"/>
                  <a:pt x="89" y="55"/>
                  <a:pt x="83" y="55"/>
                </a:cubicBezTo>
                <a:cubicBezTo>
                  <a:pt x="78" y="55"/>
                  <a:pt x="63" y="48"/>
                  <a:pt x="62" y="42"/>
                </a:cubicBezTo>
                <a:cubicBezTo>
                  <a:pt x="62" y="42"/>
                  <a:pt x="65" y="39"/>
                  <a:pt x="67" y="34"/>
                </a:cubicBezTo>
                <a:cubicBezTo>
                  <a:pt x="67" y="32"/>
                  <a:pt x="69" y="29"/>
                  <a:pt x="69" y="27"/>
                </a:cubicBezTo>
                <a:cubicBezTo>
                  <a:pt x="74" y="16"/>
                  <a:pt x="74" y="16"/>
                  <a:pt x="74" y="16"/>
                </a:cubicBezTo>
                <a:cubicBezTo>
                  <a:pt x="74" y="11"/>
                  <a:pt x="74" y="11"/>
                  <a:pt x="74" y="11"/>
                </a:cubicBezTo>
                <a:cubicBezTo>
                  <a:pt x="72" y="5"/>
                  <a:pt x="72" y="5"/>
                  <a:pt x="72" y="5"/>
                </a:cubicBezTo>
                <a:cubicBezTo>
                  <a:pt x="67" y="0"/>
                  <a:pt x="53" y="2"/>
                  <a:pt x="53" y="2"/>
                </a:cubicBezTo>
                <a:cubicBezTo>
                  <a:pt x="53" y="2"/>
                  <a:pt x="53" y="2"/>
                  <a:pt x="53" y="2"/>
                </a:cubicBezTo>
                <a:cubicBezTo>
                  <a:pt x="45" y="2"/>
                  <a:pt x="41" y="12"/>
                  <a:pt x="41" y="18"/>
                </a:cubicBezTo>
                <a:cubicBezTo>
                  <a:pt x="34" y="18"/>
                  <a:pt x="41" y="30"/>
                  <a:pt x="41" y="30"/>
                </a:cubicBezTo>
                <a:cubicBezTo>
                  <a:pt x="41" y="30"/>
                  <a:pt x="40" y="33"/>
                  <a:pt x="39" y="37"/>
                </a:cubicBezTo>
                <a:cubicBezTo>
                  <a:pt x="40" y="38"/>
                  <a:pt x="43" y="45"/>
                  <a:pt x="50" y="47"/>
                </a:cubicBezTo>
                <a:cubicBezTo>
                  <a:pt x="58" y="50"/>
                  <a:pt x="61" y="44"/>
                  <a:pt x="61" y="44"/>
                </a:cubicBezTo>
                <a:cubicBezTo>
                  <a:pt x="61" y="68"/>
                  <a:pt x="61" y="68"/>
                  <a:pt x="61" y="68"/>
                </a:cubicBezTo>
                <a:cubicBezTo>
                  <a:pt x="61" y="68"/>
                  <a:pt x="56" y="56"/>
                  <a:pt x="57" y="53"/>
                </a:cubicBezTo>
                <a:cubicBezTo>
                  <a:pt x="59" y="50"/>
                  <a:pt x="54" y="50"/>
                  <a:pt x="52" y="50"/>
                </a:cubicBezTo>
                <a:cubicBezTo>
                  <a:pt x="50" y="50"/>
                  <a:pt x="48" y="53"/>
                  <a:pt x="48" y="53"/>
                </a:cubicBezTo>
                <a:cubicBezTo>
                  <a:pt x="53" y="57"/>
                  <a:pt x="53" y="57"/>
                  <a:pt x="53" y="57"/>
                </a:cubicBezTo>
                <a:cubicBezTo>
                  <a:pt x="53" y="57"/>
                  <a:pt x="53" y="74"/>
                  <a:pt x="53" y="71"/>
                </a:cubicBezTo>
                <a:cubicBezTo>
                  <a:pt x="53" y="68"/>
                  <a:pt x="40" y="48"/>
                  <a:pt x="37" y="42"/>
                </a:cubicBezTo>
                <a:cubicBezTo>
                  <a:pt x="37" y="43"/>
                  <a:pt x="36" y="43"/>
                  <a:pt x="36" y="43"/>
                </a:cubicBezTo>
                <a:cubicBezTo>
                  <a:pt x="34" y="46"/>
                  <a:pt x="17" y="49"/>
                  <a:pt x="17" y="49"/>
                </a:cubicBezTo>
                <a:cubicBezTo>
                  <a:pt x="17" y="49"/>
                  <a:pt x="0" y="48"/>
                  <a:pt x="5" y="67"/>
                </a:cubicBezTo>
                <a:cubicBezTo>
                  <a:pt x="7" y="82"/>
                  <a:pt x="9" y="95"/>
                  <a:pt x="9" y="95"/>
                </a:cubicBezTo>
                <a:cubicBezTo>
                  <a:pt x="9" y="95"/>
                  <a:pt x="13" y="112"/>
                  <a:pt x="16" y="112"/>
                </a:cubicBezTo>
                <a:cubicBezTo>
                  <a:pt x="20" y="113"/>
                  <a:pt x="3" y="172"/>
                  <a:pt x="3" y="177"/>
                </a:cubicBezTo>
                <a:close/>
                <a:moveTo>
                  <a:pt x="40" y="95"/>
                </a:moveTo>
                <a:cubicBezTo>
                  <a:pt x="40" y="95"/>
                  <a:pt x="45" y="87"/>
                  <a:pt x="44" y="85"/>
                </a:cubicBezTo>
                <a:cubicBezTo>
                  <a:pt x="47" y="86"/>
                  <a:pt x="49" y="86"/>
                  <a:pt x="49" y="86"/>
                </a:cubicBezTo>
                <a:cubicBezTo>
                  <a:pt x="49" y="99"/>
                  <a:pt x="49" y="99"/>
                  <a:pt x="49" y="99"/>
                </a:cubicBezTo>
                <a:lnTo>
                  <a:pt x="40" y="95"/>
                </a:lnTo>
                <a:close/>
              </a:path>
            </a:pathLst>
          </a:custGeom>
          <a:solidFill>
            <a:srgbClr val="AA9D67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th-TH" sz="900"/>
          </a:p>
        </p:txBody>
      </p:sp>
      <p:sp>
        <p:nvSpPr>
          <p:cNvPr id="13" name="Freeform 9"/>
          <p:cNvSpPr>
            <a:spLocks noEditPoints="1"/>
          </p:cNvSpPr>
          <p:nvPr/>
        </p:nvSpPr>
        <p:spPr bwMode="auto">
          <a:xfrm>
            <a:off x="6400691" y="2829783"/>
            <a:ext cx="1465401" cy="3354589"/>
          </a:xfrm>
          <a:custGeom>
            <a:avLst/>
            <a:gdLst>
              <a:gd name="T0" fmla="*/ 33 w 149"/>
              <a:gd name="T1" fmla="*/ 255 h 341"/>
              <a:gd name="T2" fmla="*/ 38 w 149"/>
              <a:gd name="T3" fmla="*/ 302 h 341"/>
              <a:gd name="T4" fmla="*/ 39 w 149"/>
              <a:gd name="T5" fmla="*/ 319 h 341"/>
              <a:gd name="T6" fmla="*/ 44 w 149"/>
              <a:gd name="T7" fmla="*/ 334 h 341"/>
              <a:gd name="T8" fmla="*/ 67 w 149"/>
              <a:gd name="T9" fmla="*/ 334 h 341"/>
              <a:gd name="T10" fmla="*/ 61 w 149"/>
              <a:gd name="T11" fmla="*/ 324 h 341"/>
              <a:gd name="T12" fmla="*/ 60 w 149"/>
              <a:gd name="T13" fmla="*/ 301 h 341"/>
              <a:gd name="T14" fmla="*/ 57 w 149"/>
              <a:gd name="T15" fmla="*/ 280 h 341"/>
              <a:gd name="T16" fmla="*/ 67 w 149"/>
              <a:gd name="T17" fmla="*/ 257 h 341"/>
              <a:gd name="T18" fmla="*/ 75 w 149"/>
              <a:gd name="T19" fmla="*/ 271 h 341"/>
              <a:gd name="T20" fmla="*/ 83 w 149"/>
              <a:gd name="T21" fmla="*/ 301 h 341"/>
              <a:gd name="T22" fmla="*/ 91 w 149"/>
              <a:gd name="T23" fmla="*/ 324 h 341"/>
              <a:gd name="T24" fmla="*/ 107 w 149"/>
              <a:gd name="T25" fmla="*/ 334 h 341"/>
              <a:gd name="T26" fmla="*/ 127 w 149"/>
              <a:gd name="T27" fmla="*/ 335 h 341"/>
              <a:gd name="T28" fmla="*/ 135 w 149"/>
              <a:gd name="T29" fmla="*/ 326 h 341"/>
              <a:gd name="T30" fmla="*/ 115 w 149"/>
              <a:gd name="T31" fmla="*/ 307 h 341"/>
              <a:gd name="T32" fmla="*/ 105 w 149"/>
              <a:gd name="T33" fmla="*/ 282 h 341"/>
              <a:gd name="T34" fmla="*/ 101 w 149"/>
              <a:gd name="T35" fmla="*/ 246 h 341"/>
              <a:gd name="T36" fmla="*/ 101 w 149"/>
              <a:gd name="T37" fmla="*/ 187 h 341"/>
              <a:gd name="T38" fmla="*/ 102 w 149"/>
              <a:gd name="T39" fmla="*/ 154 h 341"/>
              <a:gd name="T40" fmla="*/ 98 w 149"/>
              <a:gd name="T41" fmla="*/ 122 h 341"/>
              <a:gd name="T42" fmla="*/ 88 w 149"/>
              <a:gd name="T43" fmla="*/ 66 h 341"/>
              <a:gd name="T44" fmla="*/ 72 w 149"/>
              <a:gd name="T45" fmla="*/ 48 h 341"/>
              <a:gd name="T46" fmla="*/ 80 w 149"/>
              <a:gd name="T47" fmla="*/ 30 h 341"/>
              <a:gd name="T48" fmla="*/ 80 w 149"/>
              <a:gd name="T49" fmla="*/ 13 h 341"/>
              <a:gd name="T50" fmla="*/ 58 w 149"/>
              <a:gd name="T51" fmla="*/ 3 h 341"/>
              <a:gd name="T52" fmla="*/ 46 w 149"/>
              <a:gd name="T53" fmla="*/ 23 h 341"/>
              <a:gd name="T54" fmla="*/ 49 w 149"/>
              <a:gd name="T55" fmla="*/ 35 h 341"/>
              <a:gd name="T56" fmla="*/ 50 w 149"/>
              <a:gd name="T57" fmla="*/ 44 h 341"/>
              <a:gd name="T58" fmla="*/ 42 w 149"/>
              <a:gd name="T59" fmla="*/ 54 h 341"/>
              <a:gd name="T60" fmla="*/ 19 w 149"/>
              <a:gd name="T61" fmla="*/ 71 h 341"/>
              <a:gd name="T62" fmla="*/ 16 w 149"/>
              <a:gd name="T63" fmla="*/ 95 h 341"/>
              <a:gd name="T64" fmla="*/ 19 w 149"/>
              <a:gd name="T65" fmla="*/ 124 h 341"/>
              <a:gd name="T66" fmla="*/ 20 w 149"/>
              <a:gd name="T67" fmla="*/ 151 h 341"/>
              <a:gd name="T68" fmla="*/ 26 w 149"/>
              <a:gd name="T69" fmla="*/ 188 h 341"/>
              <a:gd name="T70" fmla="*/ 25 w 149"/>
              <a:gd name="T71" fmla="*/ 197 h 341"/>
              <a:gd name="T72" fmla="*/ 3 w 149"/>
              <a:gd name="T73" fmla="*/ 198 h 341"/>
              <a:gd name="T74" fmla="*/ 1 w 149"/>
              <a:gd name="T75" fmla="*/ 251 h 341"/>
              <a:gd name="T76" fmla="*/ 50 w 149"/>
              <a:gd name="T77" fmla="*/ 54 h 341"/>
              <a:gd name="T78" fmla="*/ 78 w 149"/>
              <a:gd name="T79" fmla="*/ 86 h 341"/>
              <a:gd name="T80" fmla="*/ 92 w 149"/>
              <a:gd name="T81" fmla="*/ 163 h 341"/>
              <a:gd name="T82" fmla="*/ 65 w 149"/>
              <a:gd name="T83" fmla="*/ 73 h 341"/>
              <a:gd name="T84" fmla="*/ 50 w 149"/>
              <a:gd name="T85" fmla="*/ 171 h 3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49" h="341">
                <a:moveTo>
                  <a:pt x="1" y="251"/>
                </a:moveTo>
                <a:cubicBezTo>
                  <a:pt x="1" y="253"/>
                  <a:pt x="2" y="253"/>
                  <a:pt x="4" y="253"/>
                </a:cubicBezTo>
                <a:cubicBezTo>
                  <a:pt x="5" y="253"/>
                  <a:pt x="33" y="255"/>
                  <a:pt x="33" y="255"/>
                </a:cubicBezTo>
                <a:cubicBezTo>
                  <a:pt x="33" y="255"/>
                  <a:pt x="33" y="262"/>
                  <a:pt x="33" y="265"/>
                </a:cubicBezTo>
                <a:cubicBezTo>
                  <a:pt x="33" y="267"/>
                  <a:pt x="33" y="289"/>
                  <a:pt x="35" y="292"/>
                </a:cubicBezTo>
                <a:cubicBezTo>
                  <a:pt x="37" y="295"/>
                  <a:pt x="35" y="300"/>
                  <a:pt x="38" y="302"/>
                </a:cubicBezTo>
                <a:cubicBezTo>
                  <a:pt x="41" y="303"/>
                  <a:pt x="39" y="307"/>
                  <a:pt x="38" y="307"/>
                </a:cubicBezTo>
                <a:cubicBezTo>
                  <a:pt x="38" y="308"/>
                  <a:pt x="38" y="310"/>
                  <a:pt x="38" y="311"/>
                </a:cubicBezTo>
                <a:cubicBezTo>
                  <a:pt x="37" y="312"/>
                  <a:pt x="39" y="319"/>
                  <a:pt x="39" y="319"/>
                </a:cubicBezTo>
                <a:cubicBezTo>
                  <a:pt x="39" y="327"/>
                  <a:pt x="39" y="327"/>
                  <a:pt x="39" y="327"/>
                </a:cubicBezTo>
                <a:cubicBezTo>
                  <a:pt x="42" y="330"/>
                  <a:pt x="42" y="330"/>
                  <a:pt x="42" y="330"/>
                </a:cubicBezTo>
                <a:cubicBezTo>
                  <a:pt x="42" y="330"/>
                  <a:pt x="44" y="334"/>
                  <a:pt x="44" y="334"/>
                </a:cubicBezTo>
                <a:cubicBezTo>
                  <a:pt x="44" y="335"/>
                  <a:pt x="53" y="341"/>
                  <a:pt x="59" y="340"/>
                </a:cubicBezTo>
                <a:cubicBezTo>
                  <a:pt x="59" y="340"/>
                  <a:pt x="66" y="341"/>
                  <a:pt x="67" y="340"/>
                </a:cubicBezTo>
                <a:cubicBezTo>
                  <a:pt x="68" y="340"/>
                  <a:pt x="68" y="335"/>
                  <a:pt x="67" y="334"/>
                </a:cubicBezTo>
                <a:cubicBezTo>
                  <a:pt x="65" y="334"/>
                  <a:pt x="65" y="333"/>
                  <a:pt x="65" y="333"/>
                </a:cubicBezTo>
                <a:cubicBezTo>
                  <a:pt x="65" y="333"/>
                  <a:pt x="66" y="328"/>
                  <a:pt x="65" y="328"/>
                </a:cubicBezTo>
                <a:cubicBezTo>
                  <a:pt x="64" y="328"/>
                  <a:pt x="62" y="324"/>
                  <a:pt x="61" y="324"/>
                </a:cubicBezTo>
                <a:cubicBezTo>
                  <a:pt x="61" y="323"/>
                  <a:pt x="58" y="319"/>
                  <a:pt x="59" y="319"/>
                </a:cubicBezTo>
                <a:cubicBezTo>
                  <a:pt x="59" y="318"/>
                  <a:pt x="63" y="308"/>
                  <a:pt x="62" y="307"/>
                </a:cubicBezTo>
                <a:cubicBezTo>
                  <a:pt x="62" y="306"/>
                  <a:pt x="61" y="301"/>
                  <a:pt x="60" y="301"/>
                </a:cubicBezTo>
                <a:cubicBezTo>
                  <a:pt x="59" y="301"/>
                  <a:pt x="55" y="292"/>
                  <a:pt x="55" y="292"/>
                </a:cubicBezTo>
                <a:cubicBezTo>
                  <a:pt x="55" y="291"/>
                  <a:pt x="57" y="285"/>
                  <a:pt x="57" y="285"/>
                </a:cubicBezTo>
                <a:cubicBezTo>
                  <a:pt x="57" y="285"/>
                  <a:pt x="58" y="280"/>
                  <a:pt x="57" y="280"/>
                </a:cubicBezTo>
                <a:cubicBezTo>
                  <a:pt x="56" y="280"/>
                  <a:pt x="54" y="276"/>
                  <a:pt x="54" y="275"/>
                </a:cubicBezTo>
                <a:cubicBezTo>
                  <a:pt x="54" y="274"/>
                  <a:pt x="58" y="258"/>
                  <a:pt x="58" y="258"/>
                </a:cubicBezTo>
                <a:cubicBezTo>
                  <a:pt x="58" y="258"/>
                  <a:pt x="66" y="257"/>
                  <a:pt x="67" y="257"/>
                </a:cubicBezTo>
                <a:cubicBezTo>
                  <a:pt x="68" y="257"/>
                  <a:pt x="69" y="255"/>
                  <a:pt x="70" y="255"/>
                </a:cubicBezTo>
                <a:cubicBezTo>
                  <a:pt x="72" y="255"/>
                  <a:pt x="72" y="260"/>
                  <a:pt x="72" y="261"/>
                </a:cubicBezTo>
                <a:cubicBezTo>
                  <a:pt x="72" y="262"/>
                  <a:pt x="74" y="270"/>
                  <a:pt x="75" y="271"/>
                </a:cubicBezTo>
                <a:cubicBezTo>
                  <a:pt x="75" y="271"/>
                  <a:pt x="77" y="281"/>
                  <a:pt x="77" y="282"/>
                </a:cubicBezTo>
                <a:cubicBezTo>
                  <a:pt x="77" y="284"/>
                  <a:pt x="80" y="291"/>
                  <a:pt x="80" y="292"/>
                </a:cubicBezTo>
                <a:cubicBezTo>
                  <a:pt x="80" y="293"/>
                  <a:pt x="82" y="300"/>
                  <a:pt x="83" y="301"/>
                </a:cubicBezTo>
                <a:cubicBezTo>
                  <a:pt x="84" y="302"/>
                  <a:pt x="87" y="307"/>
                  <a:pt x="87" y="309"/>
                </a:cubicBezTo>
                <a:cubicBezTo>
                  <a:pt x="87" y="312"/>
                  <a:pt x="91" y="317"/>
                  <a:pt x="90" y="318"/>
                </a:cubicBezTo>
                <a:cubicBezTo>
                  <a:pt x="90" y="319"/>
                  <a:pt x="91" y="324"/>
                  <a:pt x="91" y="324"/>
                </a:cubicBezTo>
                <a:cubicBezTo>
                  <a:pt x="91" y="325"/>
                  <a:pt x="93" y="325"/>
                  <a:pt x="93" y="325"/>
                </a:cubicBezTo>
                <a:cubicBezTo>
                  <a:pt x="93" y="325"/>
                  <a:pt x="92" y="331"/>
                  <a:pt x="92" y="331"/>
                </a:cubicBezTo>
                <a:cubicBezTo>
                  <a:pt x="92" y="332"/>
                  <a:pt x="98" y="335"/>
                  <a:pt x="107" y="334"/>
                </a:cubicBezTo>
                <a:cubicBezTo>
                  <a:pt x="107" y="332"/>
                  <a:pt x="107" y="332"/>
                  <a:pt x="107" y="332"/>
                </a:cubicBezTo>
                <a:cubicBezTo>
                  <a:pt x="107" y="332"/>
                  <a:pt x="112" y="331"/>
                  <a:pt x="114" y="333"/>
                </a:cubicBezTo>
                <a:cubicBezTo>
                  <a:pt x="115" y="334"/>
                  <a:pt x="124" y="336"/>
                  <a:pt x="127" y="335"/>
                </a:cubicBezTo>
                <a:cubicBezTo>
                  <a:pt x="130" y="335"/>
                  <a:pt x="137" y="337"/>
                  <a:pt x="149" y="330"/>
                </a:cubicBezTo>
                <a:cubicBezTo>
                  <a:pt x="149" y="330"/>
                  <a:pt x="148" y="327"/>
                  <a:pt x="147" y="327"/>
                </a:cubicBezTo>
                <a:cubicBezTo>
                  <a:pt x="146" y="327"/>
                  <a:pt x="137" y="327"/>
                  <a:pt x="135" y="326"/>
                </a:cubicBezTo>
                <a:cubicBezTo>
                  <a:pt x="132" y="326"/>
                  <a:pt x="126" y="321"/>
                  <a:pt x="125" y="321"/>
                </a:cubicBezTo>
                <a:cubicBezTo>
                  <a:pt x="125" y="321"/>
                  <a:pt x="121" y="315"/>
                  <a:pt x="120" y="316"/>
                </a:cubicBezTo>
                <a:cubicBezTo>
                  <a:pt x="119" y="316"/>
                  <a:pt x="116" y="307"/>
                  <a:pt x="115" y="307"/>
                </a:cubicBezTo>
                <a:cubicBezTo>
                  <a:pt x="114" y="307"/>
                  <a:pt x="115" y="301"/>
                  <a:pt x="114" y="301"/>
                </a:cubicBezTo>
                <a:cubicBezTo>
                  <a:pt x="114" y="301"/>
                  <a:pt x="109" y="300"/>
                  <a:pt x="109" y="299"/>
                </a:cubicBezTo>
                <a:cubicBezTo>
                  <a:pt x="108" y="298"/>
                  <a:pt x="105" y="282"/>
                  <a:pt x="105" y="282"/>
                </a:cubicBezTo>
                <a:cubicBezTo>
                  <a:pt x="105" y="282"/>
                  <a:pt x="108" y="278"/>
                  <a:pt x="103" y="274"/>
                </a:cubicBezTo>
                <a:cubicBezTo>
                  <a:pt x="103" y="274"/>
                  <a:pt x="102" y="258"/>
                  <a:pt x="101" y="257"/>
                </a:cubicBezTo>
                <a:cubicBezTo>
                  <a:pt x="101" y="255"/>
                  <a:pt x="101" y="246"/>
                  <a:pt x="101" y="246"/>
                </a:cubicBezTo>
                <a:cubicBezTo>
                  <a:pt x="101" y="246"/>
                  <a:pt x="100" y="220"/>
                  <a:pt x="100" y="220"/>
                </a:cubicBezTo>
                <a:cubicBezTo>
                  <a:pt x="99" y="221"/>
                  <a:pt x="97" y="217"/>
                  <a:pt x="97" y="216"/>
                </a:cubicBezTo>
                <a:cubicBezTo>
                  <a:pt x="97" y="216"/>
                  <a:pt x="102" y="192"/>
                  <a:pt x="101" y="187"/>
                </a:cubicBezTo>
                <a:cubicBezTo>
                  <a:pt x="101" y="187"/>
                  <a:pt x="106" y="178"/>
                  <a:pt x="105" y="177"/>
                </a:cubicBezTo>
                <a:cubicBezTo>
                  <a:pt x="105" y="176"/>
                  <a:pt x="107" y="165"/>
                  <a:pt x="107" y="165"/>
                </a:cubicBezTo>
                <a:cubicBezTo>
                  <a:pt x="107" y="165"/>
                  <a:pt x="104" y="155"/>
                  <a:pt x="102" y="154"/>
                </a:cubicBezTo>
                <a:cubicBezTo>
                  <a:pt x="101" y="153"/>
                  <a:pt x="98" y="146"/>
                  <a:pt x="99" y="144"/>
                </a:cubicBezTo>
                <a:cubicBezTo>
                  <a:pt x="99" y="142"/>
                  <a:pt x="99" y="137"/>
                  <a:pt x="99" y="137"/>
                </a:cubicBezTo>
                <a:cubicBezTo>
                  <a:pt x="98" y="122"/>
                  <a:pt x="98" y="122"/>
                  <a:pt x="98" y="122"/>
                </a:cubicBezTo>
                <a:cubicBezTo>
                  <a:pt x="94" y="106"/>
                  <a:pt x="94" y="106"/>
                  <a:pt x="94" y="106"/>
                </a:cubicBezTo>
                <a:cubicBezTo>
                  <a:pt x="94" y="106"/>
                  <a:pt x="94" y="75"/>
                  <a:pt x="93" y="75"/>
                </a:cubicBezTo>
                <a:cubicBezTo>
                  <a:pt x="92" y="75"/>
                  <a:pt x="90" y="66"/>
                  <a:pt x="88" y="66"/>
                </a:cubicBezTo>
                <a:cubicBezTo>
                  <a:pt x="86" y="66"/>
                  <a:pt x="75" y="57"/>
                  <a:pt x="75" y="57"/>
                </a:cubicBezTo>
                <a:cubicBezTo>
                  <a:pt x="75" y="57"/>
                  <a:pt x="72" y="55"/>
                  <a:pt x="72" y="54"/>
                </a:cubicBezTo>
                <a:cubicBezTo>
                  <a:pt x="72" y="53"/>
                  <a:pt x="72" y="48"/>
                  <a:pt x="72" y="48"/>
                </a:cubicBezTo>
                <a:cubicBezTo>
                  <a:pt x="72" y="48"/>
                  <a:pt x="77" y="42"/>
                  <a:pt x="78" y="39"/>
                </a:cubicBezTo>
                <a:cubicBezTo>
                  <a:pt x="79" y="33"/>
                  <a:pt x="79" y="33"/>
                  <a:pt x="79" y="33"/>
                </a:cubicBezTo>
                <a:cubicBezTo>
                  <a:pt x="80" y="30"/>
                  <a:pt x="80" y="30"/>
                  <a:pt x="80" y="30"/>
                </a:cubicBezTo>
                <a:cubicBezTo>
                  <a:pt x="80" y="26"/>
                  <a:pt x="80" y="26"/>
                  <a:pt x="80" y="26"/>
                </a:cubicBezTo>
                <a:cubicBezTo>
                  <a:pt x="80" y="23"/>
                  <a:pt x="80" y="23"/>
                  <a:pt x="80" y="23"/>
                </a:cubicBezTo>
                <a:cubicBezTo>
                  <a:pt x="80" y="13"/>
                  <a:pt x="80" y="13"/>
                  <a:pt x="80" y="13"/>
                </a:cubicBezTo>
                <a:cubicBezTo>
                  <a:pt x="80" y="13"/>
                  <a:pt x="79" y="9"/>
                  <a:pt x="78" y="8"/>
                </a:cubicBezTo>
                <a:cubicBezTo>
                  <a:pt x="76" y="7"/>
                  <a:pt x="68" y="0"/>
                  <a:pt x="65" y="1"/>
                </a:cubicBezTo>
                <a:cubicBezTo>
                  <a:pt x="63" y="2"/>
                  <a:pt x="58" y="2"/>
                  <a:pt x="58" y="3"/>
                </a:cubicBezTo>
                <a:cubicBezTo>
                  <a:pt x="58" y="4"/>
                  <a:pt x="49" y="6"/>
                  <a:pt x="49" y="8"/>
                </a:cubicBezTo>
                <a:cubicBezTo>
                  <a:pt x="49" y="11"/>
                  <a:pt x="46" y="17"/>
                  <a:pt x="46" y="18"/>
                </a:cubicBezTo>
                <a:cubicBezTo>
                  <a:pt x="46" y="20"/>
                  <a:pt x="46" y="23"/>
                  <a:pt x="46" y="23"/>
                </a:cubicBezTo>
                <a:cubicBezTo>
                  <a:pt x="47" y="24"/>
                  <a:pt x="47" y="24"/>
                  <a:pt x="47" y="24"/>
                </a:cubicBezTo>
                <a:cubicBezTo>
                  <a:pt x="47" y="24"/>
                  <a:pt x="45" y="29"/>
                  <a:pt x="47" y="32"/>
                </a:cubicBezTo>
                <a:cubicBezTo>
                  <a:pt x="49" y="35"/>
                  <a:pt x="49" y="35"/>
                  <a:pt x="49" y="35"/>
                </a:cubicBezTo>
                <a:cubicBezTo>
                  <a:pt x="49" y="39"/>
                  <a:pt x="49" y="39"/>
                  <a:pt x="49" y="39"/>
                </a:cubicBezTo>
                <a:cubicBezTo>
                  <a:pt x="49" y="39"/>
                  <a:pt x="49" y="42"/>
                  <a:pt x="50" y="42"/>
                </a:cubicBezTo>
                <a:cubicBezTo>
                  <a:pt x="50" y="42"/>
                  <a:pt x="50" y="43"/>
                  <a:pt x="50" y="44"/>
                </a:cubicBezTo>
                <a:cubicBezTo>
                  <a:pt x="50" y="45"/>
                  <a:pt x="50" y="46"/>
                  <a:pt x="50" y="47"/>
                </a:cubicBezTo>
                <a:cubicBezTo>
                  <a:pt x="50" y="48"/>
                  <a:pt x="45" y="48"/>
                  <a:pt x="45" y="51"/>
                </a:cubicBezTo>
                <a:cubicBezTo>
                  <a:pt x="45" y="53"/>
                  <a:pt x="42" y="54"/>
                  <a:pt x="42" y="54"/>
                </a:cubicBezTo>
                <a:cubicBezTo>
                  <a:pt x="33" y="59"/>
                  <a:pt x="33" y="59"/>
                  <a:pt x="33" y="59"/>
                </a:cubicBezTo>
                <a:cubicBezTo>
                  <a:pt x="27" y="64"/>
                  <a:pt x="27" y="64"/>
                  <a:pt x="27" y="64"/>
                </a:cubicBezTo>
                <a:cubicBezTo>
                  <a:pt x="27" y="64"/>
                  <a:pt x="19" y="69"/>
                  <a:pt x="19" y="71"/>
                </a:cubicBezTo>
                <a:cubicBezTo>
                  <a:pt x="19" y="73"/>
                  <a:pt x="17" y="80"/>
                  <a:pt x="17" y="81"/>
                </a:cubicBezTo>
                <a:cubicBezTo>
                  <a:pt x="17" y="83"/>
                  <a:pt x="16" y="86"/>
                  <a:pt x="17" y="88"/>
                </a:cubicBezTo>
                <a:cubicBezTo>
                  <a:pt x="17" y="90"/>
                  <a:pt x="16" y="93"/>
                  <a:pt x="16" y="95"/>
                </a:cubicBezTo>
                <a:cubicBezTo>
                  <a:pt x="17" y="96"/>
                  <a:pt x="18" y="102"/>
                  <a:pt x="18" y="102"/>
                </a:cubicBezTo>
                <a:cubicBezTo>
                  <a:pt x="18" y="102"/>
                  <a:pt x="17" y="117"/>
                  <a:pt x="17" y="119"/>
                </a:cubicBezTo>
                <a:cubicBezTo>
                  <a:pt x="18" y="121"/>
                  <a:pt x="20" y="123"/>
                  <a:pt x="19" y="124"/>
                </a:cubicBezTo>
                <a:cubicBezTo>
                  <a:pt x="19" y="125"/>
                  <a:pt x="18" y="130"/>
                  <a:pt x="18" y="130"/>
                </a:cubicBezTo>
                <a:cubicBezTo>
                  <a:pt x="18" y="131"/>
                  <a:pt x="20" y="137"/>
                  <a:pt x="20" y="137"/>
                </a:cubicBezTo>
                <a:cubicBezTo>
                  <a:pt x="20" y="151"/>
                  <a:pt x="20" y="151"/>
                  <a:pt x="20" y="151"/>
                </a:cubicBezTo>
                <a:cubicBezTo>
                  <a:pt x="20" y="151"/>
                  <a:pt x="24" y="168"/>
                  <a:pt x="24" y="172"/>
                </a:cubicBezTo>
                <a:cubicBezTo>
                  <a:pt x="24" y="175"/>
                  <a:pt x="27" y="185"/>
                  <a:pt x="27" y="185"/>
                </a:cubicBezTo>
                <a:cubicBezTo>
                  <a:pt x="27" y="185"/>
                  <a:pt x="26" y="187"/>
                  <a:pt x="26" y="188"/>
                </a:cubicBezTo>
                <a:cubicBezTo>
                  <a:pt x="26" y="188"/>
                  <a:pt x="28" y="189"/>
                  <a:pt x="28" y="189"/>
                </a:cubicBezTo>
                <a:cubicBezTo>
                  <a:pt x="29" y="193"/>
                  <a:pt x="29" y="193"/>
                  <a:pt x="29" y="193"/>
                </a:cubicBezTo>
                <a:cubicBezTo>
                  <a:pt x="29" y="193"/>
                  <a:pt x="25" y="196"/>
                  <a:pt x="25" y="197"/>
                </a:cubicBezTo>
                <a:cubicBezTo>
                  <a:pt x="25" y="197"/>
                  <a:pt x="22" y="198"/>
                  <a:pt x="22" y="198"/>
                </a:cubicBezTo>
                <a:cubicBezTo>
                  <a:pt x="18" y="198"/>
                  <a:pt x="18" y="198"/>
                  <a:pt x="18" y="198"/>
                </a:cubicBezTo>
                <a:cubicBezTo>
                  <a:pt x="3" y="198"/>
                  <a:pt x="3" y="198"/>
                  <a:pt x="3" y="198"/>
                </a:cubicBezTo>
                <a:cubicBezTo>
                  <a:pt x="3" y="198"/>
                  <a:pt x="1" y="221"/>
                  <a:pt x="2" y="224"/>
                </a:cubicBezTo>
                <a:cubicBezTo>
                  <a:pt x="3" y="227"/>
                  <a:pt x="2" y="227"/>
                  <a:pt x="2" y="227"/>
                </a:cubicBezTo>
                <a:cubicBezTo>
                  <a:pt x="2" y="227"/>
                  <a:pt x="0" y="249"/>
                  <a:pt x="1" y="251"/>
                </a:cubicBezTo>
                <a:close/>
                <a:moveTo>
                  <a:pt x="70" y="138"/>
                </a:moveTo>
                <a:cubicBezTo>
                  <a:pt x="70" y="87"/>
                  <a:pt x="54" y="63"/>
                  <a:pt x="54" y="63"/>
                </a:cubicBezTo>
                <a:cubicBezTo>
                  <a:pt x="50" y="54"/>
                  <a:pt x="50" y="54"/>
                  <a:pt x="50" y="54"/>
                </a:cubicBezTo>
                <a:cubicBezTo>
                  <a:pt x="61" y="66"/>
                  <a:pt x="61" y="66"/>
                  <a:pt x="61" y="66"/>
                </a:cubicBezTo>
                <a:cubicBezTo>
                  <a:pt x="64" y="72"/>
                  <a:pt x="69" y="68"/>
                  <a:pt x="69" y="68"/>
                </a:cubicBezTo>
                <a:cubicBezTo>
                  <a:pt x="69" y="68"/>
                  <a:pt x="69" y="68"/>
                  <a:pt x="78" y="86"/>
                </a:cubicBezTo>
                <a:cubicBezTo>
                  <a:pt x="86" y="105"/>
                  <a:pt x="96" y="165"/>
                  <a:pt x="96" y="165"/>
                </a:cubicBezTo>
                <a:cubicBezTo>
                  <a:pt x="92" y="166"/>
                  <a:pt x="92" y="166"/>
                  <a:pt x="92" y="166"/>
                </a:cubicBezTo>
                <a:cubicBezTo>
                  <a:pt x="92" y="166"/>
                  <a:pt x="91" y="173"/>
                  <a:pt x="92" y="163"/>
                </a:cubicBezTo>
                <a:cubicBezTo>
                  <a:pt x="93" y="153"/>
                  <a:pt x="71" y="83"/>
                  <a:pt x="73" y="82"/>
                </a:cubicBezTo>
                <a:cubicBezTo>
                  <a:pt x="75" y="82"/>
                  <a:pt x="71" y="74"/>
                  <a:pt x="71" y="74"/>
                </a:cubicBezTo>
                <a:cubicBezTo>
                  <a:pt x="65" y="73"/>
                  <a:pt x="65" y="73"/>
                  <a:pt x="65" y="73"/>
                </a:cubicBezTo>
                <a:cubicBezTo>
                  <a:pt x="65" y="73"/>
                  <a:pt x="58" y="72"/>
                  <a:pt x="67" y="82"/>
                </a:cubicBezTo>
                <a:cubicBezTo>
                  <a:pt x="76" y="93"/>
                  <a:pt x="78" y="171"/>
                  <a:pt x="78" y="171"/>
                </a:cubicBezTo>
                <a:cubicBezTo>
                  <a:pt x="50" y="171"/>
                  <a:pt x="50" y="171"/>
                  <a:pt x="50" y="171"/>
                </a:cubicBezTo>
                <a:cubicBezTo>
                  <a:pt x="50" y="171"/>
                  <a:pt x="72" y="150"/>
                  <a:pt x="70" y="138"/>
                </a:cubicBezTo>
                <a:close/>
              </a:path>
            </a:pathLst>
          </a:custGeom>
          <a:solidFill>
            <a:srgbClr val="AA9D67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th-TH" sz="900"/>
          </a:p>
        </p:txBody>
      </p:sp>
      <p:sp>
        <p:nvSpPr>
          <p:cNvPr id="14" name="Freeform 7"/>
          <p:cNvSpPr>
            <a:spLocks noEditPoints="1"/>
          </p:cNvSpPr>
          <p:nvPr/>
        </p:nvSpPr>
        <p:spPr bwMode="auto">
          <a:xfrm>
            <a:off x="1524840" y="2325736"/>
            <a:ext cx="2848476" cy="2831258"/>
          </a:xfrm>
          <a:custGeom>
            <a:avLst/>
            <a:gdLst>
              <a:gd name="T0" fmla="*/ 806 w 806"/>
              <a:gd name="T1" fmla="*/ 401 h 806"/>
              <a:gd name="T2" fmla="*/ 733 w 806"/>
              <a:gd name="T3" fmla="*/ 336 h 806"/>
              <a:gd name="T4" fmla="*/ 776 w 806"/>
              <a:gd name="T5" fmla="*/ 248 h 806"/>
              <a:gd name="T6" fmla="*/ 684 w 806"/>
              <a:gd name="T7" fmla="*/ 217 h 806"/>
              <a:gd name="T8" fmla="*/ 687 w 806"/>
              <a:gd name="T9" fmla="*/ 116 h 806"/>
              <a:gd name="T10" fmla="*/ 590 w 806"/>
              <a:gd name="T11" fmla="*/ 122 h 806"/>
              <a:gd name="T12" fmla="*/ 558 w 806"/>
              <a:gd name="T13" fmla="*/ 30 h 806"/>
              <a:gd name="T14" fmla="*/ 470 w 806"/>
              <a:gd name="T15" fmla="*/ 73 h 806"/>
              <a:gd name="T16" fmla="*/ 401 w 806"/>
              <a:gd name="T17" fmla="*/ 0 h 806"/>
              <a:gd name="T18" fmla="*/ 337 w 806"/>
              <a:gd name="T19" fmla="*/ 73 h 806"/>
              <a:gd name="T20" fmla="*/ 249 w 806"/>
              <a:gd name="T21" fmla="*/ 30 h 806"/>
              <a:gd name="T22" fmla="*/ 217 w 806"/>
              <a:gd name="T23" fmla="*/ 122 h 806"/>
              <a:gd name="T24" fmla="*/ 116 w 806"/>
              <a:gd name="T25" fmla="*/ 120 h 806"/>
              <a:gd name="T26" fmla="*/ 123 w 806"/>
              <a:gd name="T27" fmla="*/ 216 h 806"/>
              <a:gd name="T28" fmla="*/ 31 w 806"/>
              <a:gd name="T29" fmla="*/ 248 h 806"/>
              <a:gd name="T30" fmla="*/ 73 w 806"/>
              <a:gd name="T31" fmla="*/ 336 h 806"/>
              <a:gd name="T32" fmla="*/ 0 w 806"/>
              <a:gd name="T33" fmla="*/ 405 h 806"/>
              <a:gd name="T34" fmla="*/ 73 w 806"/>
              <a:gd name="T35" fmla="*/ 469 h 806"/>
              <a:gd name="T36" fmla="*/ 30 w 806"/>
              <a:gd name="T37" fmla="*/ 557 h 806"/>
              <a:gd name="T38" fmla="*/ 122 w 806"/>
              <a:gd name="T39" fmla="*/ 589 h 806"/>
              <a:gd name="T40" fmla="*/ 120 w 806"/>
              <a:gd name="T41" fmla="*/ 690 h 806"/>
              <a:gd name="T42" fmla="*/ 217 w 806"/>
              <a:gd name="T43" fmla="*/ 684 h 806"/>
              <a:gd name="T44" fmla="*/ 249 w 806"/>
              <a:gd name="T45" fmla="*/ 775 h 806"/>
              <a:gd name="T46" fmla="*/ 336 w 806"/>
              <a:gd name="T47" fmla="*/ 733 h 806"/>
              <a:gd name="T48" fmla="*/ 406 w 806"/>
              <a:gd name="T49" fmla="*/ 806 h 806"/>
              <a:gd name="T50" fmla="*/ 470 w 806"/>
              <a:gd name="T51" fmla="*/ 733 h 806"/>
              <a:gd name="T52" fmla="*/ 558 w 806"/>
              <a:gd name="T53" fmla="*/ 776 h 806"/>
              <a:gd name="T54" fmla="*/ 589 w 806"/>
              <a:gd name="T55" fmla="*/ 684 h 806"/>
              <a:gd name="T56" fmla="*/ 690 w 806"/>
              <a:gd name="T57" fmla="*/ 686 h 806"/>
              <a:gd name="T58" fmla="*/ 684 w 806"/>
              <a:gd name="T59" fmla="*/ 589 h 806"/>
              <a:gd name="T60" fmla="*/ 776 w 806"/>
              <a:gd name="T61" fmla="*/ 557 h 806"/>
              <a:gd name="T62" fmla="*/ 733 w 806"/>
              <a:gd name="T63" fmla="*/ 470 h 806"/>
              <a:gd name="T64" fmla="*/ 170 w 806"/>
              <a:gd name="T65" fmla="*/ 517 h 806"/>
              <a:gd name="T66" fmla="*/ 636 w 806"/>
              <a:gd name="T67" fmla="*/ 289 h 806"/>
              <a:gd name="T68" fmla="*/ 170 w 806"/>
              <a:gd name="T69" fmla="*/ 517 h 8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806" h="806">
                <a:moveTo>
                  <a:pt x="740" y="423"/>
                </a:moveTo>
                <a:cubicBezTo>
                  <a:pt x="806" y="401"/>
                  <a:pt x="806" y="401"/>
                  <a:pt x="806" y="401"/>
                </a:cubicBezTo>
                <a:cubicBezTo>
                  <a:pt x="803" y="349"/>
                  <a:pt x="803" y="349"/>
                  <a:pt x="803" y="349"/>
                </a:cubicBezTo>
                <a:cubicBezTo>
                  <a:pt x="733" y="336"/>
                  <a:pt x="733" y="336"/>
                  <a:pt x="733" y="336"/>
                </a:cubicBezTo>
                <a:cubicBezTo>
                  <a:pt x="731" y="322"/>
                  <a:pt x="727" y="309"/>
                  <a:pt x="722" y="295"/>
                </a:cubicBezTo>
                <a:cubicBezTo>
                  <a:pt x="776" y="248"/>
                  <a:pt x="776" y="248"/>
                  <a:pt x="776" y="248"/>
                </a:cubicBezTo>
                <a:cubicBezTo>
                  <a:pt x="754" y="202"/>
                  <a:pt x="754" y="202"/>
                  <a:pt x="754" y="202"/>
                </a:cubicBezTo>
                <a:cubicBezTo>
                  <a:pt x="684" y="217"/>
                  <a:pt x="684" y="217"/>
                  <a:pt x="684" y="217"/>
                </a:cubicBezTo>
                <a:cubicBezTo>
                  <a:pt x="675" y="204"/>
                  <a:pt x="666" y="191"/>
                  <a:pt x="655" y="179"/>
                </a:cubicBezTo>
                <a:cubicBezTo>
                  <a:pt x="687" y="116"/>
                  <a:pt x="687" y="116"/>
                  <a:pt x="687" y="116"/>
                </a:cubicBezTo>
                <a:cubicBezTo>
                  <a:pt x="648" y="82"/>
                  <a:pt x="648" y="82"/>
                  <a:pt x="648" y="82"/>
                </a:cubicBezTo>
                <a:cubicBezTo>
                  <a:pt x="590" y="122"/>
                  <a:pt x="590" y="122"/>
                  <a:pt x="590" y="122"/>
                </a:cubicBezTo>
                <a:cubicBezTo>
                  <a:pt x="578" y="114"/>
                  <a:pt x="565" y="107"/>
                  <a:pt x="552" y="101"/>
                </a:cubicBezTo>
                <a:cubicBezTo>
                  <a:pt x="558" y="30"/>
                  <a:pt x="558" y="30"/>
                  <a:pt x="558" y="30"/>
                </a:cubicBezTo>
                <a:cubicBezTo>
                  <a:pt x="509" y="14"/>
                  <a:pt x="509" y="14"/>
                  <a:pt x="509" y="14"/>
                </a:cubicBezTo>
                <a:cubicBezTo>
                  <a:pt x="470" y="73"/>
                  <a:pt x="470" y="73"/>
                  <a:pt x="470" y="73"/>
                </a:cubicBezTo>
                <a:cubicBezTo>
                  <a:pt x="455" y="70"/>
                  <a:pt x="439" y="68"/>
                  <a:pt x="423" y="67"/>
                </a:cubicBezTo>
                <a:cubicBezTo>
                  <a:pt x="401" y="0"/>
                  <a:pt x="401" y="0"/>
                  <a:pt x="401" y="0"/>
                </a:cubicBezTo>
                <a:cubicBezTo>
                  <a:pt x="350" y="3"/>
                  <a:pt x="350" y="3"/>
                  <a:pt x="350" y="3"/>
                </a:cubicBezTo>
                <a:cubicBezTo>
                  <a:pt x="337" y="73"/>
                  <a:pt x="337" y="73"/>
                  <a:pt x="337" y="73"/>
                </a:cubicBezTo>
                <a:cubicBezTo>
                  <a:pt x="323" y="75"/>
                  <a:pt x="309" y="79"/>
                  <a:pt x="295" y="84"/>
                </a:cubicBezTo>
                <a:cubicBezTo>
                  <a:pt x="249" y="30"/>
                  <a:pt x="249" y="30"/>
                  <a:pt x="249" y="30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217" y="122"/>
                  <a:pt x="217" y="122"/>
                  <a:pt x="217" y="122"/>
                </a:cubicBezTo>
                <a:cubicBezTo>
                  <a:pt x="204" y="131"/>
                  <a:pt x="191" y="140"/>
                  <a:pt x="179" y="151"/>
                </a:cubicBezTo>
                <a:cubicBezTo>
                  <a:pt x="116" y="120"/>
                  <a:pt x="116" y="120"/>
                  <a:pt x="116" y="120"/>
                </a:cubicBezTo>
                <a:cubicBezTo>
                  <a:pt x="83" y="158"/>
                  <a:pt x="83" y="158"/>
                  <a:pt x="83" y="158"/>
                </a:cubicBezTo>
                <a:cubicBezTo>
                  <a:pt x="123" y="216"/>
                  <a:pt x="123" y="216"/>
                  <a:pt x="123" y="216"/>
                </a:cubicBezTo>
                <a:cubicBezTo>
                  <a:pt x="115" y="228"/>
                  <a:pt x="107" y="241"/>
                  <a:pt x="101" y="254"/>
                </a:cubicBezTo>
                <a:cubicBezTo>
                  <a:pt x="31" y="248"/>
                  <a:pt x="31" y="248"/>
                  <a:pt x="31" y="248"/>
                </a:cubicBezTo>
                <a:cubicBezTo>
                  <a:pt x="14" y="297"/>
                  <a:pt x="14" y="297"/>
                  <a:pt x="14" y="297"/>
                </a:cubicBezTo>
                <a:cubicBezTo>
                  <a:pt x="73" y="336"/>
                  <a:pt x="73" y="336"/>
                  <a:pt x="73" y="336"/>
                </a:cubicBezTo>
                <a:cubicBezTo>
                  <a:pt x="70" y="351"/>
                  <a:pt x="68" y="367"/>
                  <a:pt x="67" y="383"/>
                </a:cubicBezTo>
                <a:cubicBezTo>
                  <a:pt x="0" y="405"/>
                  <a:pt x="0" y="405"/>
                  <a:pt x="0" y="405"/>
                </a:cubicBezTo>
                <a:cubicBezTo>
                  <a:pt x="4" y="456"/>
                  <a:pt x="4" y="456"/>
                  <a:pt x="4" y="456"/>
                </a:cubicBezTo>
                <a:cubicBezTo>
                  <a:pt x="73" y="469"/>
                  <a:pt x="73" y="469"/>
                  <a:pt x="73" y="469"/>
                </a:cubicBezTo>
                <a:cubicBezTo>
                  <a:pt x="76" y="483"/>
                  <a:pt x="79" y="497"/>
                  <a:pt x="84" y="511"/>
                </a:cubicBezTo>
                <a:cubicBezTo>
                  <a:pt x="30" y="557"/>
                  <a:pt x="30" y="557"/>
                  <a:pt x="30" y="557"/>
                </a:cubicBezTo>
                <a:cubicBezTo>
                  <a:pt x="52" y="603"/>
                  <a:pt x="52" y="603"/>
                  <a:pt x="52" y="603"/>
                </a:cubicBezTo>
                <a:cubicBezTo>
                  <a:pt x="122" y="589"/>
                  <a:pt x="122" y="589"/>
                  <a:pt x="122" y="589"/>
                </a:cubicBezTo>
                <a:cubicBezTo>
                  <a:pt x="131" y="602"/>
                  <a:pt x="141" y="615"/>
                  <a:pt x="151" y="627"/>
                </a:cubicBezTo>
                <a:cubicBezTo>
                  <a:pt x="120" y="690"/>
                  <a:pt x="120" y="690"/>
                  <a:pt x="120" y="690"/>
                </a:cubicBezTo>
                <a:cubicBezTo>
                  <a:pt x="158" y="723"/>
                  <a:pt x="158" y="723"/>
                  <a:pt x="158" y="723"/>
                </a:cubicBezTo>
                <a:cubicBezTo>
                  <a:pt x="217" y="684"/>
                  <a:pt x="217" y="684"/>
                  <a:pt x="217" y="684"/>
                </a:cubicBezTo>
                <a:cubicBezTo>
                  <a:pt x="229" y="692"/>
                  <a:pt x="241" y="699"/>
                  <a:pt x="254" y="705"/>
                </a:cubicBezTo>
                <a:cubicBezTo>
                  <a:pt x="249" y="775"/>
                  <a:pt x="249" y="775"/>
                  <a:pt x="249" y="775"/>
                </a:cubicBezTo>
                <a:cubicBezTo>
                  <a:pt x="297" y="792"/>
                  <a:pt x="297" y="792"/>
                  <a:pt x="297" y="792"/>
                </a:cubicBezTo>
                <a:cubicBezTo>
                  <a:pt x="336" y="733"/>
                  <a:pt x="336" y="733"/>
                  <a:pt x="336" y="733"/>
                </a:cubicBezTo>
                <a:cubicBezTo>
                  <a:pt x="352" y="736"/>
                  <a:pt x="367" y="738"/>
                  <a:pt x="383" y="739"/>
                </a:cubicBezTo>
                <a:cubicBezTo>
                  <a:pt x="406" y="806"/>
                  <a:pt x="406" y="806"/>
                  <a:pt x="406" y="806"/>
                </a:cubicBezTo>
                <a:cubicBezTo>
                  <a:pt x="457" y="803"/>
                  <a:pt x="457" y="803"/>
                  <a:pt x="457" y="803"/>
                </a:cubicBezTo>
                <a:cubicBezTo>
                  <a:pt x="470" y="733"/>
                  <a:pt x="470" y="733"/>
                  <a:pt x="470" y="733"/>
                </a:cubicBezTo>
                <a:cubicBezTo>
                  <a:pt x="484" y="730"/>
                  <a:pt x="498" y="727"/>
                  <a:pt x="511" y="722"/>
                </a:cubicBezTo>
                <a:cubicBezTo>
                  <a:pt x="558" y="776"/>
                  <a:pt x="558" y="776"/>
                  <a:pt x="558" y="776"/>
                </a:cubicBezTo>
                <a:cubicBezTo>
                  <a:pt x="604" y="754"/>
                  <a:pt x="604" y="754"/>
                  <a:pt x="604" y="754"/>
                </a:cubicBezTo>
                <a:cubicBezTo>
                  <a:pt x="589" y="684"/>
                  <a:pt x="589" y="684"/>
                  <a:pt x="589" y="684"/>
                </a:cubicBezTo>
                <a:cubicBezTo>
                  <a:pt x="603" y="675"/>
                  <a:pt x="615" y="665"/>
                  <a:pt x="627" y="655"/>
                </a:cubicBezTo>
                <a:cubicBezTo>
                  <a:pt x="690" y="686"/>
                  <a:pt x="690" y="686"/>
                  <a:pt x="690" y="686"/>
                </a:cubicBezTo>
                <a:cubicBezTo>
                  <a:pt x="724" y="648"/>
                  <a:pt x="724" y="648"/>
                  <a:pt x="724" y="648"/>
                </a:cubicBezTo>
                <a:cubicBezTo>
                  <a:pt x="684" y="589"/>
                  <a:pt x="684" y="589"/>
                  <a:pt x="684" y="589"/>
                </a:cubicBezTo>
                <a:cubicBezTo>
                  <a:pt x="692" y="577"/>
                  <a:pt x="699" y="565"/>
                  <a:pt x="705" y="552"/>
                </a:cubicBezTo>
                <a:cubicBezTo>
                  <a:pt x="776" y="557"/>
                  <a:pt x="776" y="557"/>
                  <a:pt x="776" y="557"/>
                </a:cubicBezTo>
                <a:cubicBezTo>
                  <a:pt x="792" y="509"/>
                  <a:pt x="792" y="509"/>
                  <a:pt x="792" y="509"/>
                </a:cubicBezTo>
                <a:cubicBezTo>
                  <a:pt x="733" y="470"/>
                  <a:pt x="733" y="470"/>
                  <a:pt x="733" y="470"/>
                </a:cubicBezTo>
                <a:cubicBezTo>
                  <a:pt x="736" y="455"/>
                  <a:pt x="739" y="439"/>
                  <a:pt x="740" y="423"/>
                </a:cubicBezTo>
                <a:close/>
                <a:moveTo>
                  <a:pt x="170" y="517"/>
                </a:moveTo>
                <a:cubicBezTo>
                  <a:pt x="107" y="388"/>
                  <a:pt x="161" y="233"/>
                  <a:pt x="289" y="170"/>
                </a:cubicBezTo>
                <a:cubicBezTo>
                  <a:pt x="418" y="107"/>
                  <a:pt x="573" y="160"/>
                  <a:pt x="636" y="289"/>
                </a:cubicBezTo>
                <a:cubicBezTo>
                  <a:pt x="699" y="417"/>
                  <a:pt x="646" y="573"/>
                  <a:pt x="517" y="636"/>
                </a:cubicBezTo>
                <a:cubicBezTo>
                  <a:pt x="389" y="699"/>
                  <a:pt x="233" y="646"/>
                  <a:pt x="170" y="517"/>
                </a:cubicBezTo>
                <a:close/>
              </a:path>
            </a:pathLst>
          </a:custGeom>
          <a:solidFill>
            <a:srgbClr val="3A543B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th-TH" sz="900"/>
          </a:p>
        </p:txBody>
      </p:sp>
      <p:grpSp>
        <p:nvGrpSpPr>
          <p:cNvPr id="15" name="กลุ่ม 105"/>
          <p:cNvGrpSpPr/>
          <p:nvPr/>
        </p:nvGrpSpPr>
        <p:grpSpPr>
          <a:xfrm>
            <a:off x="2622588" y="3409117"/>
            <a:ext cx="610163" cy="611682"/>
            <a:chOff x="17129509" y="11525195"/>
            <a:chExt cx="638175" cy="639763"/>
          </a:xfrm>
          <a:solidFill>
            <a:srgbClr val="3A543B"/>
          </a:solidFill>
        </p:grpSpPr>
        <p:sp>
          <p:nvSpPr>
            <p:cNvPr id="16" name="Freeform 209"/>
            <p:cNvSpPr>
              <a:spLocks noEditPoints="1"/>
            </p:cNvSpPr>
            <p:nvPr/>
          </p:nvSpPr>
          <p:spPr bwMode="auto">
            <a:xfrm>
              <a:off x="17129509" y="11525195"/>
              <a:ext cx="638175" cy="639763"/>
            </a:xfrm>
            <a:custGeom>
              <a:avLst/>
              <a:gdLst>
                <a:gd name="T0" fmla="*/ 59 w 67"/>
                <a:gd name="T1" fmla="*/ 5 h 67"/>
                <a:gd name="T2" fmla="*/ 52 w 67"/>
                <a:gd name="T3" fmla="*/ 5 h 67"/>
                <a:gd name="T4" fmla="*/ 52 w 67"/>
                <a:gd name="T5" fmla="*/ 2 h 67"/>
                <a:gd name="T6" fmla="*/ 50 w 67"/>
                <a:gd name="T7" fmla="*/ 0 h 67"/>
                <a:gd name="T8" fmla="*/ 49 w 67"/>
                <a:gd name="T9" fmla="*/ 2 h 67"/>
                <a:gd name="T10" fmla="*/ 49 w 67"/>
                <a:gd name="T11" fmla="*/ 5 h 67"/>
                <a:gd name="T12" fmla="*/ 18 w 67"/>
                <a:gd name="T13" fmla="*/ 5 h 67"/>
                <a:gd name="T14" fmla="*/ 18 w 67"/>
                <a:gd name="T15" fmla="*/ 2 h 67"/>
                <a:gd name="T16" fmla="*/ 16 w 67"/>
                <a:gd name="T17" fmla="*/ 0 h 67"/>
                <a:gd name="T18" fmla="*/ 14 w 67"/>
                <a:gd name="T19" fmla="*/ 2 h 67"/>
                <a:gd name="T20" fmla="*/ 14 w 67"/>
                <a:gd name="T21" fmla="*/ 5 h 67"/>
                <a:gd name="T22" fmla="*/ 8 w 67"/>
                <a:gd name="T23" fmla="*/ 5 h 67"/>
                <a:gd name="T24" fmla="*/ 0 w 67"/>
                <a:gd name="T25" fmla="*/ 13 h 67"/>
                <a:gd name="T26" fmla="*/ 0 w 67"/>
                <a:gd name="T27" fmla="*/ 59 h 67"/>
                <a:gd name="T28" fmla="*/ 8 w 67"/>
                <a:gd name="T29" fmla="*/ 67 h 67"/>
                <a:gd name="T30" fmla="*/ 59 w 67"/>
                <a:gd name="T31" fmla="*/ 67 h 67"/>
                <a:gd name="T32" fmla="*/ 67 w 67"/>
                <a:gd name="T33" fmla="*/ 59 h 67"/>
                <a:gd name="T34" fmla="*/ 67 w 67"/>
                <a:gd name="T35" fmla="*/ 13 h 67"/>
                <a:gd name="T36" fmla="*/ 59 w 67"/>
                <a:gd name="T37" fmla="*/ 5 h 67"/>
                <a:gd name="T38" fmla="*/ 63 w 67"/>
                <a:gd name="T39" fmla="*/ 59 h 67"/>
                <a:gd name="T40" fmla="*/ 59 w 67"/>
                <a:gd name="T41" fmla="*/ 63 h 67"/>
                <a:gd name="T42" fmla="*/ 8 w 67"/>
                <a:gd name="T43" fmla="*/ 63 h 67"/>
                <a:gd name="T44" fmla="*/ 3 w 67"/>
                <a:gd name="T45" fmla="*/ 59 h 67"/>
                <a:gd name="T46" fmla="*/ 3 w 67"/>
                <a:gd name="T47" fmla="*/ 21 h 67"/>
                <a:gd name="T48" fmla="*/ 63 w 67"/>
                <a:gd name="T49" fmla="*/ 21 h 67"/>
                <a:gd name="T50" fmla="*/ 63 w 67"/>
                <a:gd name="T51" fmla="*/ 59 h 67"/>
                <a:gd name="T52" fmla="*/ 63 w 67"/>
                <a:gd name="T53" fmla="*/ 17 h 67"/>
                <a:gd name="T54" fmla="*/ 3 w 67"/>
                <a:gd name="T55" fmla="*/ 17 h 67"/>
                <a:gd name="T56" fmla="*/ 3 w 67"/>
                <a:gd name="T57" fmla="*/ 13 h 67"/>
                <a:gd name="T58" fmla="*/ 8 w 67"/>
                <a:gd name="T59" fmla="*/ 8 h 67"/>
                <a:gd name="T60" fmla="*/ 14 w 67"/>
                <a:gd name="T61" fmla="*/ 8 h 67"/>
                <a:gd name="T62" fmla="*/ 14 w 67"/>
                <a:gd name="T63" fmla="*/ 12 h 67"/>
                <a:gd name="T64" fmla="*/ 16 w 67"/>
                <a:gd name="T65" fmla="*/ 14 h 67"/>
                <a:gd name="T66" fmla="*/ 18 w 67"/>
                <a:gd name="T67" fmla="*/ 12 h 67"/>
                <a:gd name="T68" fmla="*/ 18 w 67"/>
                <a:gd name="T69" fmla="*/ 8 h 67"/>
                <a:gd name="T70" fmla="*/ 49 w 67"/>
                <a:gd name="T71" fmla="*/ 8 h 67"/>
                <a:gd name="T72" fmla="*/ 49 w 67"/>
                <a:gd name="T73" fmla="*/ 12 h 67"/>
                <a:gd name="T74" fmla="*/ 50 w 67"/>
                <a:gd name="T75" fmla="*/ 14 h 67"/>
                <a:gd name="T76" fmla="*/ 52 w 67"/>
                <a:gd name="T77" fmla="*/ 12 h 67"/>
                <a:gd name="T78" fmla="*/ 52 w 67"/>
                <a:gd name="T79" fmla="*/ 8 h 67"/>
                <a:gd name="T80" fmla="*/ 59 w 67"/>
                <a:gd name="T81" fmla="*/ 8 h 67"/>
                <a:gd name="T82" fmla="*/ 63 w 67"/>
                <a:gd name="T83" fmla="*/ 13 h 67"/>
                <a:gd name="T84" fmla="*/ 63 w 67"/>
                <a:gd name="T85" fmla="*/ 1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7" h="67">
                  <a:moveTo>
                    <a:pt x="59" y="5"/>
                  </a:moveTo>
                  <a:cubicBezTo>
                    <a:pt x="52" y="5"/>
                    <a:pt x="52" y="5"/>
                    <a:pt x="52" y="5"/>
                  </a:cubicBezTo>
                  <a:cubicBezTo>
                    <a:pt x="52" y="2"/>
                    <a:pt x="52" y="2"/>
                    <a:pt x="52" y="2"/>
                  </a:cubicBezTo>
                  <a:cubicBezTo>
                    <a:pt x="52" y="1"/>
                    <a:pt x="51" y="0"/>
                    <a:pt x="50" y="0"/>
                  </a:cubicBezTo>
                  <a:cubicBezTo>
                    <a:pt x="49" y="0"/>
                    <a:pt x="49" y="1"/>
                    <a:pt x="49" y="2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1"/>
                    <a:pt x="17" y="0"/>
                    <a:pt x="16" y="0"/>
                  </a:cubicBezTo>
                  <a:cubicBezTo>
                    <a:pt x="15" y="0"/>
                    <a:pt x="14" y="1"/>
                    <a:pt x="14" y="2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3" y="5"/>
                    <a:pt x="0" y="8"/>
                    <a:pt x="0" y="13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63"/>
                    <a:pt x="3" y="67"/>
                    <a:pt x="8" y="67"/>
                  </a:cubicBezTo>
                  <a:cubicBezTo>
                    <a:pt x="59" y="67"/>
                    <a:pt x="59" y="67"/>
                    <a:pt x="59" y="67"/>
                  </a:cubicBezTo>
                  <a:cubicBezTo>
                    <a:pt x="63" y="67"/>
                    <a:pt x="67" y="63"/>
                    <a:pt x="67" y="59"/>
                  </a:cubicBezTo>
                  <a:cubicBezTo>
                    <a:pt x="67" y="13"/>
                    <a:pt x="67" y="13"/>
                    <a:pt x="67" y="13"/>
                  </a:cubicBezTo>
                  <a:cubicBezTo>
                    <a:pt x="67" y="8"/>
                    <a:pt x="63" y="5"/>
                    <a:pt x="59" y="5"/>
                  </a:cubicBezTo>
                  <a:close/>
                  <a:moveTo>
                    <a:pt x="63" y="59"/>
                  </a:moveTo>
                  <a:cubicBezTo>
                    <a:pt x="63" y="61"/>
                    <a:pt x="61" y="63"/>
                    <a:pt x="59" y="63"/>
                  </a:cubicBezTo>
                  <a:cubicBezTo>
                    <a:pt x="8" y="63"/>
                    <a:pt x="8" y="63"/>
                    <a:pt x="8" y="63"/>
                  </a:cubicBezTo>
                  <a:cubicBezTo>
                    <a:pt x="5" y="63"/>
                    <a:pt x="3" y="61"/>
                    <a:pt x="3" y="59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63" y="21"/>
                    <a:pt x="63" y="21"/>
                    <a:pt x="63" y="21"/>
                  </a:cubicBezTo>
                  <a:lnTo>
                    <a:pt x="63" y="59"/>
                  </a:lnTo>
                  <a:close/>
                  <a:moveTo>
                    <a:pt x="63" y="17"/>
                  </a:moveTo>
                  <a:cubicBezTo>
                    <a:pt x="3" y="17"/>
                    <a:pt x="3" y="17"/>
                    <a:pt x="3" y="17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3" y="10"/>
                    <a:pt x="5" y="8"/>
                    <a:pt x="8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4" y="13"/>
                    <a:pt x="15" y="14"/>
                    <a:pt x="16" y="14"/>
                  </a:cubicBezTo>
                  <a:cubicBezTo>
                    <a:pt x="17" y="14"/>
                    <a:pt x="18" y="13"/>
                    <a:pt x="18" y="12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49" y="8"/>
                    <a:pt x="49" y="8"/>
                    <a:pt x="49" y="8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9" y="13"/>
                    <a:pt x="49" y="14"/>
                    <a:pt x="50" y="14"/>
                  </a:cubicBezTo>
                  <a:cubicBezTo>
                    <a:pt x="51" y="14"/>
                    <a:pt x="52" y="13"/>
                    <a:pt x="52" y="12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9" y="8"/>
                    <a:pt x="59" y="8"/>
                    <a:pt x="59" y="8"/>
                  </a:cubicBezTo>
                  <a:cubicBezTo>
                    <a:pt x="61" y="8"/>
                    <a:pt x="63" y="10"/>
                    <a:pt x="63" y="13"/>
                  </a:cubicBezTo>
                  <a:lnTo>
                    <a:pt x="63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45720" tIns="22860" rIns="45720" bIns="22860" numCol="1" anchor="t" anchorCtr="0" compatLnSpc="1"/>
            <a:lstStyle/>
            <a:p>
              <a:endParaRPr lang="th-TH" sz="900"/>
            </a:p>
          </p:txBody>
        </p:sp>
        <p:sp>
          <p:nvSpPr>
            <p:cNvPr id="17" name="Freeform 210"/>
            <p:cNvSpPr>
              <a:spLocks noEditPoints="1"/>
            </p:cNvSpPr>
            <p:nvPr/>
          </p:nvSpPr>
          <p:spPr bwMode="auto">
            <a:xfrm>
              <a:off x="17253334" y="11936358"/>
              <a:ext cx="104775" cy="104775"/>
            </a:xfrm>
            <a:custGeom>
              <a:avLst/>
              <a:gdLst>
                <a:gd name="T0" fmla="*/ 1 w 11"/>
                <a:gd name="T1" fmla="*/ 11 h 11"/>
                <a:gd name="T2" fmla="*/ 10 w 11"/>
                <a:gd name="T3" fmla="*/ 11 h 11"/>
                <a:gd name="T4" fmla="*/ 11 w 11"/>
                <a:gd name="T5" fmla="*/ 10 h 11"/>
                <a:gd name="T6" fmla="*/ 11 w 11"/>
                <a:gd name="T7" fmla="*/ 1 h 11"/>
                <a:gd name="T8" fmla="*/ 10 w 11"/>
                <a:gd name="T9" fmla="*/ 0 h 11"/>
                <a:gd name="T10" fmla="*/ 1 w 11"/>
                <a:gd name="T11" fmla="*/ 0 h 11"/>
                <a:gd name="T12" fmla="*/ 0 w 11"/>
                <a:gd name="T13" fmla="*/ 1 h 11"/>
                <a:gd name="T14" fmla="*/ 0 w 11"/>
                <a:gd name="T15" fmla="*/ 10 h 11"/>
                <a:gd name="T16" fmla="*/ 1 w 11"/>
                <a:gd name="T17" fmla="*/ 11 h 11"/>
                <a:gd name="T18" fmla="*/ 3 w 11"/>
                <a:gd name="T19" fmla="*/ 3 h 11"/>
                <a:gd name="T20" fmla="*/ 8 w 11"/>
                <a:gd name="T21" fmla="*/ 3 h 11"/>
                <a:gd name="T22" fmla="*/ 8 w 11"/>
                <a:gd name="T23" fmla="*/ 9 h 11"/>
                <a:gd name="T24" fmla="*/ 3 w 11"/>
                <a:gd name="T25" fmla="*/ 9 h 11"/>
                <a:gd name="T26" fmla="*/ 3 w 11"/>
                <a:gd name="T27" fmla="*/ 3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" h="11">
                  <a:moveTo>
                    <a:pt x="1" y="11"/>
                  </a:moveTo>
                  <a:cubicBezTo>
                    <a:pt x="10" y="11"/>
                    <a:pt x="10" y="11"/>
                    <a:pt x="10" y="11"/>
                  </a:cubicBezTo>
                  <a:cubicBezTo>
                    <a:pt x="10" y="11"/>
                    <a:pt x="11" y="10"/>
                    <a:pt x="11" y="10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1" y="1"/>
                    <a:pt x="10" y="0"/>
                    <a:pt x="1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1" y="11"/>
                    <a:pt x="1" y="11"/>
                  </a:cubicBezTo>
                  <a:close/>
                  <a:moveTo>
                    <a:pt x="3" y="3"/>
                  </a:moveTo>
                  <a:cubicBezTo>
                    <a:pt x="8" y="3"/>
                    <a:pt x="8" y="3"/>
                    <a:pt x="8" y="3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3" y="9"/>
                    <a:pt x="3" y="9"/>
                    <a:pt x="3" y="9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45720" tIns="22860" rIns="45720" bIns="22860" numCol="1" anchor="t" anchorCtr="0" compatLnSpc="1"/>
            <a:lstStyle/>
            <a:p>
              <a:endParaRPr lang="th-TH" sz="900"/>
            </a:p>
          </p:txBody>
        </p:sp>
        <p:sp>
          <p:nvSpPr>
            <p:cNvPr id="18" name="Freeform 211"/>
            <p:cNvSpPr>
              <a:spLocks noEditPoints="1"/>
            </p:cNvSpPr>
            <p:nvPr/>
          </p:nvSpPr>
          <p:spPr bwMode="auto">
            <a:xfrm>
              <a:off x="17396209" y="11936358"/>
              <a:ext cx="95250" cy="104775"/>
            </a:xfrm>
            <a:custGeom>
              <a:avLst/>
              <a:gdLst>
                <a:gd name="T0" fmla="*/ 1 w 10"/>
                <a:gd name="T1" fmla="*/ 11 h 11"/>
                <a:gd name="T2" fmla="*/ 9 w 10"/>
                <a:gd name="T3" fmla="*/ 11 h 11"/>
                <a:gd name="T4" fmla="*/ 10 w 10"/>
                <a:gd name="T5" fmla="*/ 10 h 11"/>
                <a:gd name="T6" fmla="*/ 10 w 10"/>
                <a:gd name="T7" fmla="*/ 1 h 11"/>
                <a:gd name="T8" fmla="*/ 9 w 10"/>
                <a:gd name="T9" fmla="*/ 0 h 11"/>
                <a:gd name="T10" fmla="*/ 1 w 10"/>
                <a:gd name="T11" fmla="*/ 0 h 11"/>
                <a:gd name="T12" fmla="*/ 0 w 10"/>
                <a:gd name="T13" fmla="*/ 1 h 11"/>
                <a:gd name="T14" fmla="*/ 0 w 10"/>
                <a:gd name="T15" fmla="*/ 10 h 11"/>
                <a:gd name="T16" fmla="*/ 1 w 10"/>
                <a:gd name="T17" fmla="*/ 11 h 11"/>
                <a:gd name="T18" fmla="*/ 2 w 10"/>
                <a:gd name="T19" fmla="*/ 3 h 11"/>
                <a:gd name="T20" fmla="*/ 8 w 10"/>
                <a:gd name="T21" fmla="*/ 3 h 11"/>
                <a:gd name="T22" fmla="*/ 8 w 10"/>
                <a:gd name="T23" fmla="*/ 9 h 11"/>
                <a:gd name="T24" fmla="*/ 2 w 10"/>
                <a:gd name="T25" fmla="*/ 9 h 11"/>
                <a:gd name="T26" fmla="*/ 2 w 10"/>
                <a:gd name="T27" fmla="*/ 3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" h="11">
                  <a:moveTo>
                    <a:pt x="1" y="11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10" y="11"/>
                    <a:pt x="10" y="10"/>
                    <a:pt x="10" y="10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1"/>
                    <a:pt x="10" y="0"/>
                    <a:pt x="9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1"/>
                    <a:pt x="1" y="11"/>
                  </a:cubicBezTo>
                  <a:close/>
                  <a:moveTo>
                    <a:pt x="2" y="3"/>
                  </a:moveTo>
                  <a:cubicBezTo>
                    <a:pt x="8" y="3"/>
                    <a:pt x="8" y="3"/>
                    <a:pt x="8" y="3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2" y="9"/>
                    <a:pt x="2" y="9"/>
                    <a:pt x="2" y="9"/>
                  </a:cubicBezTo>
                  <a:lnTo>
                    <a:pt x="2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45720" tIns="22860" rIns="45720" bIns="22860" numCol="1" anchor="t" anchorCtr="0" compatLnSpc="1"/>
            <a:lstStyle/>
            <a:p>
              <a:endParaRPr lang="th-TH" sz="900"/>
            </a:p>
          </p:txBody>
        </p:sp>
        <p:sp>
          <p:nvSpPr>
            <p:cNvPr id="19" name="Freeform 212"/>
            <p:cNvSpPr>
              <a:spLocks noEditPoints="1"/>
            </p:cNvSpPr>
            <p:nvPr/>
          </p:nvSpPr>
          <p:spPr bwMode="auto">
            <a:xfrm>
              <a:off x="17529559" y="11936358"/>
              <a:ext cx="104775" cy="104775"/>
            </a:xfrm>
            <a:custGeom>
              <a:avLst/>
              <a:gdLst>
                <a:gd name="T0" fmla="*/ 2 w 11"/>
                <a:gd name="T1" fmla="*/ 11 h 11"/>
                <a:gd name="T2" fmla="*/ 10 w 11"/>
                <a:gd name="T3" fmla="*/ 11 h 11"/>
                <a:gd name="T4" fmla="*/ 11 w 11"/>
                <a:gd name="T5" fmla="*/ 10 h 11"/>
                <a:gd name="T6" fmla="*/ 11 w 11"/>
                <a:gd name="T7" fmla="*/ 1 h 11"/>
                <a:gd name="T8" fmla="*/ 10 w 11"/>
                <a:gd name="T9" fmla="*/ 0 h 11"/>
                <a:gd name="T10" fmla="*/ 2 w 11"/>
                <a:gd name="T11" fmla="*/ 0 h 11"/>
                <a:gd name="T12" fmla="*/ 0 w 11"/>
                <a:gd name="T13" fmla="*/ 1 h 11"/>
                <a:gd name="T14" fmla="*/ 0 w 11"/>
                <a:gd name="T15" fmla="*/ 10 h 11"/>
                <a:gd name="T16" fmla="*/ 2 w 11"/>
                <a:gd name="T17" fmla="*/ 11 h 11"/>
                <a:gd name="T18" fmla="*/ 3 w 11"/>
                <a:gd name="T19" fmla="*/ 3 h 11"/>
                <a:gd name="T20" fmla="*/ 9 w 11"/>
                <a:gd name="T21" fmla="*/ 3 h 11"/>
                <a:gd name="T22" fmla="*/ 9 w 11"/>
                <a:gd name="T23" fmla="*/ 9 h 11"/>
                <a:gd name="T24" fmla="*/ 3 w 11"/>
                <a:gd name="T25" fmla="*/ 9 h 11"/>
                <a:gd name="T26" fmla="*/ 3 w 11"/>
                <a:gd name="T27" fmla="*/ 3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" h="11">
                  <a:moveTo>
                    <a:pt x="2" y="11"/>
                  </a:moveTo>
                  <a:cubicBezTo>
                    <a:pt x="10" y="11"/>
                    <a:pt x="10" y="11"/>
                    <a:pt x="10" y="11"/>
                  </a:cubicBezTo>
                  <a:cubicBezTo>
                    <a:pt x="10" y="11"/>
                    <a:pt x="11" y="10"/>
                    <a:pt x="11" y="10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1" y="1"/>
                    <a:pt x="10" y="0"/>
                    <a:pt x="1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1" y="11"/>
                    <a:pt x="2" y="11"/>
                  </a:cubicBezTo>
                  <a:close/>
                  <a:moveTo>
                    <a:pt x="3" y="3"/>
                  </a:moveTo>
                  <a:cubicBezTo>
                    <a:pt x="9" y="3"/>
                    <a:pt x="9" y="3"/>
                    <a:pt x="9" y="3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3" y="9"/>
                    <a:pt x="3" y="9"/>
                    <a:pt x="3" y="9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45720" tIns="22860" rIns="45720" bIns="22860" numCol="1" anchor="t" anchorCtr="0" compatLnSpc="1"/>
            <a:lstStyle/>
            <a:p>
              <a:endParaRPr lang="th-TH" sz="900"/>
            </a:p>
          </p:txBody>
        </p:sp>
        <p:sp>
          <p:nvSpPr>
            <p:cNvPr id="20" name="Freeform 213"/>
            <p:cNvSpPr>
              <a:spLocks noEditPoints="1"/>
            </p:cNvSpPr>
            <p:nvPr/>
          </p:nvSpPr>
          <p:spPr bwMode="auto">
            <a:xfrm>
              <a:off x="17253334" y="11803008"/>
              <a:ext cx="104775" cy="95250"/>
            </a:xfrm>
            <a:custGeom>
              <a:avLst/>
              <a:gdLst>
                <a:gd name="T0" fmla="*/ 1 w 11"/>
                <a:gd name="T1" fmla="*/ 10 h 10"/>
                <a:gd name="T2" fmla="*/ 10 w 11"/>
                <a:gd name="T3" fmla="*/ 10 h 10"/>
                <a:gd name="T4" fmla="*/ 11 w 11"/>
                <a:gd name="T5" fmla="*/ 9 h 10"/>
                <a:gd name="T6" fmla="*/ 11 w 11"/>
                <a:gd name="T7" fmla="*/ 1 h 10"/>
                <a:gd name="T8" fmla="*/ 10 w 11"/>
                <a:gd name="T9" fmla="*/ 0 h 10"/>
                <a:gd name="T10" fmla="*/ 1 w 11"/>
                <a:gd name="T11" fmla="*/ 0 h 10"/>
                <a:gd name="T12" fmla="*/ 0 w 11"/>
                <a:gd name="T13" fmla="*/ 1 h 10"/>
                <a:gd name="T14" fmla="*/ 0 w 11"/>
                <a:gd name="T15" fmla="*/ 9 h 10"/>
                <a:gd name="T16" fmla="*/ 1 w 11"/>
                <a:gd name="T17" fmla="*/ 10 h 10"/>
                <a:gd name="T18" fmla="*/ 3 w 11"/>
                <a:gd name="T19" fmla="*/ 2 h 10"/>
                <a:gd name="T20" fmla="*/ 8 w 11"/>
                <a:gd name="T21" fmla="*/ 2 h 10"/>
                <a:gd name="T22" fmla="*/ 8 w 11"/>
                <a:gd name="T23" fmla="*/ 8 h 10"/>
                <a:gd name="T24" fmla="*/ 3 w 11"/>
                <a:gd name="T25" fmla="*/ 8 h 10"/>
                <a:gd name="T26" fmla="*/ 3 w 11"/>
                <a:gd name="T27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" h="10">
                  <a:moveTo>
                    <a:pt x="1" y="10"/>
                  </a:moveTo>
                  <a:cubicBezTo>
                    <a:pt x="10" y="10"/>
                    <a:pt x="10" y="10"/>
                    <a:pt x="10" y="10"/>
                  </a:cubicBezTo>
                  <a:cubicBezTo>
                    <a:pt x="10" y="10"/>
                    <a:pt x="11" y="10"/>
                    <a:pt x="11" y="9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1" y="0"/>
                    <a:pt x="10" y="0"/>
                    <a:pt x="1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0"/>
                    <a:pt x="1" y="10"/>
                    <a:pt x="1" y="10"/>
                  </a:cubicBezTo>
                  <a:close/>
                  <a:moveTo>
                    <a:pt x="3" y="2"/>
                  </a:moveTo>
                  <a:cubicBezTo>
                    <a:pt x="8" y="2"/>
                    <a:pt x="8" y="2"/>
                    <a:pt x="8" y="2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3" y="8"/>
                    <a:pt x="3" y="8"/>
                    <a:pt x="3" y="8"/>
                  </a:cubicBezTo>
                  <a:lnTo>
                    <a:pt x="3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45720" tIns="22860" rIns="45720" bIns="22860" numCol="1" anchor="t" anchorCtr="0" compatLnSpc="1"/>
            <a:lstStyle/>
            <a:p>
              <a:endParaRPr lang="th-TH" sz="900"/>
            </a:p>
          </p:txBody>
        </p:sp>
        <p:sp>
          <p:nvSpPr>
            <p:cNvPr id="21" name="Freeform 214"/>
            <p:cNvSpPr>
              <a:spLocks noEditPoints="1"/>
            </p:cNvSpPr>
            <p:nvPr/>
          </p:nvSpPr>
          <p:spPr bwMode="auto">
            <a:xfrm>
              <a:off x="17396209" y="11803008"/>
              <a:ext cx="95250" cy="95250"/>
            </a:xfrm>
            <a:custGeom>
              <a:avLst/>
              <a:gdLst>
                <a:gd name="T0" fmla="*/ 1 w 10"/>
                <a:gd name="T1" fmla="*/ 10 h 10"/>
                <a:gd name="T2" fmla="*/ 9 w 10"/>
                <a:gd name="T3" fmla="*/ 10 h 10"/>
                <a:gd name="T4" fmla="*/ 10 w 10"/>
                <a:gd name="T5" fmla="*/ 9 h 10"/>
                <a:gd name="T6" fmla="*/ 10 w 10"/>
                <a:gd name="T7" fmla="*/ 1 h 10"/>
                <a:gd name="T8" fmla="*/ 9 w 10"/>
                <a:gd name="T9" fmla="*/ 0 h 10"/>
                <a:gd name="T10" fmla="*/ 1 w 10"/>
                <a:gd name="T11" fmla="*/ 0 h 10"/>
                <a:gd name="T12" fmla="*/ 0 w 10"/>
                <a:gd name="T13" fmla="*/ 1 h 10"/>
                <a:gd name="T14" fmla="*/ 0 w 10"/>
                <a:gd name="T15" fmla="*/ 9 h 10"/>
                <a:gd name="T16" fmla="*/ 1 w 10"/>
                <a:gd name="T17" fmla="*/ 10 h 10"/>
                <a:gd name="T18" fmla="*/ 2 w 10"/>
                <a:gd name="T19" fmla="*/ 2 h 10"/>
                <a:gd name="T20" fmla="*/ 8 w 10"/>
                <a:gd name="T21" fmla="*/ 2 h 10"/>
                <a:gd name="T22" fmla="*/ 8 w 10"/>
                <a:gd name="T23" fmla="*/ 8 h 10"/>
                <a:gd name="T24" fmla="*/ 2 w 10"/>
                <a:gd name="T25" fmla="*/ 8 h 10"/>
                <a:gd name="T26" fmla="*/ 2 w 10"/>
                <a:gd name="T27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" h="10">
                  <a:moveTo>
                    <a:pt x="1" y="10"/>
                  </a:moveTo>
                  <a:cubicBezTo>
                    <a:pt x="9" y="10"/>
                    <a:pt x="9" y="10"/>
                    <a:pt x="9" y="10"/>
                  </a:cubicBezTo>
                  <a:cubicBezTo>
                    <a:pt x="10" y="10"/>
                    <a:pt x="10" y="10"/>
                    <a:pt x="10" y="9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10" y="0"/>
                    <a:pt x="9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0"/>
                    <a:pt x="0" y="10"/>
                    <a:pt x="1" y="10"/>
                  </a:cubicBezTo>
                  <a:close/>
                  <a:moveTo>
                    <a:pt x="2" y="2"/>
                  </a:moveTo>
                  <a:cubicBezTo>
                    <a:pt x="8" y="2"/>
                    <a:pt x="8" y="2"/>
                    <a:pt x="8" y="2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2" y="8"/>
                    <a:pt x="2" y="8"/>
                    <a:pt x="2" y="8"/>
                  </a:cubicBezTo>
                  <a:lnTo>
                    <a:pt x="2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45720" tIns="22860" rIns="45720" bIns="22860" numCol="1" anchor="t" anchorCtr="0" compatLnSpc="1"/>
            <a:lstStyle/>
            <a:p>
              <a:endParaRPr lang="th-TH" sz="900"/>
            </a:p>
          </p:txBody>
        </p:sp>
        <p:sp>
          <p:nvSpPr>
            <p:cNvPr id="22" name="Freeform 215"/>
            <p:cNvSpPr>
              <a:spLocks noEditPoints="1"/>
            </p:cNvSpPr>
            <p:nvPr/>
          </p:nvSpPr>
          <p:spPr bwMode="auto">
            <a:xfrm>
              <a:off x="17529559" y="11803008"/>
              <a:ext cx="104775" cy="95250"/>
            </a:xfrm>
            <a:custGeom>
              <a:avLst/>
              <a:gdLst>
                <a:gd name="T0" fmla="*/ 2 w 11"/>
                <a:gd name="T1" fmla="*/ 10 h 10"/>
                <a:gd name="T2" fmla="*/ 10 w 11"/>
                <a:gd name="T3" fmla="*/ 10 h 10"/>
                <a:gd name="T4" fmla="*/ 11 w 11"/>
                <a:gd name="T5" fmla="*/ 9 h 10"/>
                <a:gd name="T6" fmla="*/ 11 w 11"/>
                <a:gd name="T7" fmla="*/ 1 h 10"/>
                <a:gd name="T8" fmla="*/ 10 w 11"/>
                <a:gd name="T9" fmla="*/ 0 h 10"/>
                <a:gd name="T10" fmla="*/ 2 w 11"/>
                <a:gd name="T11" fmla="*/ 0 h 10"/>
                <a:gd name="T12" fmla="*/ 0 w 11"/>
                <a:gd name="T13" fmla="*/ 1 h 10"/>
                <a:gd name="T14" fmla="*/ 0 w 11"/>
                <a:gd name="T15" fmla="*/ 9 h 10"/>
                <a:gd name="T16" fmla="*/ 2 w 11"/>
                <a:gd name="T17" fmla="*/ 10 h 10"/>
                <a:gd name="T18" fmla="*/ 3 w 11"/>
                <a:gd name="T19" fmla="*/ 2 h 10"/>
                <a:gd name="T20" fmla="*/ 9 w 11"/>
                <a:gd name="T21" fmla="*/ 2 h 10"/>
                <a:gd name="T22" fmla="*/ 9 w 11"/>
                <a:gd name="T23" fmla="*/ 8 h 10"/>
                <a:gd name="T24" fmla="*/ 3 w 11"/>
                <a:gd name="T25" fmla="*/ 8 h 10"/>
                <a:gd name="T26" fmla="*/ 3 w 11"/>
                <a:gd name="T27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" h="10">
                  <a:moveTo>
                    <a:pt x="2" y="10"/>
                  </a:moveTo>
                  <a:cubicBezTo>
                    <a:pt x="10" y="10"/>
                    <a:pt x="10" y="10"/>
                    <a:pt x="10" y="10"/>
                  </a:cubicBezTo>
                  <a:cubicBezTo>
                    <a:pt x="10" y="10"/>
                    <a:pt x="11" y="10"/>
                    <a:pt x="11" y="9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1" y="0"/>
                    <a:pt x="10" y="0"/>
                    <a:pt x="1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0"/>
                    <a:pt x="1" y="10"/>
                    <a:pt x="2" y="10"/>
                  </a:cubicBezTo>
                  <a:close/>
                  <a:moveTo>
                    <a:pt x="3" y="2"/>
                  </a:moveTo>
                  <a:cubicBezTo>
                    <a:pt x="9" y="2"/>
                    <a:pt x="9" y="2"/>
                    <a:pt x="9" y="2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3" y="8"/>
                    <a:pt x="3" y="8"/>
                    <a:pt x="3" y="8"/>
                  </a:cubicBezTo>
                  <a:lnTo>
                    <a:pt x="3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45720" tIns="22860" rIns="45720" bIns="22860" numCol="1" anchor="t" anchorCtr="0" compatLnSpc="1"/>
            <a:lstStyle/>
            <a:p>
              <a:endParaRPr lang="th-TH" sz="900"/>
            </a:p>
          </p:txBody>
        </p:sp>
      </p:grpSp>
      <p:sp>
        <p:nvSpPr>
          <p:cNvPr id="23" name="Freeform 7"/>
          <p:cNvSpPr>
            <a:spLocks noEditPoints="1"/>
          </p:cNvSpPr>
          <p:nvPr/>
        </p:nvSpPr>
        <p:spPr bwMode="auto">
          <a:xfrm>
            <a:off x="7696539" y="2291826"/>
            <a:ext cx="2848476" cy="2831258"/>
          </a:xfrm>
          <a:custGeom>
            <a:avLst/>
            <a:gdLst>
              <a:gd name="T0" fmla="*/ 806 w 806"/>
              <a:gd name="T1" fmla="*/ 401 h 806"/>
              <a:gd name="T2" fmla="*/ 733 w 806"/>
              <a:gd name="T3" fmla="*/ 336 h 806"/>
              <a:gd name="T4" fmla="*/ 776 w 806"/>
              <a:gd name="T5" fmla="*/ 248 h 806"/>
              <a:gd name="T6" fmla="*/ 684 w 806"/>
              <a:gd name="T7" fmla="*/ 217 h 806"/>
              <a:gd name="T8" fmla="*/ 687 w 806"/>
              <a:gd name="T9" fmla="*/ 116 h 806"/>
              <a:gd name="T10" fmla="*/ 590 w 806"/>
              <a:gd name="T11" fmla="*/ 122 h 806"/>
              <a:gd name="T12" fmla="*/ 558 w 806"/>
              <a:gd name="T13" fmla="*/ 30 h 806"/>
              <a:gd name="T14" fmla="*/ 470 w 806"/>
              <a:gd name="T15" fmla="*/ 73 h 806"/>
              <a:gd name="T16" fmla="*/ 401 w 806"/>
              <a:gd name="T17" fmla="*/ 0 h 806"/>
              <a:gd name="T18" fmla="*/ 337 w 806"/>
              <a:gd name="T19" fmla="*/ 73 h 806"/>
              <a:gd name="T20" fmla="*/ 249 w 806"/>
              <a:gd name="T21" fmla="*/ 30 h 806"/>
              <a:gd name="T22" fmla="*/ 217 w 806"/>
              <a:gd name="T23" fmla="*/ 122 h 806"/>
              <a:gd name="T24" fmla="*/ 116 w 806"/>
              <a:gd name="T25" fmla="*/ 120 h 806"/>
              <a:gd name="T26" fmla="*/ 123 w 806"/>
              <a:gd name="T27" fmla="*/ 216 h 806"/>
              <a:gd name="T28" fmla="*/ 31 w 806"/>
              <a:gd name="T29" fmla="*/ 248 h 806"/>
              <a:gd name="T30" fmla="*/ 73 w 806"/>
              <a:gd name="T31" fmla="*/ 336 h 806"/>
              <a:gd name="T32" fmla="*/ 0 w 806"/>
              <a:gd name="T33" fmla="*/ 405 h 806"/>
              <a:gd name="T34" fmla="*/ 73 w 806"/>
              <a:gd name="T35" fmla="*/ 469 h 806"/>
              <a:gd name="T36" fmla="*/ 30 w 806"/>
              <a:gd name="T37" fmla="*/ 557 h 806"/>
              <a:gd name="T38" fmla="*/ 122 w 806"/>
              <a:gd name="T39" fmla="*/ 589 h 806"/>
              <a:gd name="T40" fmla="*/ 120 w 806"/>
              <a:gd name="T41" fmla="*/ 690 h 806"/>
              <a:gd name="T42" fmla="*/ 217 w 806"/>
              <a:gd name="T43" fmla="*/ 684 h 806"/>
              <a:gd name="T44" fmla="*/ 249 w 806"/>
              <a:gd name="T45" fmla="*/ 775 h 806"/>
              <a:gd name="T46" fmla="*/ 336 w 806"/>
              <a:gd name="T47" fmla="*/ 733 h 806"/>
              <a:gd name="T48" fmla="*/ 406 w 806"/>
              <a:gd name="T49" fmla="*/ 806 h 806"/>
              <a:gd name="T50" fmla="*/ 470 w 806"/>
              <a:gd name="T51" fmla="*/ 733 h 806"/>
              <a:gd name="T52" fmla="*/ 558 w 806"/>
              <a:gd name="T53" fmla="*/ 776 h 806"/>
              <a:gd name="T54" fmla="*/ 589 w 806"/>
              <a:gd name="T55" fmla="*/ 684 h 806"/>
              <a:gd name="T56" fmla="*/ 690 w 806"/>
              <a:gd name="T57" fmla="*/ 686 h 806"/>
              <a:gd name="T58" fmla="*/ 684 w 806"/>
              <a:gd name="T59" fmla="*/ 589 h 806"/>
              <a:gd name="T60" fmla="*/ 776 w 806"/>
              <a:gd name="T61" fmla="*/ 557 h 806"/>
              <a:gd name="T62" fmla="*/ 733 w 806"/>
              <a:gd name="T63" fmla="*/ 470 h 806"/>
              <a:gd name="T64" fmla="*/ 170 w 806"/>
              <a:gd name="T65" fmla="*/ 517 h 806"/>
              <a:gd name="T66" fmla="*/ 636 w 806"/>
              <a:gd name="T67" fmla="*/ 289 h 806"/>
              <a:gd name="T68" fmla="*/ 170 w 806"/>
              <a:gd name="T69" fmla="*/ 517 h 8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806" h="806">
                <a:moveTo>
                  <a:pt x="740" y="423"/>
                </a:moveTo>
                <a:cubicBezTo>
                  <a:pt x="806" y="401"/>
                  <a:pt x="806" y="401"/>
                  <a:pt x="806" y="401"/>
                </a:cubicBezTo>
                <a:cubicBezTo>
                  <a:pt x="803" y="349"/>
                  <a:pt x="803" y="349"/>
                  <a:pt x="803" y="349"/>
                </a:cubicBezTo>
                <a:cubicBezTo>
                  <a:pt x="733" y="336"/>
                  <a:pt x="733" y="336"/>
                  <a:pt x="733" y="336"/>
                </a:cubicBezTo>
                <a:cubicBezTo>
                  <a:pt x="731" y="322"/>
                  <a:pt x="727" y="309"/>
                  <a:pt x="722" y="295"/>
                </a:cubicBezTo>
                <a:cubicBezTo>
                  <a:pt x="776" y="248"/>
                  <a:pt x="776" y="248"/>
                  <a:pt x="776" y="248"/>
                </a:cubicBezTo>
                <a:cubicBezTo>
                  <a:pt x="754" y="202"/>
                  <a:pt x="754" y="202"/>
                  <a:pt x="754" y="202"/>
                </a:cubicBezTo>
                <a:cubicBezTo>
                  <a:pt x="684" y="217"/>
                  <a:pt x="684" y="217"/>
                  <a:pt x="684" y="217"/>
                </a:cubicBezTo>
                <a:cubicBezTo>
                  <a:pt x="675" y="204"/>
                  <a:pt x="666" y="191"/>
                  <a:pt x="655" y="179"/>
                </a:cubicBezTo>
                <a:cubicBezTo>
                  <a:pt x="687" y="116"/>
                  <a:pt x="687" y="116"/>
                  <a:pt x="687" y="116"/>
                </a:cubicBezTo>
                <a:cubicBezTo>
                  <a:pt x="648" y="82"/>
                  <a:pt x="648" y="82"/>
                  <a:pt x="648" y="82"/>
                </a:cubicBezTo>
                <a:cubicBezTo>
                  <a:pt x="590" y="122"/>
                  <a:pt x="590" y="122"/>
                  <a:pt x="590" y="122"/>
                </a:cubicBezTo>
                <a:cubicBezTo>
                  <a:pt x="578" y="114"/>
                  <a:pt x="565" y="107"/>
                  <a:pt x="552" y="101"/>
                </a:cubicBezTo>
                <a:cubicBezTo>
                  <a:pt x="558" y="30"/>
                  <a:pt x="558" y="30"/>
                  <a:pt x="558" y="30"/>
                </a:cubicBezTo>
                <a:cubicBezTo>
                  <a:pt x="509" y="14"/>
                  <a:pt x="509" y="14"/>
                  <a:pt x="509" y="14"/>
                </a:cubicBezTo>
                <a:cubicBezTo>
                  <a:pt x="470" y="73"/>
                  <a:pt x="470" y="73"/>
                  <a:pt x="470" y="73"/>
                </a:cubicBezTo>
                <a:cubicBezTo>
                  <a:pt x="455" y="70"/>
                  <a:pt x="439" y="68"/>
                  <a:pt x="423" y="67"/>
                </a:cubicBezTo>
                <a:cubicBezTo>
                  <a:pt x="401" y="0"/>
                  <a:pt x="401" y="0"/>
                  <a:pt x="401" y="0"/>
                </a:cubicBezTo>
                <a:cubicBezTo>
                  <a:pt x="350" y="3"/>
                  <a:pt x="350" y="3"/>
                  <a:pt x="350" y="3"/>
                </a:cubicBezTo>
                <a:cubicBezTo>
                  <a:pt x="337" y="73"/>
                  <a:pt x="337" y="73"/>
                  <a:pt x="337" y="73"/>
                </a:cubicBezTo>
                <a:cubicBezTo>
                  <a:pt x="323" y="75"/>
                  <a:pt x="309" y="79"/>
                  <a:pt x="295" y="84"/>
                </a:cubicBezTo>
                <a:cubicBezTo>
                  <a:pt x="249" y="30"/>
                  <a:pt x="249" y="30"/>
                  <a:pt x="249" y="30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217" y="122"/>
                  <a:pt x="217" y="122"/>
                  <a:pt x="217" y="122"/>
                </a:cubicBezTo>
                <a:cubicBezTo>
                  <a:pt x="204" y="131"/>
                  <a:pt x="191" y="140"/>
                  <a:pt x="179" y="151"/>
                </a:cubicBezTo>
                <a:cubicBezTo>
                  <a:pt x="116" y="120"/>
                  <a:pt x="116" y="120"/>
                  <a:pt x="116" y="120"/>
                </a:cubicBezTo>
                <a:cubicBezTo>
                  <a:pt x="83" y="158"/>
                  <a:pt x="83" y="158"/>
                  <a:pt x="83" y="158"/>
                </a:cubicBezTo>
                <a:cubicBezTo>
                  <a:pt x="123" y="216"/>
                  <a:pt x="123" y="216"/>
                  <a:pt x="123" y="216"/>
                </a:cubicBezTo>
                <a:cubicBezTo>
                  <a:pt x="115" y="228"/>
                  <a:pt x="107" y="241"/>
                  <a:pt x="101" y="254"/>
                </a:cubicBezTo>
                <a:cubicBezTo>
                  <a:pt x="31" y="248"/>
                  <a:pt x="31" y="248"/>
                  <a:pt x="31" y="248"/>
                </a:cubicBezTo>
                <a:cubicBezTo>
                  <a:pt x="14" y="297"/>
                  <a:pt x="14" y="297"/>
                  <a:pt x="14" y="297"/>
                </a:cubicBezTo>
                <a:cubicBezTo>
                  <a:pt x="73" y="336"/>
                  <a:pt x="73" y="336"/>
                  <a:pt x="73" y="336"/>
                </a:cubicBezTo>
                <a:cubicBezTo>
                  <a:pt x="70" y="351"/>
                  <a:pt x="68" y="367"/>
                  <a:pt x="67" y="383"/>
                </a:cubicBezTo>
                <a:cubicBezTo>
                  <a:pt x="0" y="405"/>
                  <a:pt x="0" y="405"/>
                  <a:pt x="0" y="405"/>
                </a:cubicBezTo>
                <a:cubicBezTo>
                  <a:pt x="4" y="456"/>
                  <a:pt x="4" y="456"/>
                  <a:pt x="4" y="456"/>
                </a:cubicBezTo>
                <a:cubicBezTo>
                  <a:pt x="73" y="469"/>
                  <a:pt x="73" y="469"/>
                  <a:pt x="73" y="469"/>
                </a:cubicBezTo>
                <a:cubicBezTo>
                  <a:pt x="76" y="483"/>
                  <a:pt x="79" y="497"/>
                  <a:pt x="84" y="511"/>
                </a:cubicBezTo>
                <a:cubicBezTo>
                  <a:pt x="30" y="557"/>
                  <a:pt x="30" y="557"/>
                  <a:pt x="30" y="557"/>
                </a:cubicBezTo>
                <a:cubicBezTo>
                  <a:pt x="52" y="603"/>
                  <a:pt x="52" y="603"/>
                  <a:pt x="52" y="603"/>
                </a:cubicBezTo>
                <a:cubicBezTo>
                  <a:pt x="122" y="589"/>
                  <a:pt x="122" y="589"/>
                  <a:pt x="122" y="589"/>
                </a:cubicBezTo>
                <a:cubicBezTo>
                  <a:pt x="131" y="602"/>
                  <a:pt x="141" y="615"/>
                  <a:pt x="151" y="627"/>
                </a:cubicBezTo>
                <a:cubicBezTo>
                  <a:pt x="120" y="690"/>
                  <a:pt x="120" y="690"/>
                  <a:pt x="120" y="690"/>
                </a:cubicBezTo>
                <a:cubicBezTo>
                  <a:pt x="158" y="723"/>
                  <a:pt x="158" y="723"/>
                  <a:pt x="158" y="723"/>
                </a:cubicBezTo>
                <a:cubicBezTo>
                  <a:pt x="217" y="684"/>
                  <a:pt x="217" y="684"/>
                  <a:pt x="217" y="684"/>
                </a:cubicBezTo>
                <a:cubicBezTo>
                  <a:pt x="229" y="692"/>
                  <a:pt x="241" y="699"/>
                  <a:pt x="254" y="705"/>
                </a:cubicBezTo>
                <a:cubicBezTo>
                  <a:pt x="249" y="775"/>
                  <a:pt x="249" y="775"/>
                  <a:pt x="249" y="775"/>
                </a:cubicBezTo>
                <a:cubicBezTo>
                  <a:pt x="297" y="792"/>
                  <a:pt x="297" y="792"/>
                  <a:pt x="297" y="792"/>
                </a:cubicBezTo>
                <a:cubicBezTo>
                  <a:pt x="336" y="733"/>
                  <a:pt x="336" y="733"/>
                  <a:pt x="336" y="733"/>
                </a:cubicBezTo>
                <a:cubicBezTo>
                  <a:pt x="352" y="736"/>
                  <a:pt x="367" y="738"/>
                  <a:pt x="383" y="739"/>
                </a:cubicBezTo>
                <a:cubicBezTo>
                  <a:pt x="406" y="806"/>
                  <a:pt x="406" y="806"/>
                  <a:pt x="406" y="806"/>
                </a:cubicBezTo>
                <a:cubicBezTo>
                  <a:pt x="457" y="803"/>
                  <a:pt x="457" y="803"/>
                  <a:pt x="457" y="803"/>
                </a:cubicBezTo>
                <a:cubicBezTo>
                  <a:pt x="470" y="733"/>
                  <a:pt x="470" y="733"/>
                  <a:pt x="470" y="733"/>
                </a:cubicBezTo>
                <a:cubicBezTo>
                  <a:pt x="484" y="730"/>
                  <a:pt x="498" y="727"/>
                  <a:pt x="511" y="722"/>
                </a:cubicBezTo>
                <a:cubicBezTo>
                  <a:pt x="558" y="776"/>
                  <a:pt x="558" y="776"/>
                  <a:pt x="558" y="776"/>
                </a:cubicBezTo>
                <a:cubicBezTo>
                  <a:pt x="604" y="754"/>
                  <a:pt x="604" y="754"/>
                  <a:pt x="604" y="754"/>
                </a:cubicBezTo>
                <a:cubicBezTo>
                  <a:pt x="589" y="684"/>
                  <a:pt x="589" y="684"/>
                  <a:pt x="589" y="684"/>
                </a:cubicBezTo>
                <a:cubicBezTo>
                  <a:pt x="603" y="675"/>
                  <a:pt x="615" y="665"/>
                  <a:pt x="627" y="655"/>
                </a:cubicBezTo>
                <a:cubicBezTo>
                  <a:pt x="690" y="686"/>
                  <a:pt x="690" y="686"/>
                  <a:pt x="690" y="686"/>
                </a:cubicBezTo>
                <a:cubicBezTo>
                  <a:pt x="724" y="648"/>
                  <a:pt x="724" y="648"/>
                  <a:pt x="724" y="648"/>
                </a:cubicBezTo>
                <a:cubicBezTo>
                  <a:pt x="684" y="589"/>
                  <a:pt x="684" y="589"/>
                  <a:pt x="684" y="589"/>
                </a:cubicBezTo>
                <a:cubicBezTo>
                  <a:pt x="692" y="577"/>
                  <a:pt x="699" y="565"/>
                  <a:pt x="705" y="552"/>
                </a:cubicBezTo>
                <a:cubicBezTo>
                  <a:pt x="776" y="557"/>
                  <a:pt x="776" y="557"/>
                  <a:pt x="776" y="557"/>
                </a:cubicBezTo>
                <a:cubicBezTo>
                  <a:pt x="792" y="509"/>
                  <a:pt x="792" y="509"/>
                  <a:pt x="792" y="509"/>
                </a:cubicBezTo>
                <a:cubicBezTo>
                  <a:pt x="733" y="470"/>
                  <a:pt x="733" y="470"/>
                  <a:pt x="733" y="470"/>
                </a:cubicBezTo>
                <a:cubicBezTo>
                  <a:pt x="736" y="455"/>
                  <a:pt x="739" y="439"/>
                  <a:pt x="740" y="423"/>
                </a:cubicBezTo>
                <a:close/>
                <a:moveTo>
                  <a:pt x="170" y="517"/>
                </a:moveTo>
                <a:cubicBezTo>
                  <a:pt x="107" y="388"/>
                  <a:pt x="161" y="233"/>
                  <a:pt x="289" y="170"/>
                </a:cubicBezTo>
                <a:cubicBezTo>
                  <a:pt x="418" y="107"/>
                  <a:pt x="573" y="160"/>
                  <a:pt x="636" y="289"/>
                </a:cubicBezTo>
                <a:cubicBezTo>
                  <a:pt x="699" y="417"/>
                  <a:pt x="646" y="573"/>
                  <a:pt x="517" y="636"/>
                </a:cubicBezTo>
                <a:cubicBezTo>
                  <a:pt x="389" y="699"/>
                  <a:pt x="233" y="646"/>
                  <a:pt x="170" y="517"/>
                </a:cubicBezTo>
                <a:close/>
              </a:path>
            </a:pathLst>
          </a:custGeom>
          <a:solidFill>
            <a:srgbClr val="3A543B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th-TH" sz="900"/>
          </a:p>
        </p:txBody>
      </p:sp>
      <p:grpSp>
        <p:nvGrpSpPr>
          <p:cNvPr id="24" name="กลุ่ม 117"/>
          <p:cNvGrpSpPr/>
          <p:nvPr/>
        </p:nvGrpSpPr>
        <p:grpSpPr>
          <a:xfrm>
            <a:off x="8908604" y="3360300"/>
            <a:ext cx="428025" cy="639003"/>
            <a:chOff x="9260948" y="10553700"/>
            <a:chExt cx="447675" cy="668338"/>
          </a:xfrm>
          <a:solidFill>
            <a:srgbClr val="3A543B"/>
          </a:solidFill>
        </p:grpSpPr>
        <p:sp>
          <p:nvSpPr>
            <p:cNvPr id="25" name="Freeform 220"/>
            <p:cNvSpPr>
              <a:spLocks noEditPoints="1"/>
            </p:cNvSpPr>
            <p:nvPr/>
          </p:nvSpPr>
          <p:spPr bwMode="auto">
            <a:xfrm>
              <a:off x="9260948" y="10553700"/>
              <a:ext cx="447675" cy="668338"/>
            </a:xfrm>
            <a:custGeom>
              <a:avLst/>
              <a:gdLst>
                <a:gd name="T0" fmla="*/ 43 w 47"/>
                <a:gd name="T1" fmla="*/ 12 h 70"/>
                <a:gd name="T2" fmla="*/ 47 w 47"/>
                <a:gd name="T3" fmla="*/ 10 h 70"/>
                <a:gd name="T4" fmla="*/ 45 w 47"/>
                <a:gd name="T5" fmla="*/ 0 h 70"/>
                <a:gd name="T6" fmla="*/ 0 w 47"/>
                <a:gd name="T7" fmla="*/ 2 h 70"/>
                <a:gd name="T8" fmla="*/ 1 w 47"/>
                <a:gd name="T9" fmla="*/ 12 h 70"/>
                <a:gd name="T10" fmla="*/ 4 w 47"/>
                <a:gd name="T11" fmla="*/ 14 h 70"/>
                <a:gd name="T12" fmla="*/ 17 w 47"/>
                <a:gd name="T13" fmla="*/ 36 h 70"/>
                <a:gd name="T14" fmla="*/ 4 w 47"/>
                <a:gd name="T15" fmla="*/ 59 h 70"/>
                <a:gd name="T16" fmla="*/ 0 w 47"/>
                <a:gd name="T17" fmla="*/ 60 h 70"/>
                <a:gd name="T18" fmla="*/ 1 w 47"/>
                <a:gd name="T19" fmla="*/ 70 h 70"/>
                <a:gd name="T20" fmla="*/ 47 w 47"/>
                <a:gd name="T21" fmla="*/ 69 h 70"/>
                <a:gd name="T22" fmla="*/ 45 w 47"/>
                <a:gd name="T23" fmla="*/ 59 h 70"/>
                <a:gd name="T24" fmla="*/ 43 w 47"/>
                <a:gd name="T25" fmla="*/ 56 h 70"/>
                <a:gd name="T26" fmla="*/ 30 w 47"/>
                <a:gd name="T27" fmla="*/ 35 h 70"/>
                <a:gd name="T28" fmla="*/ 3 w 47"/>
                <a:gd name="T29" fmla="*/ 8 h 70"/>
                <a:gd name="T30" fmla="*/ 43 w 47"/>
                <a:gd name="T31" fmla="*/ 3 h 70"/>
                <a:gd name="T32" fmla="*/ 3 w 47"/>
                <a:gd name="T33" fmla="*/ 8 h 70"/>
                <a:gd name="T34" fmla="*/ 43 w 47"/>
                <a:gd name="T35" fmla="*/ 62 h 70"/>
                <a:gd name="T36" fmla="*/ 3 w 47"/>
                <a:gd name="T37" fmla="*/ 67 h 70"/>
                <a:gd name="T38" fmla="*/ 6 w 47"/>
                <a:gd name="T39" fmla="*/ 62 h 70"/>
                <a:gd name="T40" fmla="*/ 41 w 47"/>
                <a:gd name="T41" fmla="*/ 62 h 70"/>
                <a:gd name="T42" fmla="*/ 39 w 47"/>
                <a:gd name="T43" fmla="*/ 56 h 70"/>
                <a:gd name="T44" fmla="*/ 7 w 47"/>
                <a:gd name="T45" fmla="*/ 59 h 70"/>
                <a:gd name="T46" fmla="*/ 8 w 47"/>
                <a:gd name="T47" fmla="*/ 51 h 70"/>
                <a:gd name="T48" fmla="*/ 39 w 47"/>
                <a:gd name="T49" fmla="*/ 56 h 70"/>
                <a:gd name="T50" fmla="*/ 37 w 47"/>
                <a:gd name="T51" fmla="*/ 48 h 70"/>
                <a:gd name="T52" fmla="*/ 19 w 47"/>
                <a:gd name="T53" fmla="*/ 39 h 70"/>
                <a:gd name="T54" fmla="*/ 20 w 47"/>
                <a:gd name="T55" fmla="*/ 33 h 70"/>
                <a:gd name="T56" fmla="*/ 7 w 47"/>
                <a:gd name="T57" fmla="*/ 14 h 70"/>
                <a:gd name="T58" fmla="*/ 9 w 47"/>
                <a:gd name="T59" fmla="*/ 12 h 70"/>
                <a:gd name="T60" fmla="*/ 38 w 47"/>
                <a:gd name="T61" fmla="*/ 12 h 70"/>
                <a:gd name="T62" fmla="*/ 39 w 47"/>
                <a:gd name="T63" fmla="*/ 14 h 70"/>
                <a:gd name="T64" fmla="*/ 27 w 47"/>
                <a:gd name="T65" fmla="*/ 33 h 70"/>
                <a:gd name="T66" fmla="*/ 28 w 47"/>
                <a:gd name="T67" fmla="*/ 39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7" h="70">
                  <a:moveTo>
                    <a:pt x="43" y="14"/>
                  </a:moveTo>
                  <a:cubicBezTo>
                    <a:pt x="43" y="12"/>
                    <a:pt x="43" y="12"/>
                    <a:pt x="43" y="12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6" y="12"/>
                    <a:pt x="47" y="11"/>
                    <a:pt x="47" y="10"/>
                  </a:cubicBezTo>
                  <a:cubicBezTo>
                    <a:pt x="47" y="2"/>
                    <a:pt x="47" y="2"/>
                    <a:pt x="47" y="2"/>
                  </a:cubicBezTo>
                  <a:cubicBezTo>
                    <a:pt x="47" y="1"/>
                    <a:pt x="46" y="0"/>
                    <a:pt x="45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1"/>
                    <a:pt x="1" y="12"/>
                    <a:pt x="1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23"/>
                    <a:pt x="9" y="31"/>
                    <a:pt x="17" y="35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9" y="40"/>
                    <a:pt x="4" y="48"/>
                    <a:pt x="4" y="56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1" y="59"/>
                    <a:pt x="1" y="59"/>
                    <a:pt x="1" y="59"/>
                  </a:cubicBezTo>
                  <a:cubicBezTo>
                    <a:pt x="1" y="59"/>
                    <a:pt x="0" y="59"/>
                    <a:pt x="0" y="60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70"/>
                    <a:pt x="1" y="70"/>
                    <a:pt x="1" y="70"/>
                  </a:cubicBezTo>
                  <a:cubicBezTo>
                    <a:pt x="45" y="70"/>
                    <a:pt x="45" y="70"/>
                    <a:pt x="45" y="70"/>
                  </a:cubicBezTo>
                  <a:cubicBezTo>
                    <a:pt x="46" y="70"/>
                    <a:pt x="47" y="70"/>
                    <a:pt x="47" y="69"/>
                  </a:cubicBezTo>
                  <a:cubicBezTo>
                    <a:pt x="47" y="60"/>
                    <a:pt x="47" y="60"/>
                    <a:pt x="47" y="60"/>
                  </a:cubicBezTo>
                  <a:cubicBezTo>
                    <a:pt x="47" y="59"/>
                    <a:pt x="46" y="59"/>
                    <a:pt x="45" y="59"/>
                  </a:cubicBezTo>
                  <a:cubicBezTo>
                    <a:pt x="43" y="59"/>
                    <a:pt x="43" y="59"/>
                    <a:pt x="43" y="59"/>
                  </a:cubicBezTo>
                  <a:cubicBezTo>
                    <a:pt x="43" y="56"/>
                    <a:pt x="43" y="56"/>
                    <a:pt x="43" y="56"/>
                  </a:cubicBezTo>
                  <a:cubicBezTo>
                    <a:pt x="43" y="48"/>
                    <a:pt x="38" y="40"/>
                    <a:pt x="30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8" y="31"/>
                    <a:pt x="43" y="23"/>
                    <a:pt x="43" y="14"/>
                  </a:cubicBezTo>
                  <a:close/>
                  <a:moveTo>
                    <a:pt x="3" y="8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43" y="8"/>
                    <a:pt x="43" y="8"/>
                    <a:pt x="43" y="8"/>
                  </a:cubicBezTo>
                  <a:lnTo>
                    <a:pt x="3" y="8"/>
                  </a:lnTo>
                  <a:close/>
                  <a:moveTo>
                    <a:pt x="41" y="62"/>
                  </a:moveTo>
                  <a:cubicBezTo>
                    <a:pt x="43" y="62"/>
                    <a:pt x="43" y="62"/>
                    <a:pt x="43" y="62"/>
                  </a:cubicBezTo>
                  <a:cubicBezTo>
                    <a:pt x="43" y="67"/>
                    <a:pt x="43" y="67"/>
                    <a:pt x="43" y="67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3" y="62"/>
                    <a:pt x="3" y="62"/>
                    <a:pt x="3" y="62"/>
                  </a:cubicBezTo>
                  <a:cubicBezTo>
                    <a:pt x="6" y="62"/>
                    <a:pt x="6" y="62"/>
                    <a:pt x="6" y="62"/>
                  </a:cubicBezTo>
                  <a:cubicBezTo>
                    <a:pt x="6" y="62"/>
                    <a:pt x="6" y="62"/>
                    <a:pt x="6" y="62"/>
                  </a:cubicBezTo>
                  <a:cubicBezTo>
                    <a:pt x="41" y="62"/>
                    <a:pt x="41" y="62"/>
                    <a:pt x="41" y="62"/>
                  </a:cubicBezTo>
                  <a:cubicBezTo>
                    <a:pt x="41" y="62"/>
                    <a:pt x="41" y="62"/>
                    <a:pt x="41" y="62"/>
                  </a:cubicBezTo>
                  <a:close/>
                  <a:moveTo>
                    <a:pt x="39" y="56"/>
                  </a:moveTo>
                  <a:cubicBezTo>
                    <a:pt x="39" y="59"/>
                    <a:pt x="39" y="59"/>
                    <a:pt x="39" y="59"/>
                  </a:cubicBezTo>
                  <a:cubicBezTo>
                    <a:pt x="7" y="59"/>
                    <a:pt x="7" y="59"/>
                    <a:pt x="7" y="59"/>
                  </a:cubicBezTo>
                  <a:cubicBezTo>
                    <a:pt x="7" y="56"/>
                    <a:pt x="7" y="56"/>
                    <a:pt x="7" y="56"/>
                  </a:cubicBezTo>
                  <a:cubicBezTo>
                    <a:pt x="7" y="55"/>
                    <a:pt x="8" y="53"/>
                    <a:pt x="8" y="51"/>
                  </a:cubicBezTo>
                  <a:cubicBezTo>
                    <a:pt x="39" y="51"/>
                    <a:pt x="39" y="51"/>
                    <a:pt x="39" y="51"/>
                  </a:cubicBezTo>
                  <a:cubicBezTo>
                    <a:pt x="39" y="53"/>
                    <a:pt x="39" y="55"/>
                    <a:pt x="39" y="56"/>
                  </a:cubicBezTo>
                  <a:close/>
                  <a:moveTo>
                    <a:pt x="28" y="39"/>
                  </a:moveTo>
                  <a:cubicBezTo>
                    <a:pt x="32" y="40"/>
                    <a:pt x="35" y="44"/>
                    <a:pt x="37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11" y="44"/>
                    <a:pt x="15" y="40"/>
                    <a:pt x="19" y="39"/>
                  </a:cubicBezTo>
                  <a:cubicBezTo>
                    <a:pt x="20" y="38"/>
                    <a:pt x="20" y="38"/>
                    <a:pt x="20" y="37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2"/>
                    <a:pt x="19" y="32"/>
                  </a:cubicBezTo>
                  <a:cubicBezTo>
                    <a:pt x="12" y="29"/>
                    <a:pt x="7" y="22"/>
                    <a:pt x="7" y="14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4"/>
                    <a:pt x="39" y="14"/>
                    <a:pt x="39" y="14"/>
                  </a:cubicBezTo>
                  <a:cubicBezTo>
                    <a:pt x="39" y="22"/>
                    <a:pt x="35" y="29"/>
                    <a:pt x="28" y="32"/>
                  </a:cubicBezTo>
                  <a:cubicBezTo>
                    <a:pt x="27" y="32"/>
                    <a:pt x="27" y="33"/>
                    <a:pt x="27" y="33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7" y="38"/>
                    <a:pt x="27" y="38"/>
                    <a:pt x="28" y="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45720" tIns="22860" rIns="45720" bIns="22860" numCol="1" anchor="t" anchorCtr="0" compatLnSpc="1"/>
            <a:lstStyle/>
            <a:p>
              <a:endParaRPr lang="th-TH" sz="900"/>
            </a:p>
          </p:txBody>
        </p:sp>
        <p:sp>
          <p:nvSpPr>
            <p:cNvPr id="26" name="Oval 221"/>
            <p:cNvSpPr>
              <a:spLocks noChangeArrowheads="1"/>
            </p:cNvSpPr>
            <p:nvPr/>
          </p:nvSpPr>
          <p:spPr bwMode="auto">
            <a:xfrm>
              <a:off x="9508598" y="10726737"/>
              <a:ext cx="66675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45720" tIns="22860" rIns="45720" bIns="22860" numCol="1" anchor="t" anchorCtr="0" compatLnSpc="1"/>
            <a:lstStyle/>
            <a:p>
              <a:endParaRPr lang="th-TH" sz="900"/>
            </a:p>
          </p:txBody>
        </p:sp>
        <p:sp>
          <p:nvSpPr>
            <p:cNvPr id="27" name="Oval 222"/>
            <p:cNvSpPr>
              <a:spLocks noChangeArrowheads="1"/>
            </p:cNvSpPr>
            <p:nvPr/>
          </p:nvSpPr>
          <p:spPr bwMode="auto">
            <a:xfrm>
              <a:off x="9480023" y="10793412"/>
              <a:ext cx="38100" cy="38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45720" tIns="22860" rIns="45720" bIns="22860" numCol="1" anchor="t" anchorCtr="0" compatLnSpc="1"/>
            <a:lstStyle/>
            <a:p>
              <a:endParaRPr lang="th-TH" sz="900"/>
            </a:p>
          </p:txBody>
        </p:sp>
        <p:sp>
          <p:nvSpPr>
            <p:cNvPr id="28" name="Oval 223"/>
            <p:cNvSpPr>
              <a:spLocks noChangeArrowheads="1"/>
            </p:cNvSpPr>
            <p:nvPr/>
          </p:nvSpPr>
          <p:spPr bwMode="auto">
            <a:xfrm>
              <a:off x="9499073" y="10936287"/>
              <a:ext cx="28575" cy="38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45720" tIns="22860" rIns="45720" bIns="22860" numCol="1" anchor="t" anchorCtr="0" compatLnSpc="1"/>
            <a:lstStyle/>
            <a:p>
              <a:endParaRPr lang="th-TH" sz="900"/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8147459" y="5352274"/>
            <a:ext cx="2801722" cy="1051953"/>
            <a:chOff x="1626835" y="2349127"/>
            <a:chExt cx="2492110" cy="935704"/>
          </a:xfrm>
        </p:grpSpPr>
        <p:sp>
          <p:nvSpPr>
            <p:cNvPr id="30" name="文本框 29"/>
            <p:cNvSpPr txBox="1"/>
            <p:nvPr/>
          </p:nvSpPr>
          <p:spPr>
            <a:xfrm>
              <a:off x="1806000" y="2349127"/>
              <a:ext cx="2133781" cy="30114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16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text addition</a:t>
              </a:r>
              <a:endPara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626835" y="2687681"/>
              <a:ext cx="2492110" cy="59715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print the presentation and make it </a:t>
              </a:r>
              <a:r>
                <a:rPr lang="en-US" altLang="zh-CN" sz="11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film</a:t>
              </a:r>
              <a:endPara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1320315" y="5352274"/>
            <a:ext cx="2801722" cy="1051953"/>
            <a:chOff x="1626835" y="2349127"/>
            <a:chExt cx="2492110" cy="935704"/>
          </a:xfrm>
        </p:grpSpPr>
        <p:sp>
          <p:nvSpPr>
            <p:cNvPr id="33" name="文本框 32"/>
            <p:cNvSpPr txBox="1"/>
            <p:nvPr/>
          </p:nvSpPr>
          <p:spPr>
            <a:xfrm>
              <a:off x="1806000" y="2349127"/>
              <a:ext cx="2133781" cy="30114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16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text addition</a:t>
              </a:r>
              <a:endPara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1626835" y="2687681"/>
              <a:ext cx="2492110" cy="59715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print the presentation and make it </a:t>
              </a:r>
              <a:r>
                <a:rPr lang="en-US" altLang="zh-CN" sz="11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film</a:t>
              </a:r>
              <a:endPara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</p:grpSp>
      <p:sp>
        <p:nvSpPr>
          <p:cNvPr id="35" name="文本框 34"/>
          <p:cNvSpPr txBox="1"/>
          <p:nvPr/>
        </p:nvSpPr>
        <p:spPr>
          <a:xfrm>
            <a:off x="2268855" y="554990"/>
            <a:ext cx="559752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4400" b="1" dirty="0">
                <a:gradFill>
                  <a:gsLst>
                    <a:gs pos="0">
                      <a:srgbClr val="3A543B"/>
                    </a:gs>
                    <a:gs pos="100000">
                      <a:srgbClr val="AA9D67"/>
                    </a:gs>
                  </a:gsLst>
                  <a:lin ang="0" scaled="0"/>
                </a:gradFill>
                <a:latin typeface="Arial" panose="020B0604020202090204" pitchFamily="34" charset="0"/>
                <a:ea typeface="张海山锐线体2.0" panose="02000000000000000000" pitchFamily="2" charset="-122"/>
                <a:cs typeface="Arial" panose="020B0604020202090204" pitchFamily="34" charset="0"/>
              </a:rPr>
              <a:t>Title text addition</a:t>
            </a:r>
            <a:endParaRPr lang="en-US" altLang="zh-CN" sz="4400" b="1" dirty="0">
              <a:gradFill>
                <a:gsLst>
                  <a:gs pos="0">
                    <a:srgbClr val="3A543B"/>
                  </a:gs>
                  <a:gs pos="100000">
                    <a:srgbClr val="AA9D67"/>
                  </a:gs>
                </a:gsLst>
                <a:lin ang="0" scaled="0"/>
              </a:gradFill>
              <a:latin typeface="Arial" panose="020B0604020202090204" pitchFamily="34" charset="0"/>
              <a:ea typeface="张海山锐线体2.0" panose="02000000000000000000" pitchFamily="2" charset="-122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4E5E0"/>
            </a:gs>
            <a:gs pos="100000">
              <a:srgbClr val="F0F0F0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"/>
          <p:cNvSpPr>
            <a:spLocks noChangeArrowheads="1"/>
          </p:cNvSpPr>
          <p:nvPr/>
        </p:nvSpPr>
        <p:spPr bwMode="auto">
          <a:xfrm rot="5400000">
            <a:off x="2598761" y="-1180800"/>
            <a:ext cx="915746" cy="869424"/>
          </a:xfrm>
          <a:prstGeom prst="rect">
            <a:avLst/>
          </a:prstGeom>
          <a:solidFill>
            <a:srgbClr val="3A543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 bwMode="auto">
          <a:xfrm rot="5400000">
            <a:off x="3468185" y="-1180800"/>
            <a:ext cx="915746" cy="869424"/>
          </a:xfrm>
          <a:prstGeom prst="rect">
            <a:avLst/>
          </a:prstGeom>
          <a:solidFill>
            <a:srgbClr val="AA9D6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840" t="6602" r="6244" b="6074"/>
          <a:stretch>
            <a:fillRect/>
          </a:stretch>
        </p:blipFill>
        <p:spPr>
          <a:xfrm flipH="1" flipV="1">
            <a:off x="3079508" y="872695"/>
            <a:ext cx="3924619" cy="5289705"/>
          </a:xfrm>
          <a:custGeom>
            <a:avLst/>
            <a:gdLst>
              <a:gd name="connsiteX0" fmla="*/ 180303 w 2369712"/>
              <a:gd name="connsiteY0" fmla="*/ 180304 h 3193960"/>
              <a:gd name="connsiteX1" fmla="*/ 180303 w 2369712"/>
              <a:gd name="connsiteY1" fmla="*/ 2991118 h 3193960"/>
              <a:gd name="connsiteX2" fmla="*/ 2176528 w 2369712"/>
              <a:gd name="connsiteY2" fmla="*/ 2991118 h 3193960"/>
              <a:gd name="connsiteX3" fmla="*/ 2176528 w 2369712"/>
              <a:gd name="connsiteY3" fmla="*/ 180304 h 3193960"/>
              <a:gd name="connsiteX4" fmla="*/ 0 w 2369712"/>
              <a:gd name="connsiteY4" fmla="*/ 0 h 3193960"/>
              <a:gd name="connsiteX5" fmla="*/ 2369712 w 2369712"/>
              <a:gd name="connsiteY5" fmla="*/ 0 h 3193960"/>
              <a:gd name="connsiteX6" fmla="*/ 2369712 w 2369712"/>
              <a:gd name="connsiteY6" fmla="*/ 3193960 h 3193960"/>
              <a:gd name="connsiteX7" fmla="*/ 0 w 2369712"/>
              <a:gd name="connsiteY7" fmla="*/ 3193960 h 3193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69712" h="3193960">
                <a:moveTo>
                  <a:pt x="180303" y="180304"/>
                </a:moveTo>
                <a:lnTo>
                  <a:pt x="180303" y="2991118"/>
                </a:lnTo>
                <a:lnTo>
                  <a:pt x="2176528" y="2991118"/>
                </a:lnTo>
                <a:lnTo>
                  <a:pt x="2176528" y="180304"/>
                </a:lnTo>
                <a:close/>
                <a:moveTo>
                  <a:pt x="0" y="0"/>
                </a:moveTo>
                <a:lnTo>
                  <a:pt x="2369712" y="0"/>
                </a:lnTo>
                <a:lnTo>
                  <a:pt x="2369712" y="3193960"/>
                </a:lnTo>
                <a:lnTo>
                  <a:pt x="0" y="3193960"/>
                </a:lnTo>
                <a:close/>
              </a:path>
            </a:pathLst>
          </a:custGeom>
        </p:spPr>
      </p:pic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5" t="5898" r="33568" b="7130"/>
          <a:stretch>
            <a:fillRect/>
          </a:stretch>
        </p:blipFill>
        <p:spPr>
          <a:xfrm flipH="1" flipV="1">
            <a:off x="2141181" y="-443489"/>
            <a:ext cx="8814613" cy="5016612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3817136" y="1403097"/>
            <a:ext cx="125867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0" b="1" dirty="0" smtClean="0">
                <a:solidFill>
                  <a:srgbClr val="3A543B"/>
                </a:solidFill>
                <a:latin typeface="张海山锐线体2.0" panose="02000000000000000000" pitchFamily="2" charset="-122"/>
                <a:ea typeface="张海山锐线体2.0" panose="02000000000000000000" pitchFamily="2" charset="-122"/>
              </a:rPr>
              <a:t>03</a:t>
            </a:r>
            <a:endParaRPr lang="zh-CN" altLang="en-US" sz="8000" b="1" dirty="0">
              <a:solidFill>
                <a:srgbClr val="3A543B"/>
              </a:solidFill>
              <a:latin typeface="张海山锐线体2.0" panose="02000000000000000000" pitchFamily="2" charset="-122"/>
              <a:ea typeface="张海山锐线体2.0" panose="02000000000000000000" pitchFamily="2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079508" y="4380250"/>
            <a:ext cx="3838623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4000" b="1" dirty="0">
                <a:solidFill>
                  <a:srgbClr val="AA9D67"/>
                </a:solidFill>
                <a:latin typeface="Arial" panose="020B0604020202090204" pitchFamily="34" charset="0"/>
                <a:ea typeface="张海山锐线体2.0" panose="02000000000000000000" pitchFamily="2" charset="-122"/>
                <a:cs typeface="Arial" panose="020B0604020202090204" pitchFamily="34" charset="0"/>
              </a:rPr>
              <a:t>Education process</a:t>
            </a:r>
            <a:endParaRPr lang="en-US" altLang="zh-CN" sz="4000" b="1" dirty="0">
              <a:solidFill>
                <a:srgbClr val="AA9D67"/>
              </a:solidFill>
              <a:latin typeface="Arial" panose="020B0604020202090204" pitchFamily="34" charset="0"/>
              <a:ea typeface="张海山锐线体2.0" panose="02000000000000000000" pitchFamily="2" charset="-122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4E5E0"/>
            </a:gs>
            <a:gs pos="100000">
              <a:srgbClr val="F0F0F0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3"/>
          <p:cNvSpPr>
            <a:spLocks noChangeArrowheads="1"/>
          </p:cNvSpPr>
          <p:nvPr/>
        </p:nvSpPr>
        <p:spPr bwMode="auto">
          <a:xfrm rot="16200000" flipH="1">
            <a:off x="3468750" y="-2103914"/>
            <a:ext cx="1189584" cy="6089247"/>
          </a:xfrm>
          <a:prstGeom prst="rect">
            <a:avLst/>
          </a:prstGeom>
          <a:noFill/>
          <a:ln w="38100">
            <a:gradFill>
              <a:gsLst>
                <a:gs pos="0">
                  <a:srgbClr val="3A543B"/>
                </a:gs>
                <a:gs pos="100000">
                  <a:srgbClr val="AA9D67"/>
                </a:gs>
              </a:gsLst>
              <a:lin ang="5400000" scaled="1"/>
            </a:gra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 rot="5400000">
            <a:off x="2598761" y="-1180800"/>
            <a:ext cx="915746" cy="869424"/>
          </a:xfrm>
          <a:prstGeom prst="rect">
            <a:avLst/>
          </a:prstGeom>
          <a:solidFill>
            <a:srgbClr val="3A543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 bwMode="auto">
          <a:xfrm rot="5400000">
            <a:off x="3468185" y="-1180800"/>
            <a:ext cx="915746" cy="869424"/>
          </a:xfrm>
          <a:prstGeom prst="rect">
            <a:avLst/>
          </a:prstGeom>
          <a:solidFill>
            <a:srgbClr val="AA9D6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5" t="5898" r="33568" b="7130"/>
          <a:stretch>
            <a:fillRect/>
          </a:stretch>
        </p:blipFill>
        <p:spPr>
          <a:xfrm flipV="1">
            <a:off x="0" y="0"/>
            <a:ext cx="2325299" cy="1323385"/>
          </a:xfrm>
          <a:prstGeom prst="rect">
            <a:avLst/>
          </a:prstGeom>
        </p:spPr>
      </p:pic>
      <p:sp>
        <p:nvSpPr>
          <p:cNvPr id="9" name="í$ļídè"/>
          <p:cNvSpPr/>
          <p:nvPr/>
        </p:nvSpPr>
        <p:spPr bwMode="auto">
          <a:xfrm>
            <a:off x="3999102" y="3674779"/>
            <a:ext cx="1109852" cy="1683564"/>
          </a:xfrm>
          <a:custGeom>
            <a:avLst/>
            <a:gdLst>
              <a:gd name="T0" fmla="*/ 1226 w 6380"/>
              <a:gd name="T1" fmla="*/ 9676 h 9678"/>
              <a:gd name="T2" fmla="*/ 1034 w 6380"/>
              <a:gd name="T3" fmla="*/ 9652 h 9678"/>
              <a:gd name="T4" fmla="*/ 846 w 6380"/>
              <a:gd name="T5" fmla="*/ 9600 h 9678"/>
              <a:gd name="T6" fmla="*/ 666 w 6380"/>
              <a:gd name="T7" fmla="*/ 9518 h 9678"/>
              <a:gd name="T8" fmla="*/ 500 w 6380"/>
              <a:gd name="T9" fmla="*/ 9408 h 9678"/>
              <a:gd name="T10" fmla="*/ 348 w 6380"/>
              <a:gd name="T11" fmla="*/ 9268 h 9678"/>
              <a:gd name="T12" fmla="*/ 262 w 6380"/>
              <a:gd name="T13" fmla="*/ 9168 h 9678"/>
              <a:gd name="T14" fmla="*/ 156 w 6380"/>
              <a:gd name="T15" fmla="*/ 9004 h 9678"/>
              <a:gd name="T16" fmla="*/ 78 w 6380"/>
              <a:gd name="T17" fmla="*/ 8832 h 9678"/>
              <a:gd name="T18" fmla="*/ 26 w 6380"/>
              <a:gd name="T19" fmla="*/ 8652 h 9678"/>
              <a:gd name="T20" fmla="*/ 2 w 6380"/>
              <a:gd name="T21" fmla="*/ 8466 h 9678"/>
              <a:gd name="T22" fmla="*/ 4 w 6380"/>
              <a:gd name="T23" fmla="*/ 8282 h 9678"/>
              <a:gd name="T24" fmla="*/ 32 w 6380"/>
              <a:gd name="T25" fmla="*/ 8098 h 9678"/>
              <a:gd name="T26" fmla="*/ 88 w 6380"/>
              <a:gd name="T27" fmla="*/ 7918 h 9678"/>
              <a:gd name="T28" fmla="*/ 168 w 6380"/>
              <a:gd name="T29" fmla="*/ 7748 h 9678"/>
              <a:gd name="T30" fmla="*/ 276 w 6380"/>
              <a:gd name="T31" fmla="*/ 7588 h 9678"/>
              <a:gd name="T32" fmla="*/ 410 w 6380"/>
              <a:gd name="T33" fmla="*/ 7442 h 9678"/>
              <a:gd name="T34" fmla="*/ 410 w 6380"/>
              <a:gd name="T35" fmla="*/ 2234 h 9678"/>
              <a:gd name="T36" fmla="*/ 276 w 6380"/>
              <a:gd name="T37" fmla="*/ 2090 h 9678"/>
              <a:gd name="T38" fmla="*/ 168 w 6380"/>
              <a:gd name="T39" fmla="*/ 1930 h 9678"/>
              <a:gd name="T40" fmla="*/ 88 w 6380"/>
              <a:gd name="T41" fmla="*/ 1760 h 9678"/>
              <a:gd name="T42" fmla="*/ 32 w 6380"/>
              <a:gd name="T43" fmla="*/ 1580 h 9678"/>
              <a:gd name="T44" fmla="*/ 4 w 6380"/>
              <a:gd name="T45" fmla="*/ 1396 h 9678"/>
              <a:gd name="T46" fmla="*/ 2 w 6380"/>
              <a:gd name="T47" fmla="*/ 1210 h 9678"/>
              <a:gd name="T48" fmla="*/ 26 w 6380"/>
              <a:gd name="T49" fmla="*/ 1026 h 9678"/>
              <a:gd name="T50" fmla="*/ 78 w 6380"/>
              <a:gd name="T51" fmla="*/ 846 h 9678"/>
              <a:gd name="T52" fmla="*/ 156 w 6380"/>
              <a:gd name="T53" fmla="*/ 672 h 9678"/>
              <a:gd name="T54" fmla="*/ 262 w 6380"/>
              <a:gd name="T55" fmla="*/ 510 h 9678"/>
              <a:gd name="T56" fmla="*/ 348 w 6380"/>
              <a:gd name="T57" fmla="*/ 410 h 9678"/>
              <a:gd name="T58" fmla="*/ 492 w 6380"/>
              <a:gd name="T59" fmla="*/ 276 h 9678"/>
              <a:gd name="T60" fmla="*/ 652 w 6380"/>
              <a:gd name="T61" fmla="*/ 168 h 9678"/>
              <a:gd name="T62" fmla="*/ 822 w 6380"/>
              <a:gd name="T63" fmla="*/ 86 h 9678"/>
              <a:gd name="T64" fmla="*/ 1002 w 6380"/>
              <a:gd name="T65" fmla="*/ 32 h 9678"/>
              <a:gd name="T66" fmla="*/ 1186 w 6380"/>
              <a:gd name="T67" fmla="*/ 4 h 9678"/>
              <a:gd name="T68" fmla="*/ 1372 w 6380"/>
              <a:gd name="T69" fmla="*/ 2 h 9678"/>
              <a:gd name="T70" fmla="*/ 1556 w 6380"/>
              <a:gd name="T71" fmla="*/ 26 h 9678"/>
              <a:gd name="T72" fmla="*/ 1736 w 6380"/>
              <a:gd name="T73" fmla="*/ 78 h 9678"/>
              <a:gd name="T74" fmla="*/ 1910 w 6380"/>
              <a:gd name="T75" fmla="*/ 156 h 9678"/>
              <a:gd name="T76" fmla="*/ 2072 w 6380"/>
              <a:gd name="T77" fmla="*/ 262 h 9678"/>
              <a:gd name="T78" fmla="*/ 5970 w 6380"/>
              <a:gd name="T79" fmla="*/ 3896 h 9678"/>
              <a:gd name="T80" fmla="*/ 6062 w 6380"/>
              <a:gd name="T81" fmla="*/ 3992 h 9678"/>
              <a:gd name="T82" fmla="*/ 6180 w 6380"/>
              <a:gd name="T83" fmla="*/ 4150 h 9678"/>
              <a:gd name="T84" fmla="*/ 6274 w 6380"/>
              <a:gd name="T85" fmla="*/ 4324 h 9678"/>
              <a:gd name="T86" fmla="*/ 6338 w 6380"/>
              <a:gd name="T87" fmla="*/ 4510 h 9678"/>
              <a:gd name="T88" fmla="*/ 6374 w 6380"/>
              <a:gd name="T89" fmla="*/ 4706 h 9678"/>
              <a:gd name="T90" fmla="*/ 6380 w 6380"/>
              <a:gd name="T91" fmla="*/ 4838 h 9678"/>
              <a:gd name="T92" fmla="*/ 6364 w 6380"/>
              <a:gd name="T93" fmla="*/ 5038 h 9678"/>
              <a:gd name="T94" fmla="*/ 6320 w 6380"/>
              <a:gd name="T95" fmla="*/ 5230 h 9678"/>
              <a:gd name="T96" fmla="*/ 6246 w 6380"/>
              <a:gd name="T97" fmla="*/ 5412 h 9678"/>
              <a:gd name="T98" fmla="*/ 6144 w 6380"/>
              <a:gd name="T99" fmla="*/ 5582 h 9678"/>
              <a:gd name="T100" fmla="*/ 6018 w 6380"/>
              <a:gd name="T101" fmla="*/ 5736 h 9678"/>
              <a:gd name="T102" fmla="*/ 2174 w 6380"/>
              <a:gd name="T103" fmla="*/ 9330 h 9678"/>
              <a:gd name="T104" fmla="*/ 2026 w 6380"/>
              <a:gd name="T105" fmla="*/ 9448 h 9678"/>
              <a:gd name="T106" fmla="*/ 1868 w 6380"/>
              <a:gd name="T107" fmla="*/ 9542 h 9678"/>
              <a:gd name="T108" fmla="*/ 1700 w 6380"/>
              <a:gd name="T109" fmla="*/ 9612 h 9678"/>
              <a:gd name="T110" fmla="*/ 1528 w 6380"/>
              <a:gd name="T111" fmla="*/ 9656 h 9678"/>
              <a:gd name="T112" fmla="*/ 1350 w 6380"/>
              <a:gd name="T113" fmla="*/ 9676 h 96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6380" h="9678">
                <a:moveTo>
                  <a:pt x="1292" y="9678"/>
                </a:moveTo>
                <a:lnTo>
                  <a:pt x="1292" y="9678"/>
                </a:lnTo>
                <a:lnTo>
                  <a:pt x="1226" y="9676"/>
                </a:lnTo>
                <a:lnTo>
                  <a:pt x="1162" y="9672"/>
                </a:lnTo>
                <a:lnTo>
                  <a:pt x="1098" y="9664"/>
                </a:lnTo>
                <a:lnTo>
                  <a:pt x="1034" y="9652"/>
                </a:lnTo>
                <a:lnTo>
                  <a:pt x="970" y="9638"/>
                </a:lnTo>
                <a:lnTo>
                  <a:pt x="908" y="9620"/>
                </a:lnTo>
                <a:lnTo>
                  <a:pt x="846" y="9600"/>
                </a:lnTo>
                <a:lnTo>
                  <a:pt x="786" y="9576"/>
                </a:lnTo>
                <a:lnTo>
                  <a:pt x="726" y="9548"/>
                </a:lnTo>
                <a:lnTo>
                  <a:pt x="666" y="9518"/>
                </a:lnTo>
                <a:lnTo>
                  <a:pt x="610" y="9484"/>
                </a:lnTo>
                <a:lnTo>
                  <a:pt x="554" y="9448"/>
                </a:lnTo>
                <a:lnTo>
                  <a:pt x="500" y="9408"/>
                </a:lnTo>
                <a:lnTo>
                  <a:pt x="446" y="9364"/>
                </a:lnTo>
                <a:lnTo>
                  <a:pt x="396" y="9318"/>
                </a:lnTo>
                <a:lnTo>
                  <a:pt x="348" y="9268"/>
                </a:lnTo>
                <a:lnTo>
                  <a:pt x="348" y="9268"/>
                </a:lnTo>
                <a:lnTo>
                  <a:pt x="304" y="9218"/>
                </a:lnTo>
                <a:lnTo>
                  <a:pt x="262" y="9168"/>
                </a:lnTo>
                <a:lnTo>
                  <a:pt x="224" y="9114"/>
                </a:lnTo>
                <a:lnTo>
                  <a:pt x="188" y="9060"/>
                </a:lnTo>
                <a:lnTo>
                  <a:pt x="156" y="9004"/>
                </a:lnTo>
                <a:lnTo>
                  <a:pt x="128" y="8948"/>
                </a:lnTo>
                <a:lnTo>
                  <a:pt x="102" y="8890"/>
                </a:lnTo>
                <a:lnTo>
                  <a:pt x="78" y="8832"/>
                </a:lnTo>
                <a:lnTo>
                  <a:pt x="58" y="8772"/>
                </a:lnTo>
                <a:lnTo>
                  <a:pt x="42" y="8712"/>
                </a:lnTo>
                <a:lnTo>
                  <a:pt x="26" y="8652"/>
                </a:lnTo>
                <a:lnTo>
                  <a:pt x="16" y="8590"/>
                </a:lnTo>
                <a:lnTo>
                  <a:pt x="8" y="8528"/>
                </a:lnTo>
                <a:lnTo>
                  <a:pt x="2" y="8466"/>
                </a:lnTo>
                <a:lnTo>
                  <a:pt x="0" y="8404"/>
                </a:lnTo>
                <a:lnTo>
                  <a:pt x="0" y="8342"/>
                </a:lnTo>
                <a:lnTo>
                  <a:pt x="4" y="8282"/>
                </a:lnTo>
                <a:lnTo>
                  <a:pt x="10" y="8220"/>
                </a:lnTo>
                <a:lnTo>
                  <a:pt x="20" y="8158"/>
                </a:lnTo>
                <a:lnTo>
                  <a:pt x="32" y="8098"/>
                </a:lnTo>
                <a:lnTo>
                  <a:pt x="48" y="8036"/>
                </a:lnTo>
                <a:lnTo>
                  <a:pt x="66" y="7978"/>
                </a:lnTo>
                <a:lnTo>
                  <a:pt x="88" y="7918"/>
                </a:lnTo>
                <a:lnTo>
                  <a:pt x="112" y="7860"/>
                </a:lnTo>
                <a:lnTo>
                  <a:pt x="138" y="7804"/>
                </a:lnTo>
                <a:lnTo>
                  <a:pt x="168" y="7748"/>
                </a:lnTo>
                <a:lnTo>
                  <a:pt x="202" y="7694"/>
                </a:lnTo>
                <a:lnTo>
                  <a:pt x="238" y="7640"/>
                </a:lnTo>
                <a:lnTo>
                  <a:pt x="276" y="7588"/>
                </a:lnTo>
                <a:lnTo>
                  <a:pt x="318" y="7538"/>
                </a:lnTo>
                <a:lnTo>
                  <a:pt x="362" y="7490"/>
                </a:lnTo>
                <a:lnTo>
                  <a:pt x="410" y="7442"/>
                </a:lnTo>
                <a:lnTo>
                  <a:pt x="3196" y="4838"/>
                </a:lnTo>
                <a:lnTo>
                  <a:pt x="410" y="2234"/>
                </a:lnTo>
                <a:lnTo>
                  <a:pt x="410" y="2234"/>
                </a:lnTo>
                <a:lnTo>
                  <a:pt x="362" y="2188"/>
                </a:lnTo>
                <a:lnTo>
                  <a:pt x="318" y="2140"/>
                </a:lnTo>
                <a:lnTo>
                  <a:pt x="276" y="2090"/>
                </a:lnTo>
                <a:lnTo>
                  <a:pt x="238" y="2038"/>
                </a:lnTo>
                <a:lnTo>
                  <a:pt x="202" y="1984"/>
                </a:lnTo>
                <a:lnTo>
                  <a:pt x="168" y="1930"/>
                </a:lnTo>
                <a:lnTo>
                  <a:pt x="138" y="1874"/>
                </a:lnTo>
                <a:lnTo>
                  <a:pt x="112" y="1818"/>
                </a:lnTo>
                <a:lnTo>
                  <a:pt x="88" y="1760"/>
                </a:lnTo>
                <a:lnTo>
                  <a:pt x="66" y="1700"/>
                </a:lnTo>
                <a:lnTo>
                  <a:pt x="48" y="1640"/>
                </a:lnTo>
                <a:lnTo>
                  <a:pt x="32" y="1580"/>
                </a:lnTo>
                <a:lnTo>
                  <a:pt x="20" y="1520"/>
                </a:lnTo>
                <a:lnTo>
                  <a:pt x="10" y="1458"/>
                </a:lnTo>
                <a:lnTo>
                  <a:pt x="4" y="1396"/>
                </a:lnTo>
                <a:lnTo>
                  <a:pt x="0" y="1334"/>
                </a:lnTo>
                <a:lnTo>
                  <a:pt x="0" y="1272"/>
                </a:lnTo>
                <a:lnTo>
                  <a:pt x="2" y="1210"/>
                </a:lnTo>
                <a:lnTo>
                  <a:pt x="8" y="1148"/>
                </a:lnTo>
                <a:lnTo>
                  <a:pt x="16" y="1088"/>
                </a:lnTo>
                <a:lnTo>
                  <a:pt x="26" y="1026"/>
                </a:lnTo>
                <a:lnTo>
                  <a:pt x="42" y="966"/>
                </a:lnTo>
                <a:lnTo>
                  <a:pt x="58" y="906"/>
                </a:lnTo>
                <a:lnTo>
                  <a:pt x="78" y="846"/>
                </a:lnTo>
                <a:lnTo>
                  <a:pt x="102" y="788"/>
                </a:lnTo>
                <a:lnTo>
                  <a:pt x="128" y="730"/>
                </a:lnTo>
                <a:lnTo>
                  <a:pt x="156" y="672"/>
                </a:lnTo>
                <a:lnTo>
                  <a:pt x="188" y="618"/>
                </a:lnTo>
                <a:lnTo>
                  <a:pt x="224" y="562"/>
                </a:lnTo>
                <a:lnTo>
                  <a:pt x="262" y="510"/>
                </a:lnTo>
                <a:lnTo>
                  <a:pt x="304" y="458"/>
                </a:lnTo>
                <a:lnTo>
                  <a:pt x="348" y="410"/>
                </a:lnTo>
                <a:lnTo>
                  <a:pt x="348" y="410"/>
                </a:lnTo>
                <a:lnTo>
                  <a:pt x="394" y="362"/>
                </a:lnTo>
                <a:lnTo>
                  <a:pt x="442" y="318"/>
                </a:lnTo>
                <a:lnTo>
                  <a:pt x="492" y="276"/>
                </a:lnTo>
                <a:lnTo>
                  <a:pt x="544" y="236"/>
                </a:lnTo>
                <a:lnTo>
                  <a:pt x="598" y="200"/>
                </a:lnTo>
                <a:lnTo>
                  <a:pt x="652" y="168"/>
                </a:lnTo>
                <a:lnTo>
                  <a:pt x="708" y="138"/>
                </a:lnTo>
                <a:lnTo>
                  <a:pt x="764" y="112"/>
                </a:lnTo>
                <a:lnTo>
                  <a:pt x="822" y="86"/>
                </a:lnTo>
                <a:lnTo>
                  <a:pt x="882" y="66"/>
                </a:lnTo>
                <a:lnTo>
                  <a:pt x="942" y="48"/>
                </a:lnTo>
                <a:lnTo>
                  <a:pt x="1002" y="32"/>
                </a:lnTo>
                <a:lnTo>
                  <a:pt x="1062" y="20"/>
                </a:lnTo>
                <a:lnTo>
                  <a:pt x="1124" y="10"/>
                </a:lnTo>
                <a:lnTo>
                  <a:pt x="1186" y="4"/>
                </a:lnTo>
                <a:lnTo>
                  <a:pt x="1248" y="0"/>
                </a:lnTo>
                <a:lnTo>
                  <a:pt x="1310" y="0"/>
                </a:lnTo>
                <a:lnTo>
                  <a:pt x="1372" y="2"/>
                </a:lnTo>
                <a:lnTo>
                  <a:pt x="1434" y="8"/>
                </a:lnTo>
                <a:lnTo>
                  <a:pt x="1494" y="16"/>
                </a:lnTo>
                <a:lnTo>
                  <a:pt x="1556" y="26"/>
                </a:lnTo>
                <a:lnTo>
                  <a:pt x="1616" y="40"/>
                </a:lnTo>
                <a:lnTo>
                  <a:pt x="1676" y="58"/>
                </a:lnTo>
                <a:lnTo>
                  <a:pt x="1736" y="78"/>
                </a:lnTo>
                <a:lnTo>
                  <a:pt x="1796" y="102"/>
                </a:lnTo>
                <a:lnTo>
                  <a:pt x="1852" y="128"/>
                </a:lnTo>
                <a:lnTo>
                  <a:pt x="1910" y="156"/>
                </a:lnTo>
                <a:lnTo>
                  <a:pt x="1964" y="188"/>
                </a:lnTo>
                <a:lnTo>
                  <a:pt x="2020" y="224"/>
                </a:lnTo>
                <a:lnTo>
                  <a:pt x="2072" y="262"/>
                </a:lnTo>
                <a:lnTo>
                  <a:pt x="2124" y="302"/>
                </a:lnTo>
                <a:lnTo>
                  <a:pt x="2174" y="348"/>
                </a:lnTo>
                <a:lnTo>
                  <a:pt x="5970" y="3896"/>
                </a:lnTo>
                <a:lnTo>
                  <a:pt x="5970" y="3896"/>
                </a:lnTo>
                <a:lnTo>
                  <a:pt x="6018" y="3942"/>
                </a:lnTo>
                <a:lnTo>
                  <a:pt x="6062" y="3992"/>
                </a:lnTo>
                <a:lnTo>
                  <a:pt x="6106" y="4042"/>
                </a:lnTo>
                <a:lnTo>
                  <a:pt x="6144" y="4096"/>
                </a:lnTo>
                <a:lnTo>
                  <a:pt x="6180" y="4150"/>
                </a:lnTo>
                <a:lnTo>
                  <a:pt x="6214" y="4206"/>
                </a:lnTo>
                <a:lnTo>
                  <a:pt x="6246" y="4264"/>
                </a:lnTo>
                <a:lnTo>
                  <a:pt x="6274" y="4324"/>
                </a:lnTo>
                <a:lnTo>
                  <a:pt x="6298" y="4386"/>
                </a:lnTo>
                <a:lnTo>
                  <a:pt x="6320" y="4448"/>
                </a:lnTo>
                <a:lnTo>
                  <a:pt x="6338" y="4510"/>
                </a:lnTo>
                <a:lnTo>
                  <a:pt x="6352" y="4574"/>
                </a:lnTo>
                <a:lnTo>
                  <a:pt x="6364" y="4640"/>
                </a:lnTo>
                <a:lnTo>
                  <a:pt x="6374" y="4706"/>
                </a:lnTo>
                <a:lnTo>
                  <a:pt x="6378" y="4772"/>
                </a:lnTo>
                <a:lnTo>
                  <a:pt x="6380" y="4838"/>
                </a:lnTo>
                <a:lnTo>
                  <a:pt x="6380" y="4838"/>
                </a:lnTo>
                <a:lnTo>
                  <a:pt x="6378" y="4906"/>
                </a:lnTo>
                <a:lnTo>
                  <a:pt x="6374" y="4972"/>
                </a:lnTo>
                <a:lnTo>
                  <a:pt x="6364" y="5038"/>
                </a:lnTo>
                <a:lnTo>
                  <a:pt x="6352" y="5102"/>
                </a:lnTo>
                <a:lnTo>
                  <a:pt x="6338" y="5166"/>
                </a:lnTo>
                <a:lnTo>
                  <a:pt x="6320" y="5230"/>
                </a:lnTo>
                <a:lnTo>
                  <a:pt x="6298" y="5292"/>
                </a:lnTo>
                <a:lnTo>
                  <a:pt x="6274" y="5354"/>
                </a:lnTo>
                <a:lnTo>
                  <a:pt x="6246" y="5412"/>
                </a:lnTo>
                <a:lnTo>
                  <a:pt x="6214" y="5470"/>
                </a:lnTo>
                <a:lnTo>
                  <a:pt x="6180" y="5528"/>
                </a:lnTo>
                <a:lnTo>
                  <a:pt x="6144" y="5582"/>
                </a:lnTo>
                <a:lnTo>
                  <a:pt x="6106" y="5636"/>
                </a:lnTo>
                <a:lnTo>
                  <a:pt x="6062" y="5686"/>
                </a:lnTo>
                <a:lnTo>
                  <a:pt x="6018" y="5736"/>
                </a:lnTo>
                <a:lnTo>
                  <a:pt x="5970" y="5782"/>
                </a:lnTo>
                <a:lnTo>
                  <a:pt x="2174" y="9330"/>
                </a:lnTo>
                <a:lnTo>
                  <a:pt x="2174" y="9330"/>
                </a:lnTo>
                <a:lnTo>
                  <a:pt x="2126" y="9372"/>
                </a:lnTo>
                <a:lnTo>
                  <a:pt x="2076" y="9412"/>
                </a:lnTo>
                <a:lnTo>
                  <a:pt x="2026" y="9448"/>
                </a:lnTo>
                <a:lnTo>
                  <a:pt x="1974" y="9482"/>
                </a:lnTo>
                <a:lnTo>
                  <a:pt x="1922" y="9514"/>
                </a:lnTo>
                <a:lnTo>
                  <a:pt x="1868" y="9542"/>
                </a:lnTo>
                <a:lnTo>
                  <a:pt x="1814" y="9568"/>
                </a:lnTo>
                <a:lnTo>
                  <a:pt x="1758" y="9592"/>
                </a:lnTo>
                <a:lnTo>
                  <a:pt x="1700" y="9612"/>
                </a:lnTo>
                <a:lnTo>
                  <a:pt x="1644" y="9630"/>
                </a:lnTo>
                <a:lnTo>
                  <a:pt x="1586" y="9644"/>
                </a:lnTo>
                <a:lnTo>
                  <a:pt x="1528" y="9656"/>
                </a:lnTo>
                <a:lnTo>
                  <a:pt x="1468" y="9666"/>
                </a:lnTo>
                <a:lnTo>
                  <a:pt x="1410" y="9672"/>
                </a:lnTo>
                <a:lnTo>
                  <a:pt x="1350" y="9676"/>
                </a:lnTo>
                <a:lnTo>
                  <a:pt x="1292" y="9678"/>
                </a:lnTo>
                <a:lnTo>
                  <a:pt x="1292" y="9678"/>
                </a:lnTo>
                <a:close/>
              </a:path>
            </a:pathLst>
          </a:custGeom>
          <a:solidFill>
            <a:srgbClr val="AA9D67"/>
          </a:solidFill>
          <a:ln w="15875">
            <a:noFill/>
            <a:miter lim="800000"/>
          </a:ln>
        </p:spPr>
        <p:txBody>
          <a:bodyPr anchor="ctr"/>
          <a:lstStyle/>
          <a:p>
            <a:pPr algn="ctr"/>
          </a:p>
        </p:txBody>
      </p:sp>
      <p:sp>
        <p:nvSpPr>
          <p:cNvPr id="12" name="íṣľîḋê"/>
          <p:cNvSpPr/>
          <p:nvPr/>
        </p:nvSpPr>
        <p:spPr bwMode="auto">
          <a:xfrm>
            <a:off x="7132579" y="3674779"/>
            <a:ext cx="1109852" cy="1683564"/>
          </a:xfrm>
          <a:custGeom>
            <a:avLst/>
            <a:gdLst>
              <a:gd name="T0" fmla="*/ 1226 w 6380"/>
              <a:gd name="T1" fmla="*/ 9676 h 9678"/>
              <a:gd name="T2" fmla="*/ 1034 w 6380"/>
              <a:gd name="T3" fmla="*/ 9652 h 9678"/>
              <a:gd name="T4" fmla="*/ 846 w 6380"/>
              <a:gd name="T5" fmla="*/ 9600 h 9678"/>
              <a:gd name="T6" fmla="*/ 666 w 6380"/>
              <a:gd name="T7" fmla="*/ 9518 h 9678"/>
              <a:gd name="T8" fmla="*/ 500 w 6380"/>
              <a:gd name="T9" fmla="*/ 9408 h 9678"/>
              <a:gd name="T10" fmla="*/ 348 w 6380"/>
              <a:gd name="T11" fmla="*/ 9268 h 9678"/>
              <a:gd name="T12" fmla="*/ 262 w 6380"/>
              <a:gd name="T13" fmla="*/ 9168 h 9678"/>
              <a:gd name="T14" fmla="*/ 156 w 6380"/>
              <a:gd name="T15" fmla="*/ 9004 h 9678"/>
              <a:gd name="T16" fmla="*/ 78 w 6380"/>
              <a:gd name="T17" fmla="*/ 8832 h 9678"/>
              <a:gd name="T18" fmla="*/ 26 w 6380"/>
              <a:gd name="T19" fmla="*/ 8652 h 9678"/>
              <a:gd name="T20" fmla="*/ 2 w 6380"/>
              <a:gd name="T21" fmla="*/ 8466 h 9678"/>
              <a:gd name="T22" fmla="*/ 4 w 6380"/>
              <a:gd name="T23" fmla="*/ 8282 h 9678"/>
              <a:gd name="T24" fmla="*/ 32 w 6380"/>
              <a:gd name="T25" fmla="*/ 8098 h 9678"/>
              <a:gd name="T26" fmla="*/ 88 w 6380"/>
              <a:gd name="T27" fmla="*/ 7918 h 9678"/>
              <a:gd name="T28" fmla="*/ 168 w 6380"/>
              <a:gd name="T29" fmla="*/ 7748 h 9678"/>
              <a:gd name="T30" fmla="*/ 276 w 6380"/>
              <a:gd name="T31" fmla="*/ 7588 h 9678"/>
              <a:gd name="T32" fmla="*/ 410 w 6380"/>
              <a:gd name="T33" fmla="*/ 7442 h 9678"/>
              <a:gd name="T34" fmla="*/ 410 w 6380"/>
              <a:gd name="T35" fmla="*/ 2234 h 9678"/>
              <a:gd name="T36" fmla="*/ 276 w 6380"/>
              <a:gd name="T37" fmla="*/ 2090 h 9678"/>
              <a:gd name="T38" fmla="*/ 168 w 6380"/>
              <a:gd name="T39" fmla="*/ 1930 h 9678"/>
              <a:gd name="T40" fmla="*/ 88 w 6380"/>
              <a:gd name="T41" fmla="*/ 1760 h 9678"/>
              <a:gd name="T42" fmla="*/ 32 w 6380"/>
              <a:gd name="T43" fmla="*/ 1580 h 9678"/>
              <a:gd name="T44" fmla="*/ 4 w 6380"/>
              <a:gd name="T45" fmla="*/ 1396 h 9678"/>
              <a:gd name="T46" fmla="*/ 2 w 6380"/>
              <a:gd name="T47" fmla="*/ 1210 h 9678"/>
              <a:gd name="T48" fmla="*/ 26 w 6380"/>
              <a:gd name="T49" fmla="*/ 1026 h 9678"/>
              <a:gd name="T50" fmla="*/ 78 w 6380"/>
              <a:gd name="T51" fmla="*/ 846 h 9678"/>
              <a:gd name="T52" fmla="*/ 156 w 6380"/>
              <a:gd name="T53" fmla="*/ 672 h 9678"/>
              <a:gd name="T54" fmla="*/ 262 w 6380"/>
              <a:gd name="T55" fmla="*/ 510 h 9678"/>
              <a:gd name="T56" fmla="*/ 348 w 6380"/>
              <a:gd name="T57" fmla="*/ 410 h 9678"/>
              <a:gd name="T58" fmla="*/ 492 w 6380"/>
              <a:gd name="T59" fmla="*/ 276 h 9678"/>
              <a:gd name="T60" fmla="*/ 652 w 6380"/>
              <a:gd name="T61" fmla="*/ 168 h 9678"/>
              <a:gd name="T62" fmla="*/ 822 w 6380"/>
              <a:gd name="T63" fmla="*/ 86 h 9678"/>
              <a:gd name="T64" fmla="*/ 1002 w 6380"/>
              <a:gd name="T65" fmla="*/ 32 h 9678"/>
              <a:gd name="T66" fmla="*/ 1186 w 6380"/>
              <a:gd name="T67" fmla="*/ 4 h 9678"/>
              <a:gd name="T68" fmla="*/ 1372 w 6380"/>
              <a:gd name="T69" fmla="*/ 2 h 9678"/>
              <a:gd name="T70" fmla="*/ 1556 w 6380"/>
              <a:gd name="T71" fmla="*/ 26 h 9678"/>
              <a:gd name="T72" fmla="*/ 1736 w 6380"/>
              <a:gd name="T73" fmla="*/ 78 h 9678"/>
              <a:gd name="T74" fmla="*/ 1910 w 6380"/>
              <a:gd name="T75" fmla="*/ 156 h 9678"/>
              <a:gd name="T76" fmla="*/ 2072 w 6380"/>
              <a:gd name="T77" fmla="*/ 262 h 9678"/>
              <a:gd name="T78" fmla="*/ 5970 w 6380"/>
              <a:gd name="T79" fmla="*/ 3896 h 9678"/>
              <a:gd name="T80" fmla="*/ 6062 w 6380"/>
              <a:gd name="T81" fmla="*/ 3992 h 9678"/>
              <a:gd name="T82" fmla="*/ 6180 w 6380"/>
              <a:gd name="T83" fmla="*/ 4150 h 9678"/>
              <a:gd name="T84" fmla="*/ 6274 w 6380"/>
              <a:gd name="T85" fmla="*/ 4324 h 9678"/>
              <a:gd name="T86" fmla="*/ 6338 w 6380"/>
              <a:gd name="T87" fmla="*/ 4510 h 9678"/>
              <a:gd name="T88" fmla="*/ 6374 w 6380"/>
              <a:gd name="T89" fmla="*/ 4706 h 9678"/>
              <a:gd name="T90" fmla="*/ 6380 w 6380"/>
              <a:gd name="T91" fmla="*/ 4838 h 9678"/>
              <a:gd name="T92" fmla="*/ 6364 w 6380"/>
              <a:gd name="T93" fmla="*/ 5038 h 9678"/>
              <a:gd name="T94" fmla="*/ 6320 w 6380"/>
              <a:gd name="T95" fmla="*/ 5230 h 9678"/>
              <a:gd name="T96" fmla="*/ 6246 w 6380"/>
              <a:gd name="T97" fmla="*/ 5412 h 9678"/>
              <a:gd name="T98" fmla="*/ 6144 w 6380"/>
              <a:gd name="T99" fmla="*/ 5582 h 9678"/>
              <a:gd name="T100" fmla="*/ 6018 w 6380"/>
              <a:gd name="T101" fmla="*/ 5736 h 9678"/>
              <a:gd name="T102" fmla="*/ 2174 w 6380"/>
              <a:gd name="T103" fmla="*/ 9330 h 9678"/>
              <a:gd name="T104" fmla="*/ 2026 w 6380"/>
              <a:gd name="T105" fmla="*/ 9448 h 9678"/>
              <a:gd name="T106" fmla="*/ 1868 w 6380"/>
              <a:gd name="T107" fmla="*/ 9542 h 9678"/>
              <a:gd name="T108" fmla="*/ 1700 w 6380"/>
              <a:gd name="T109" fmla="*/ 9612 h 9678"/>
              <a:gd name="T110" fmla="*/ 1528 w 6380"/>
              <a:gd name="T111" fmla="*/ 9656 h 9678"/>
              <a:gd name="T112" fmla="*/ 1350 w 6380"/>
              <a:gd name="T113" fmla="*/ 9676 h 96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6380" h="9678">
                <a:moveTo>
                  <a:pt x="1292" y="9678"/>
                </a:moveTo>
                <a:lnTo>
                  <a:pt x="1292" y="9678"/>
                </a:lnTo>
                <a:lnTo>
                  <a:pt x="1226" y="9676"/>
                </a:lnTo>
                <a:lnTo>
                  <a:pt x="1162" y="9672"/>
                </a:lnTo>
                <a:lnTo>
                  <a:pt x="1098" y="9664"/>
                </a:lnTo>
                <a:lnTo>
                  <a:pt x="1034" y="9652"/>
                </a:lnTo>
                <a:lnTo>
                  <a:pt x="970" y="9638"/>
                </a:lnTo>
                <a:lnTo>
                  <a:pt x="908" y="9620"/>
                </a:lnTo>
                <a:lnTo>
                  <a:pt x="846" y="9600"/>
                </a:lnTo>
                <a:lnTo>
                  <a:pt x="786" y="9576"/>
                </a:lnTo>
                <a:lnTo>
                  <a:pt x="726" y="9548"/>
                </a:lnTo>
                <a:lnTo>
                  <a:pt x="666" y="9518"/>
                </a:lnTo>
                <a:lnTo>
                  <a:pt x="610" y="9484"/>
                </a:lnTo>
                <a:lnTo>
                  <a:pt x="554" y="9448"/>
                </a:lnTo>
                <a:lnTo>
                  <a:pt x="500" y="9408"/>
                </a:lnTo>
                <a:lnTo>
                  <a:pt x="446" y="9364"/>
                </a:lnTo>
                <a:lnTo>
                  <a:pt x="396" y="9318"/>
                </a:lnTo>
                <a:lnTo>
                  <a:pt x="348" y="9268"/>
                </a:lnTo>
                <a:lnTo>
                  <a:pt x="348" y="9268"/>
                </a:lnTo>
                <a:lnTo>
                  <a:pt x="304" y="9218"/>
                </a:lnTo>
                <a:lnTo>
                  <a:pt x="262" y="9168"/>
                </a:lnTo>
                <a:lnTo>
                  <a:pt x="224" y="9114"/>
                </a:lnTo>
                <a:lnTo>
                  <a:pt x="188" y="9060"/>
                </a:lnTo>
                <a:lnTo>
                  <a:pt x="156" y="9004"/>
                </a:lnTo>
                <a:lnTo>
                  <a:pt x="128" y="8948"/>
                </a:lnTo>
                <a:lnTo>
                  <a:pt x="102" y="8890"/>
                </a:lnTo>
                <a:lnTo>
                  <a:pt x="78" y="8832"/>
                </a:lnTo>
                <a:lnTo>
                  <a:pt x="58" y="8772"/>
                </a:lnTo>
                <a:lnTo>
                  <a:pt x="42" y="8712"/>
                </a:lnTo>
                <a:lnTo>
                  <a:pt x="26" y="8652"/>
                </a:lnTo>
                <a:lnTo>
                  <a:pt x="16" y="8590"/>
                </a:lnTo>
                <a:lnTo>
                  <a:pt x="8" y="8528"/>
                </a:lnTo>
                <a:lnTo>
                  <a:pt x="2" y="8466"/>
                </a:lnTo>
                <a:lnTo>
                  <a:pt x="0" y="8404"/>
                </a:lnTo>
                <a:lnTo>
                  <a:pt x="0" y="8342"/>
                </a:lnTo>
                <a:lnTo>
                  <a:pt x="4" y="8282"/>
                </a:lnTo>
                <a:lnTo>
                  <a:pt x="10" y="8220"/>
                </a:lnTo>
                <a:lnTo>
                  <a:pt x="20" y="8158"/>
                </a:lnTo>
                <a:lnTo>
                  <a:pt x="32" y="8098"/>
                </a:lnTo>
                <a:lnTo>
                  <a:pt x="48" y="8036"/>
                </a:lnTo>
                <a:lnTo>
                  <a:pt x="66" y="7978"/>
                </a:lnTo>
                <a:lnTo>
                  <a:pt x="88" y="7918"/>
                </a:lnTo>
                <a:lnTo>
                  <a:pt x="112" y="7860"/>
                </a:lnTo>
                <a:lnTo>
                  <a:pt x="138" y="7804"/>
                </a:lnTo>
                <a:lnTo>
                  <a:pt x="168" y="7748"/>
                </a:lnTo>
                <a:lnTo>
                  <a:pt x="202" y="7694"/>
                </a:lnTo>
                <a:lnTo>
                  <a:pt x="238" y="7640"/>
                </a:lnTo>
                <a:lnTo>
                  <a:pt x="276" y="7588"/>
                </a:lnTo>
                <a:lnTo>
                  <a:pt x="318" y="7538"/>
                </a:lnTo>
                <a:lnTo>
                  <a:pt x="362" y="7490"/>
                </a:lnTo>
                <a:lnTo>
                  <a:pt x="410" y="7442"/>
                </a:lnTo>
                <a:lnTo>
                  <a:pt x="3196" y="4838"/>
                </a:lnTo>
                <a:lnTo>
                  <a:pt x="410" y="2234"/>
                </a:lnTo>
                <a:lnTo>
                  <a:pt x="410" y="2234"/>
                </a:lnTo>
                <a:lnTo>
                  <a:pt x="362" y="2188"/>
                </a:lnTo>
                <a:lnTo>
                  <a:pt x="318" y="2140"/>
                </a:lnTo>
                <a:lnTo>
                  <a:pt x="276" y="2090"/>
                </a:lnTo>
                <a:lnTo>
                  <a:pt x="238" y="2038"/>
                </a:lnTo>
                <a:lnTo>
                  <a:pt x="202" y="1984"/>
                </a:lnTo>
                <a:lnTo>
                  <a:pt x="168" y="1930"/>
                </a:lnTo>
                <a:lnTo>
                  <a:pt x="138" y="1874"/>
                </a:lnTo>
                <a:lnTo>
                  <a:pt x="112" y="1818"/>
                </a:lnTo>
                <a:lnTo>
                  <a:pt x="88" y="1760"/>
                </a:lnTo>
                <a:lnTo>
                  <a:pt x="66" y="1700"/>
                </a:lnTo>
                <a:lnTo>
                  <a:pt x="48" y="1640"/>
                </a:lnTo>
                <a:lnTo>
                  <a:pt x="32" y="1580"/>
                </a:lnTo>
                <a:lnTo>
                  <a:pt x="20" y="1520"/>
                </a:lnTo>
                <a:lnTo>
                  <a:pt x="10" y="1458"/>
                </a:lnTo>
                <a:lnTo>
                  <a:pt x="4" y="1396"/>
                </a:lnTo>
                <a:lnTo>
                  <a:pt x="0" y="1334"/>
                </a:lnTo>
                <a:lnTo>
                  <a:pt x="0" y="1272"/>
                </a:lnTo>
                <a:lnTo>
                  <a:pt x="2" y="1210"/>
                </a:lnTo>
                <a:lnTo>
                  <a:pt x="8" y="1148"/>
                </a:lnTo>
                <a:lnTo>
                  <a:pt x="16" y="1088"/>
                </a:lnTo>
                <a:lnTo>
                  <a:pt x="26" y="1026"/>
                </a:lnTo>
                <a:lnTo>
                  <a:pt x="42" y="966"/>
                </a:lnTo>
                <a:lnTo>
                  <a:pt x="58" y="906"/>
                </a:lnTo>
                <a:lnTo>
                  <a:pt x="78" y="846"/>
                </a:lnTo>
                <a:lnTo>
                  <a:pt x="102" y="788"/>
                </a:lnTo>
                <a:lnTo>
                  <a:pt x="128" y="730"/>
                </a:lnTo>
                <a:lnTo>
                  <a:pt x="156" y="672"/>
                </a:lnTo>
                <a:lnTo>
                  <a:pt x="188" y="618"/>
                </a:lnTo>
                <a:lnTo>
                  <a:pt x="224" y="562"/>
                </a:lnTo>
                <a:lnTo>
                  <a:pt x="262" y="510"/>
                </a:lnTo>
                <a:lnTo>
                  <a:pt x="304" y="458"/>
                </a:lnTo>
                <a:lnTo>
                  <a:pt x="348" y="410"/>
                </a:lnTo>
                <a:lnTo>
                  <a:pt x="348" y="410"/>
                </a:lnTo>
                <a:lnTo>
                  <a:pt x="394" y="362"/>
                </a:lnTo>
                <a:lnTo>
                  <a:pt x="442" y="318"/>
                </a:lnTo>
                <a:lnTo>
                  <a:pt x="492" y="276"/>
                </a:lnTo>
                <a:lnTo>
                  <a:pt x="544" y="236"/>
                </a:lnTo>
                <a:lnTo>
                  <a:pt x="598" y="200"/>
                </a:lnTo>
                <a:lnTo>
                  <a:pt x="652" y="168"/>
                </a:lnTo>
                <a:lnTo>
                  <a:pt x="708" y="138"/>
                </a:lnTo>
                <a:lnTo>
                  <a:pt x="764" y="112"/>
                </a:lnTo>
                <a:lnTo>
                  <a:pt x="822" y="86"/>
                </a:lnTo>
                <a:lnTo>
                  <a:pt x="882" y="66"/>
                </a:lnTo>
                <a:lnTo>
                  <a:pt x="942" y="48"/>
                </a:lnTo>
                <a:lnTo>
                  <a:pt x="1002" y="32"/>
                </a:lnTo>
                <a:lnTo>
                  <a:pt x="1062" y="20"/>
                </a:lnTo>
                <a:lnTo>
                  <a:pt x="1124" y="10"/>
                </a:lnTo>
                <a:lnTo>
                  <a:pt x="1186" y="4"/>
                </a:lnTo>
                <a:lnTo>
                  <a:pt x="1248" y="0"/>
                </a:lnTo>
                <a:lnTo>
                  <a:pt x="1310" y="0"/>
                </a:lnTo>
                <a:lnTo>
                  <a:pt x="1372" y="2"/>
                </a:lnTo>
                <a:lnTo>
                  <a:pt x="1434" y="8"/>
                </a:lnTo>
                <a:lnTo>
                  <a:pt x="1494" y="16"/>
                </a:lnTo>
                <a:lnTo>
                  <a:pt x="1556" y="26"/>
                </a:lnTo>
                <a:lnTo>
                  <a:pt x="1616" y="40"/>
                </a:lnTo>
                <a:lnTo>
                  <a:pt x="1676" y="58"/>
                </a:lnTo>
                <a:lnTo>
                  <a:pt x="1736" y="78"/>
                </a:lnTo>
                <a:lnTo>
                  <a:pt x="1796" y="102"/>
                </a:lnTo>
                <a:lnTo>
                  <a:pt x="1852" y="128"/>
                </a:lnTo>
                <a:lnTo>
                  <a:pt x="1910" y="156"/>
                </a:lnTo>
                <a:lnTo>
                  <a:pt x="1964" y="188"/>
                </a:lnTo>
                <a:lnTo>
                  <a:pt x="2020" y="224"/>
                </a:lnTo>
                <a:lnTo>
                  <a:pt x="2072" y="262"/>
                </a:lnTo>
                <a:lnTo>
                  <a:pt x="2124" y="302"/>
                </a:lnTo>
                <a:lnTo>
                  <a:pt x="2174" y="348"/>
                </a:lnTo>
                <a:lnTo>
                  <a:pt x="5970" y="3896"/>
                </a:lnTo>
                <a:lnTo>
                  <a:pt x="5970" y="3896"/>
                </a:lnTo>
                <a:lnTo>
                  <a:pt x="6018" y="3942"/>
                </a:lnTo>
                <a:lnTo>
                  <a:pt x="6062" y="3992"/>
                </a:lnTo>
                <a:lnTo>
                  <a:pt x="6106" y="4042"/>
                </a:lnTo>
                <a:lnTo>
                  <a:pt x="6144" y="4096"/>
                </a:lnTo>
                <a:lnTo>
                  <a:pt x="6180" y="4150"/>
                </a:lnTo>
                <a:lnTo>
                  <a:pt x="6214" y="4206"/>
                </a:lnTo>
                <a:lnTo>
                  <a:pt x="6246" y="4264"/>
                </a:lnTo>
                <a:lnTo>
                  <a:pt x="6274" y="4324"/>
                </a:lnTo>
                <a:lnTo>
                  <a:pt x="6298" y="4386"/>
                </a:lnTo>
                <a:lnTo>
                  <a:pt x="6320" y="4448"/>
                </a:lnTo>
                <a:lnTo>
                  <a:pt x="6338" y="4510"/>
                </a:lnTo>
                <a:lnTo>
                  <a:pt x="6352" y="4574"/>
                </a:lnTo>
                <a:lnTo>
                  <a:pt x="6364" y="4640"/>
                </a:lnTo>
                <a:lnTo>
                  <a:pt x="6374" y="4706"/>
                </a:lnTo>
                <a:lnTo>
                  <a:pt x="6378" y="4772"/>
                </a:lnTo>
                <a:lnTo>
                  <a:pt x="6380" y="4838"/>
                </a:lnTo>
                <a:lnTo>
                  <a:pt x="6380" y="4838"/>
                </a:lnTo>
                <a:lnTo>
                  <a:pt x="6378" y="4906"/>
                </a:lnTo>
                <a:lnTo>
                  <a:pt x="6374" y="4972"/>
                </a:lnTo>
                <a:lnTo>
                  <a:pt x="6364" y="5038"/>
                </a:lnTo>
                <a:lnTo>
                  <a:pt x="6352" y="5102"/>
                </a:lnTo>
                <a:lnTo>
                  <a:pt x="6338" y="5166"/>
                </a:lnTo>
                <a:lnTo>
                  <a:pt x="6320" y="5230"/>
                </a:lnTo>
                <a:lnTo>
                  <a:pt x="6298" y="5292"/>
                </a:lnTo>
                <a:lnTo>
                  <a:pt x="6274" y="5354"/>
                </a:lnTo>
                <a:lnTo>
                  <a:pt x="6246" y="5412"/>
                </a:lnTo>
                <a:lnTo>
                  <a:pt x="6214" y="5470"/>
                </a:lnTo>
                <a:lnTo>
                  <a:pt x="6180" y="5528"/>
                </a:lnTo>
                <a:lnTo>
                  <a:pt x="6144" y="5582"/>
                </a:lnTo>
                <a:lnTo>
                  <a:pt x="6106" y="5636"/>
                </a:lnTo>
                <a:lnTo>
                  <a:pt x="6062" y="5686"/>
                </a:lnTo>
                <a:lnTo>
                  <a:pt x="6018" y="5736"/>
                </a:lnTo>
                <a:lnTo>
                  <a:pt x="5970" y="5782"/>
                </a:lnTo>
                <a:lnTo>
                  <a:pt x="2174" y="9330"/>
                </a:lnTo>
                <a:lnTo>
                  <a:pt x="2174" y="9330"/>
                </a:lnTo>
                <a:lnTo>
                  <a:pt x="2126" y="9372"/>
                </a:lnTo>
                <a:lnTo>
                  <a:pt x="2076" y="9412"/>
                </a:lnTo>
                <a:lnTo>
                  <a:pt x="2026" y="9448"/>
                </a:lnTo>
                <a:lnTo>
                  <a:pt x="1974" y="9482"/>
                </a:lnTo>
                <a:lnTo>
                  <a:pt x="1922" y="9514"/>
                </a:lnTo>
                <a:lnTo>
                  <a:pt x="1868" y="9542"/>
                </a:lnTo>
                <a:lnTo>
                  <a:pt x="1814" y="9568"/>
                </a:lnTo>
                <a:lnTo>
                  <a:pt x="1758" y="9592"/>
                </a:lnTo>
                <a:lnTo>
                  <a:pt x="1700" y="9612"/>
                </a:lnTo>
                <a:lnTo>
                  <a:pt x="1644" y="9630"/>
                </a:lnTo>
                <a:lnTo>
                  <a:pt x="1586" y="9644"/>
                </a:lnTo>
                <a:lnTo>
                  <a:pt x="1528" y="9656"/>
                </a:lnTo>
                <a:lnTo>
                  <a:pt x="1468" y="9666"/>
                </a:lnTo>
                <a:lnTo>
                  <a:pt x="1410" y="9672"/>
                </a:lnTo>
                <a:lnTo>
                  <a:pt x="1350" y="9676"/>
                </a:lnTo>
                <a:lnTo>
                  <a:pt x="1292" y="9678"/>
                </a:lnTo>
                <a:lnTo>
                  <a:pt x="1292" y="9678"/>
                </a:lnTo>
                <a:close/>
              </a:path>
            </a:pathLst>
          </a:custGeom>
          <a:solidFill>
            <a:srgbClr val="AA9D67"/>
          </a:solidFill>
          <a:ln w="15875">
            <a:noFill/>
            <a:miter lim="800000"/>
          </a:ln>
        </p:spPr>
        <p:txBody>
          <a:bodyPr anchor="ctr"/>
          <a:lstStyle/>
          <a:p>
            <a:pPr algn="ctr"/>
          </a:p>
        </p:txBody>
      </p:sp>
      <p:sp>
        <p:nvSpPr>
          <p:cNvPr id="13" name="ïśḻîḋe"/>
          <p:cNvSpPr/>
          <p:nvPr/>
        </p:nvSpPr>
        <p:spPr bwMode="auto">
          <a:xfrm>
            <a:off x="8909970" y="3901557"/>
            <a:ext cx="810854" cy="1230007"/>
          </a:xfrm>
          <a:custGeom>
            <a:avLst/>
            <a:gdLst>
              <a:gd name="T0" fmla="*/ 1226 w 6380"/>
              <a:gd name="T1" fmla="*/ 9676 h 9678"/>
              <a:gd name="T2" fmla="*/ 1034 w 6380"/>
              <a:gd name="T3" fmla="*/ 9652 h 9678"/>
              <a:gd name="T4" fmla="*/ 846 w 6380"/>
              <a:gd name="T5" fmla="*/ 9600 h 9678"/>
              <a:gd name="T6" fmla="*/ 666 w 6380"/>
              <a:gd name="T7" fmla="*/ 9518 h 9678"/>
              <a:gd name="T8" fmla="*/ 500 w 6380"/>
              <a:gd name="T9" fmla="*/ 9408 h 9678"/>
              <a:gd name="T10" fmla="*/ 348 w 6380"/>
              <a:gd name="T11" fmla="*/ 9268 h 9678"/>
              <a:gd name="T12" fmla="*/ 262 w 6380"/>
              <a:gd name="T13" fmla="*/ 9168 h 9678"/>
              <a:gd name="T14" fmla="*/ 156 w 6380"/>
              <a:gd name="T15" fmla="*/ 9004 h 9678"/>
              <a:gd name="T16" fmla="*/ 78 w 6380"/>
              <a:gd name="T17" fmla="*/ 8832 h 9678"/>
              <a:gd name="T18" fmla="*/ 26 w 6380"/>
              <a:gd name="T19" fmla="*/ 8652 h 9678"/>
              <a:gd name="T20" fmla="*/ 2 w 6380"/>
              <a:gd name="T21" fmla="*/ 8466 h 9678"/>
              <a:gd name="T22" fmla="*/ 4 w 6380"/>
              <a:gd name="T23" fmla="*/ 8282 h 9678"/>
              <a:gd name="T24" fmla="*/ 32 w 6380"/>
              <a:gd name="T25" fmla="*/ 8098 h 9678"/>
              <a:gd name="T26" fmla="*/ 88 w 6380"/>
              <a:gd name="T27" fmla="*/ 7918 h 9678"/>
              <a:gd name="T28" fmla="*/ 168 w 6380"/>
              <a:gd name="T29" fmla="*/ 7748 h 9678"/>
              <a:gd name="T30" fmla="*/ 276 w 6380"/>
              <a:gd name="T31" fmla="*/ 7588 h 9678"/>
              <a:gd name="T32" fmla="*/ 410 w 6380"/>
              <a:gd name="T33" fmla="*/ 7442 h 9678"/>
              <a:gd name="T34" fmla="*/ 410 w 6380"/>
              <a:gd name="T35" fmla="*/ 2234 h 9678"/>
              <a:gd name="T36" fmla="*/ 276 w 6380"/>
              <a:gd name="T37" fmla="*/ 2090 h 9678"/>
              <a:gd name="T38" fmla="*/ 168 w 6380"/>
              <a:gd name="T39" fmla="*/ 1930 h 9678"/>
              <a:gd name="T40" fmla="*/ 88 w 6380"/>
              <a:gd name="T41" fmla="*/ 1760 h 9678"/>
              <a:gd name="T42" fmla="*/ 32 w 6380"/>
              <a:gd name="T43" fmla="*/ 1580 h 9678"/>
              <a:gd name="T44" fmla="*/ 4 w 6380"/>
              <a:gd name="T45" fmla="*/ 1396 h 9678"/>
              <a:gd name="T46" fmla="*/ 2 w 6380"/>
              <a:gd name="T47" fmla="*/ 1210 h 9678"/>
              <a:gd name="T48" fmla="*/ 26 w 6380"/>
              <a:gd name="T49" fmla="*/ 1026 h 9678"/>
              <a:gd name="T50" fmla="*/ 78 w 6380"/>
              <a:gd name="T51" fmla="*/ 846 h 9678"/>
              <a:gd name="T52" fmla="*/ 156 w 6380"/>
              <a:gd name="T53" fmla="*/ 672 h 9678"/>
              <a:gd name="T54" fmla="*/ 262 w 6380"/>
              <a:gd name="T55" fmla="*/ 510 h 9678"/>
              <a:gd name="T56" fmla="*/ 348 w 6380"/>
              <a:gd name="T57" fmla="*/ 410 h 9678"/>
              <a:gd name="T58" fmla="*/ 492 w 6380"/>
              <a:gd name="T59" fmla="*/ 276 h 9678"/>
              <a:gd name="T60" fmla="*/ 652 w 6380"/>
              <a:gd name="T61" fmla="*/ 168 h 9678"/>
              <a:gd name="T62" fmla="*/ 822 w 6380"/>
              <a:gd name="T63" fmla="*/ 86 h 9678"/>
              <a:gd name="T64" fmla="*/ 1002 w 6380"/>
              <a:gd name="T65" fmla="*/ 32 h 9678"/>
              <a:gd name="T66" fmla="*/ 1186 w 6380"/>
              <a:gd name="T67" fmla="*/ 4 h 9678"/>
              <a:gd name="T68" fmla="*/ 1372 w 6380"/>
              <a:gd name="T69" fmla="*/ 2 h 9678"/>
              <a:gd name="T70" fmla="*/ 1556 w 6380"/>
              <a:gd name="T71" fmla="*/ 26 h 9678"/>
              <a:gd name="T72" fmla="*/ 1736 w 6380"/>
              <a:gd name="T73" fmla="*/ 78 h 9678"/>
              <a:gd name="T74" fmla="*/ 1910 w 6380"/>
              <a:gd name="T75" fmla="*/ 156 h 9678"/>
              <a:gd name="T76" fmla="*/ 2072 w 6380"/>
              <a:gd name="T77" fmla="*/ 262 h 9678"/>
              <a:gd name="T78" fmla="*/ 5970 w 6380"/>
              <a:gd name="T79" fmla="*/ 3896 h 9678"/>
              <a:gd name="T80" fmla="*/ 6062 w 6380"/>
              <a:gd name="T81" fmla="*/ 3992 h 9678"/>
              <a:gd name="T82" fmla="*/ 6180 w 6380"/>
              <a:gd name="T83" fmla="*/ 4150 h 9678"/>
              <a:gd name="T84" fmla="*/ 6274 w 6380"/>
              <a:gd name="T85" fmla="*/ 4324 h 9678"/>
              <a:gd name="T86" fmla="*/ 6338 w 6380"/>
              <a:gd name="T87" fmla="*/ 4510 h 9678"/>
              <a:gd name="T88" fmla="*/ 6374 w 6380"/>
              <a:gd name="T89" fmla="*/ 4706 h 9678"/>
              <a:gd name="T90" fmla="*/ 6380 w 6380"/>
              <a:gd name="T91" fmla="*/ 4838 h 9678"/>
              <a:gd name="T92" fmla="*/ 6364 w 6380"/>
              <a:gd name="T93" fmla="*/ 5038 h 9678"/>
              <a:gd name="T94" fmla="*/ 6320 w 6380"/>
              <a:gd name="T95" fmla="*/ 5230 h 9678"/>
              <a:gd name="T96" fmla="*/ 6246 w 6380"/>
              <a:gd name="T97" fmla="*/ 5412 h 9678"/>
              <a:gd name="T98" fmla="*/ 6144 w 6380"/>
              <a:gd name="T99" fmla="*/ 5582 h 9678"/>
              <a:gd name="T100" fmla="*/ 6018 w 6380"/>
              <a:gd name="T101" fmla="*/ 5736 h 9678"/>
              <a:gd name="T102" fmla="*/ 2174 w 6380"/>
              <a:gd name="T103" fmla="*/ 9330 h 9678"/>
              <a:gd name="T104" fmla="*/ 2026 w 6380"/>
              <a:gd name="T105" fmla="*/ 9448 h 9678"/>
              <a:gd name="T106" fmla="*/ 1868 w 6380"/>
              <a:gd name="T107" fmla="*/ 9542 h 9678"/>
              <a:gd name="T108" fmla="*/ 1700 w 6380"/>
              <a:gd name="T109" fmla="*/ 9612 h 9678"/>
              <a:gd name="T110" fmla="*/ 1528 w 6380"/>
              <a:gd name="T111" fmla="*/ 9656 h 9678"/>
              <a:gd name="T112" fmla="*/ 1350 w 6380"/>
              <a:gd name="T113" fmla="*/ 9676 h 96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6380" h="9678">
                <a:moveTo>
                  <a:pt x="1292" y="9678"/>
                </a:moveTo>
                <a:lnTo>
                  <a:pt x="1292" y="9678"/>
                </a:lnTo>
                <a:lnTo>
                  <a:pt x="1226" y="9676"/>
                </a:lnTo>
                <a:lnTo>
                  <a:pt x="1162" y="9672"/>
                </a:lnTo>
                <a:lnTo>
                  <a:pt x="1098" y="9664"/>
                </a:lnTo>
                <a:lnTo>
                  <a:pt x="1034" y="9652"/>
                </a:lnTo>
                <a:lnTo>
                  <a:pt x="970" y="9638"/>
                </a:lnTo>
                <a:lnTo>
                  <a:pt x="908" y="9620"/>
                </a:lnTo>
                <a:lnTo>
                  <a:pt x="846" y="9600"/>
                </a:lnTo>
                <a:lnTo>
                  <a:pt x="786" y="9576"/>
                </a:lnTo>
                <a:lnTo>
                  <a:pt x="726" y="9548"/>
                </a:lnTo>
                <a:lnTo>
                  <a:pt x="666" y="9518"/>
                </a:lnTo>
                <a:lnTo>
                  <a:pt x="610" y="9484"/>
                </a:lnTo>
                <a:lnTo>
                  <a:pt x="554" y="9448"/>
                </a:lnTo>
                <a:lnTo>
                  <a:pt x="500" y="9408"/>
                </a:lnTo>
                <a:lnTo>
                  <a:pt x="446" y="9364"/>
                </a:lnTo>
                <a:lnTo>
                  <a:pt x="396" y="9318"/>
                </a:lnTo>
                <a:lnTo>
                  <a:pt x="348" y="9268"/>
                </a:lnTo>
                <a:lnTo>
                  <a:pt x="348" y="9268"/>
                </a:lnTo>
                <a:lnTo>
                  <a:pt x="304" y="9218"/>
                </a:lnTo>
                <a:lnTo>
                  <a:pt x="262" y="9168"/>
                </a:lnTo>
                <a:lnTo>
                  <a:pt x="224" y="9114"/>
                </a:lnTo>
                <a:lnTo>
                  <a:pt x="188" y="9060"/>
                </a:lnTo>
                <a:lnTo>
                  <a:pt x="156" y="9004"/>
                </a:lnTo>
                <a:lnTo>
                  <a:pt x="128" y="8948"/>
                </a:lnTo>
                <a:lnTo>
                  <a:pt x="102" y="8890"/>
                </a:lnTo>
                <a:lnTo>
                  <a:pt x="78" y="8832"/>
                </a:lnTo>
                <a:lnTo>
                  <a:pt x="58" y="8772"/>
                </a:lnTo>
                <a:lnTo>
                  <a:pt x="42" y="8712"/>
                </a:lnTo>
                <a:lnTo>
                  <a:pt x="26" y="8652"/>
                </a:lnTo>
                <a:lnTo>
                  <a:pt x="16" y="8590"/>
                </a:lnTo>
                <a:lnTo>
                  <a:pt x="8" y="8528"/>
                </a:lnTo>
                <a:lnTo>
                  <a:pt x="2" y="8466"/>
                </a:lnTo>
                <a:lnTo>
                  <a:pt x="0" y="8404"/>
                </a:lnTo>
                <a:lnTo>
                  <a:pt x="0" y="8342"/>
                </a:lnTo>
                <a:lnTo>
                  <a:pt x="4" y="8282"/>
                </a:lnTo>
                <a:lnTo>
                  <a:pt x="10" y="8220"/>
                </a:lnTo>
                <a:lnTo>
                  <a:pt x="20" y="8158"/>
                </a:lnTo>
                <a:lnTo>
                  <a:pt x="32" y="8098"/>
                </a:lnTo>
                <a:lnTo>
                  <a:pt x="48" y="8036"/>
                </a:lnTo>
                <a:lnTo>
                  <a:pt x="66" y="7978"/>
                </a:lnTo>
                <a:lnTo>
                  <a:pt x="88" y="7918"/>
                </a:lnTo>
                <a:lnTo>
                  <a:pt x="112" y="7860"/>
                </a:lnTo>
                <a:lnTo>
                  <a:pt x="138" y="7804"/>
                </a:lnTo>
                <a:lnTo>
                  <a:pt x="168" y="7748"/>
                </a:lnTo>
                <a:lnTo>
                  <a:pt x="202" y="7694"/>
                </a:lnTo>
                <a:lnTo>
                  <a:pt x="238" y="7640"/>
                </a:lnTo>
                <a:lnTo>
                  <a:pt x="276" y="7588"/>
                </a:lnTo>
                <a:lnTo>
                  <a:pt x="318" y="7538"/>
                </a:lnTo>
                <a:lnTo>
                  <a:pt x="362" y="7490"/>
                </a:lnTo>
                <a:lnTo>
                  <a:pt x="410" y="7442"/>
                </a:lnTo>
                <a:lnTo>
                  <a:pt x="3196" y="4838"/>
                </a:lnTo>
                <a:lnTo>
                  <a:pt x="410" y="2234"/>
                </a:lnTo>
                <a:lnTo>
                  <a:pt x="410" y="2234"/>
                </a:lnTo>
                <a:lnTo>
                  <a:pt x="362" y="2188"/>
                </a:lnTo>
                <a:lnTo>
                  <a:pt x="318" y="2140"/>
                </a:lnTo>
                <a:lnTo>
                  <a:pt x="276" y="2090"/>
                </a:lnTo>
                <a:lnTo>
                  <a:pt x="238" y="2038"/>
                </a:lnTo>
                <a:lnTo>
                  <a:pt x="202" y="1984"/>
                </a:lnTo>
                <a:lnTo>
                  <a:pt x="168" y="1930"/>
                </a:lnTo>
                <a:lnTo>
                  <a:pt x="138" y="1874"/>
                </a:lnTo>
                <a:lnTo>
                  <a:pt x="112" y="1818"/>
                </a:lnTo>
                <a:lnTo>
                  <a:pt x="88" y="1760"/>
                </a:lnTo>
                <a:lnTo>
                  <a:pt x="66" y="1700"/>
                </a:lnTo>
                <a:lnTo>
                  <a:pt x="48" y="1640"/>
                </a:lnTo>
                <a:lnTo>
                  <a:pt x="32" y="1580"/>
                </a:lnTo>
                <a:lnTo>
                  <a:pt x="20" y="1520"/>
                </a:lnTo>
                <a:lnTo>
                  <a:pt x="10" y="1458"/>
                </a:lnTo>
                <a:lnTo>
                  <a:pt x="4" y="1396"/>
                </a:lnTo>
                <a:lnTo>
                  <a:pt x="0" y="1334"/>
                </a:lnTo>
                <a:lnTo>
                  <a:pt x="0" y="1272"/>
                </a:lnTo>
                <a:lnTo>
                  <a:pt x="2" y="1210"/>
                </a:lnTo>
                <a:lnTo>
                  <a:pt x="8" y="1148"/>
                </a:lnTo>
                <a:lnTo>
                  <a:pt x="16" y="1088"/>
                </a:lnTo>
                <a:lnTo>
                  <a:pt x="26" y="1026"/>
                </a:lnTo>
                <a:lnTo>
                  <a:pt x="42" y="966"/>
                </a:lnTo>
                <a:lnTo>
                  <a:pt x="58" y="906"/>
                </a:lnTo>
                <a:lnTo>
                  <a:pt x="78" y="846"/>
                </a:lnTo>
                <a:lnTo>
                  <a:pt x="102" y="788"/>
                </a:lnTo>
                <a:lnTo>
                  <a:pt x="128" y="730"/>
                </a:lnTo>
                <a:lnTo>
                  <a:pt x="156" y="672"/>
                </a:lnTo>
                <a:lnTo>
                  <a:pt x="188" y="618"/>
                </a:lnTo>
                <a:lnTo>
                  <a:pt x="224" y="562"/>
                </a:lnTo>
                <a:lnTo>
                  <a:pt x="262" y="510"/>
                </a:lnTo>
                <a:lnTo>
                  <a:pt x="304" y="458"/>
                </a:lnTo>
                <a:lnTo>
                  <a:pt x="348" y="410"/>
                </a:lnTo>
                <a:lnTo>
                  <a:pt x="348" y="410"/>
                </a:lnTo>
                <a:lnTo>
                  <a:pt x="394" y="362"/>
                </a:lnTo>
                <a:lnTo>
                  <a:pt x="442" y="318"/>
                </a:lnTo>
                <a:lnTo>
                  <a:pt x="492" y="276"/>
                </a:lnTo>
                <a:lnTo>
                  <a:pt x="544" y="236"/>
                </a:lnTo>
                <a:lnTo>
                  <a:pt x="598" y="200"/>
                </a:lnTo>
                <a:lnTo>
                  <a:pt x="652" y="168"/>
                </a:lnTo>
                <a:lnTo>
                  <a:pt x="708" y="138"/>
                </a:lnTo>
                <a:lnTo>
                  <a:pt x="764" y="112"/>
                </a:lnTo>
                <a:lnTo>
                  <a:pt x="822" y="86"/>
                </a:lnTo>
                <a:lnTo>
                  <a:pt x="882" y="66"/>
                </a:lnTo>
                <a:lnTo>
                  <a:pt x="942" y="48"/>
                </a:lnTo>
                <a:lnTo>
                  <a:pt x="1002" y="32"/>
                </a:lnTo>
                <a:lnTo>
                  <a:pt x="1062" y="20"/>
                </a:lnTo>
                <a:lnTo>
                  <a:pt x="1124" y="10"/>
                </a:lnTo>
                <a:lnTo>
                  <a:pt x="1186" y="4"/>
                </a:lnTo>
                <a:lnTo>
                  <a:pt x="1248" y="0"/>
                </a:lnTo>
                <a:lnTo>
                  <a:pt x="1310" y="0"/>
                </a:lnTo>
                <a:lnTo>
                  <a:pt x="1372" y="2"/>
                </a:lnTo>
                <a:lnTo>
                  <a:pt x="1434" y="8"/>
                </a:lnTo>
                <a:lnTo>
                  <a:pt x="1494" y="16"/>
                </a:lnTo>
                <a:lnTo>
                  <a:pt x="1556" y="26"/>
                </a:lnTo>
                <a:lnTo>
                  <a:pt x="1616" y="40"/>
                </a:lnTo>
                <a:lnTo>
                  <a:pt x="1676" y="58"/>
                </a:lnTo>
                <a:lnTo>
                  <a:pt x="1736" y="78"/>
                </a:lnTo>
                <a:lnTo>
                  <a:pt x="1796" y="102"/>
                </a:lnTo>
                <a:lnTo>
                  <a:pt x="1852" y="128"/>
                </a:lnTo>
                <a:lnTo>
                  <a:pt x="1910" y="156"/>
                </a:lnTo>
                <a:lnTo>
                  <a:pt x="1964" y="188"/>
                </a:lnTo>
                <a:lnTo>
                  <a:pt x="2020" y="224"/>
                </a:lnTo>
                <a:lnTo>
                  <a:pt x="2072" y="262"/>
                </a:lnTo>
                <a:lnTo>
                  <a:pt x="2124" y="302"/>
                </a:lnTo>
                <a:lnTo>
                  <a:pt x="2174" y="348"/>
                </a:lnTo>
                <a:lnTo>
                  <a:pt x="5970" y="3896"/>
                </a:lnTo>
                <a:lnTo>
                  <a:pt x="5970" y="3896"/>
                </a:lnTo>
                <a:lnTo>
                  <a:pt x="6018" y="3942"/>
                </a:lnTo>
                <a:lnTo>
                  <a:pt x="6062" y="3992"/>
                </a:lnTo>
                <a:lnTo>
                  <a:pt x="6106" y="4042"/>
                </a:lnTo>
                <a:lnTo>
                  <a:pt x="6144" y="4096"/>
                </a:lnTo>
                <a:lnTo>
                  <a:pt x="6180" y="4150"/>
                </a:lnTo>
                <a:lnTo>
                  <a:pt x="6214" y="4206"/>
                </a:lnTo>
                <a:lnTo>
                  <a:pt x="6246" y="4264"/>
                </a:lnTo>
                <a:lnTo>
                  <a:pt x="6274" y="4324"/>
                </a:lnTo>
                <a:lnTo>
                  <a:pt x="6298" y="4386"/>
                </a:lnTo>
                <a:lnTo>
                  <a:pt x="6320" y="4448"/>
                </a:lnTo>
                <a:lnTo>
                  <a:pt x="6338" y="4510"/>
                </a:lnTo>
                <a:lnTo>
                  <a:pt x="6352" y="4574"/>
                </a:lnTo>
                <a:lnTo>
                  <a:pt x="6364" y="4640"/>
                </a:lnTo>
                <a:lnTo>
                  <a:pt x="6374" y="4706"/>
                </a:lnTo>
                <a:lnTo>
                  <a:pt x="6378" y="4772"/>
                </a:lnTo>
                <a:lnTo>
                  <a:pt x="6380" y="4838"/>
                </a:lnTo>
                <a:lnTo>
                  <a:pt x="6380" y="4838"/>
                </a:lnTo>
                <a:lnTo>
                  <a:pt x="6378" y="4906"/>
                </a:lnTo>
                <a:lnTo>
                  <a:pt x="6374" y="4972"/>
                </a:lnTo>
                <a:lnTo>
                  <a:pt x="6364" y="5038"/>
                </a:lnTo>
                <a:lnTo>
                  <a:pt x="6352" y="5102"/>
                </a:lnTo>
                <a:lnTo>
                  <a:pt x="6338" y="5166"/>
                </a:lnTo>
                <a:lnTo>
                  <a:pt x="6320" y="5230"/>
                </a:lnTo>
                <a:lnTo>
                  <a:pt x="6298" y="5292"/>
                </a:lnTo>
                <a:lnTo>
                  <a:pt x="6274" y="5354"/>
                </a:lnTo>
                <a:lnTo>
                  <a:pt x="6246" y="5412"/>
                </a:lnTo>
                <a:lnTo>
                  <a:pt x="6214" y="5470"/>
                </a:lnTo>
                <a:lnTo>
                  <a:pt x="6180" y="5528"/>
                </a:lnTo>
                <a:lnTo>
                  <a:pt x="6144" y="5582"/>
                </a:lnTo>
                <a:lnTo>
                  <a:pt x="6106" y="5636"/>
                </a:lnTo>
                <a:lnTo>
                  <a:pt x="6062" y="5686"/>
                </a:lnTo>
                <a:lnTo>
                  <a:pt x="6018" y="5736"/>
                </a:lnTo>
                <a:lnTo>
                  <a:pt x="5970" y="5782"/>
                </a:lnTo>
                <a:lnTo>
                  <a:pt x="2174" y="9330"/>
                </a:lnTo>
                <a:lnTo>
                  <a:pt x="2174" y="9330"/>
                </a:lnTo>
                <a:lnTo>
                  <a:pt x="2126" y="9372"/>
                </a:lnTo>
                <a:lnTo>
                  <a:pt x="2076" y="9412"/>
                </a:lnTo>
                <a:lnTo>
                  <a:pt x="2026" y="9448"/>
                </a:lnTo>
                <a:lnTo>
                  <a:pt x="1974" y="9482"/>
                </a:lnTo>
                <a:lnTo>
                  <a:pt x="1922" y="9514"/>
                </a:lnTo>
                <a:lnTo>
                  <a:pt x="1868" y="9542"/>
                </a:lnTo>
                <a:lnTo>
                  <a:pt x="1814" y="9568"/>
                </a:lnTo>
                <a:lnTo>
                  <a:pt x="1758" y="9592"/>
                </a:lnTo>
                <a:lnTo>
                  <a:pt x="1700" y="9612"/>
                </a:lnTo>
                <a:lnTo>
                  <a:pt x="1644" y="9630"/>
                </a:lnTo>
                <a:lnTo>
                  <a:pt x="1586" y="9644"/>
                </a:lnTo>
                <a:lnTo>
                  <a:pt x="1528" y="9656"/>
                </a:lnTo>
                <a:lnTo>
                  <a:pt x="1468" y="9666"/>
                </a:lnTo>
                <a:lnTo>
                  <a:pt x="1410" y="9672"/>
                </a:lnTo>
                <a:lnTo>
                  <a:pt x="1350" y="9676"/>
                </a:lnTo>
                <a:lnTo>
                  <a:pt x="1292" y="9678"/>
                </a:lnTo>
                <a:lnTo>
                  <a:pt x="1292" y="9678"/>
                </a:lnTo>
                <a:close/>
              </a:path>
            </a:pathLst>
          </a:custGeom>
          <a:solidFill>
            <a:srgbClr val="3A543B"/>
          </a:solidFill>
          <a:ln w="15875">
            <a:noFill/>
            <a:miter lim="800000"/>
          </a:ln>
        </p:spPr>
        <p:txBody>
          <a:bodyPr anchor="ctr"/>
          <a:lstStyle/>
          <a:p>
            <a:pPr algn="ctr"/>
          </a:p>
        </p:txBody>
      </p:sp>
      <p:sp>
        <p:nvSpPr>
          <p:cNvPr id="14" name="iSliḍe"/>
          <p:cNvSpPr/>
          <p:nvPr/>
        </p:nvSpPr>
        <p:spPr bwMode="auto">
          <a:xfrm>
            <a:off x="2549213" y="3901557"/>
            <a:ext cx="810854" cy="1230007"/>
          </a:xfrm>
          <a:custGeom>
            <a:avLst/>
            <a:gdLst>
              <a:gd name="T0" fmla="*/ 1226 w 6380"/>
              <a:gd name="T1" fmla="*/ 9676 h 9678"/>
              <a:gd name="T2" fmla="*/ 1034 w 6380"/>
              <a:gd name="T3" fmla="*/ 9652 h 9678"/>
              <a:gd name="T4" fmla="*/ 846 w 6380"/>
              <a:gd name="T5" fmla="*/ 9600 h 9678"/>
              <a:gd name="T6" fmla="*/ 666 w 6380"/>
              <a:gd name="T7" fmla="*/ 9518 h 9678"/>
              <a:gd name="T8" fmla="*/ 500 w 6380"/>
              <a:gd name="T9" fmla="*/ 9408 h 9678"/>
              <a:gd name="T10" fmla="*/ 348 w 6380"/>
              <a:gd name="T11" fmla="*/ 9268 h 9678"/>
              <a:gd name="T12" fmla="*/ 262 w 6380"/>
              <a:gd name="T13" fmla="*/ 9168 h 9678"/>
              <a:gd name="T14" fmla="*/ 156 w 6380"/>
              <a:gd name="T15" fmla="*/ 9004 h 9678"/>
              <a:gd name="T16" fmla="*/ 78 w 6380"/>
              <a:gd name="T17" fmla="*/ 8832 h 9678"/>
              <a:gd name="T18" fmla="*/ 26 w 6380"/>
              <a:gd name="T19" fmla="*/ 8652 h 9678"/>
              <a:gd name="T20" fmla="*/ 2 w 6380"/>
              <a:gd name="T21" fmla="*/ 8466 h 9678"/>
              <a:gd name="T22" fmla="*/ 4 w 6380"/>
              <a:gd name="T23" fmla="*/ 8282 h 9678"/>
              <a:gd name="T24" fmla="*/ 32 w 6380"/>
              <a:gd name="T25" fmla="*/ 8098 h 9678"/>
              <a:gd name="T26" fmla="*/ 88 w 6380"/>
              <a:gd name="T27" fmla="*/ 7918 h 9678"/>
              <a:gd name="T28" fmla="*/ 168 w 6380"/>
              <a:gd name="T29" fmla="*/ 7748 h 9678"/>
              <a:gd name="T30" fmla="*/ 276 w 6380"/>
              <a:gd name="T31" fmla="*/ 7588 h 9678"/>
              <a:gd name="T32" fmla="*/ 410 w 6380"/>
              <a:gd name="T33" fmla="*/ 7442 h 9678"/>
              <a:gd name="T34" fmla="*/ 410 w 6380"/>
              <a:gd name="T35" fmla="*/ 2234 h 9678"/>
              <a:gd name="T36" fmla="*/ 276 w 6380"/>
              <a:gd name="T37" fmla="*/ 2090 h 9678"/>
              <a:gd name="T38" fmla="*/ 168 w 6380"/>
              <a:gd name="T39" fmla="*/ 1930 h 9678"/>
              <a:gd name="T40" fmla="*/ 88 w 6380"/>
              <a:gd name="T41" fmla="*/ 1760 h 9678"/>
              <a:gd name="T42" fmla="*/ 32 w 6380"/>
              <a:gd name="T43" fmla="*/ 1580 h 9678"/>
              <a:gd name="T44" fmla="*/ 4 w 6380"/>
              <a:gd name="T45" fmla="*/ 1396 h 9678"/>
              <a:gd name="T46" fmla="*/ 2 w 6380"/>
              <a:gd name="T47" fmla="*/ 1210 h 9678"/>
              <a:gd name="T48" fmla="*/ 26 w 6380"/>
              <a:gd name="T49" fmla="*/ 1026 h 9678"/>
              <a:gd name="T50" fmla="*/ 78 w 6380"/>
              <a:gd name="T51" fmla="*/ 846 h 9678"/>
              <a:gd name="T52" fmla="*/ 156 w 6380"/>
              <a:gd name="T53" fmla="*/ 672 h 9678"/>
              <a:gd name="T54" fmla="*/ 262 w 6380"/>
              <a:gd name="T55" fmla="*/ 510 h 9678"/>
              <a:gd name="T56" fmla="*/ 348 w 6380"/>
              <a:gd name="T57" fmla="*/ 410 h 9678"/>
              <a:gd name="T58" fmla="*/ 492 w 6380"/>
              <a:gd name="T59" fmla="*/ 276 h 9678"/>
              <a:gd name="T60" fmla="*/ 652 w 6380"/>
              <a:gd name="T61" fmla="*/ 168 h 9678"/>
              <a:gd name="T62" fmla="*/ 822 w 6380"/>
              <a:gd name="T63" fmla="*/ 86 h 9678"/>
              <a:gd name="T64" fmla="*/ 1002 w 6380"/>
              <a:gd name="T65" fmla="*/ 32 h 9678"/>
              <a:gd name="T66" fmla="*/ 1186 w 6380"/>
              <a:gd name="T67" fmla="*/ 4 h 9678"/>
              <a:gd name="T68" fmla="*/ 1372 w 6380"/>
              <a:gd name="T69" fmla="*/ 2 h 9678"/>
              <a:gd name="T70" fmla="*/ 1556 w 6380"/>
              <a:gd name="T71" fmla="*/ 26 h 9678"/>
              <a:gd name="T72" fmla="*/ 1736 w 6380"/>
              <a:gd name="T73" fmla="*/ 78 h 9678"/>
              <a:gd name="T74" fmla="*/ 1910 w 6380"/>
              <a:gd name="T75" fmla="*/ 156 h 9678"/>
              <a:gd name="T76" fmla="*/ 2072 w 6380"/>
              <a:gd name="T77" fmla="*/ 262 h 9678"/>
              <a:gd name="T78" fmla="*/ 5970 w 6380"/>
              <a:gd name="T79" fmla="*/ 3896 h 9678"/>
              <a:gd name="T80" fmla="*/ 6062 w 6380"/>
              <a:gd name="T81" fmla="*/ 3992 h 9678"/>
              <a:gd name="T82" fmla="*/ 6180 w 6380"/>
              <a:gd name="T83" fmla="*/ 4150 h 9678"/>
              <a:gd name="T84" fmla="*/ 6274 w 6380"/>
              <a:gd name="T85" fmla="*/ 4324 h 9678"/>
              <a:gd name="T86" fmla="*/ 6338 w 6380"/>
              <a:gd name="T87" fmla="*/ 4510 h 9678"/>
              <a:gd name="T88" fmla="*/ 6374 w 6380"/>
              <a:gd name="T89" fmla="*/ 4706 h 9678"/>
              <a:gd name="T90" fmla="*/ 6380 w 6380"/>
              <a:gd name="T91" fmla="*/ 4838 h 9678"/>
              <a:gd name="T92" fmla="*/ 6364 w 6380"/>
              <a:gd name="T93" fmla="*/ 5038 h 9678"/>
              <a:gd name="T94" fmla="*/ 6320 w 6380"/>
              <a:gd name="T95" fmla="*/ 5230 h 9678"/>
              <a:gd name="T96" fmla="*/ 6246 w 6380"/>
              <a:gd name="T97" fmla="*/ 5412 h 9678"/>
              <a:gd name="T98" fmla="*/ 6144 w 6380"/>
              <a:gd name="T99" fmla="*/ 5582 h 9678"/>
              <a:gd name="T100" fmla="*/ 6018 w 6380"/>
              <a:gd name="T101" fmla="*/ 5736 h 9678"/>
              <a:gd name="T102" fmla="*/ 2174 w 6380"/>
              <a:gd name="T103" fmla="*/ 9330 h 9678"/>
              <a:gd name="T104" fmla="*/ 2026 w 6380"/>
              <a:gd name="T105" fmla="*/ 9448 h 9678"/>
              <a:gd name="T106" fmla="*/ 1868 w 6380"/>
              <a:gd name="T107" fmla="*/ 9542 h 9678"/>
              <a:gd name="T108" fmla="*/ 1700 w 6380"/>
              <a:gd name="T109" fmla="*/ 9612 h 9678"/>
              <a:gd name="T110" fmla="*/ 1528 w 6380"/>
              <a:gd name="T111" fmla="*/ 9656 h 9678"/>
              <a:gd name="T112" fmla="*/ 1350 w 6380"/>
              <a:gd name="T113" fmla="*/ 9676 h 96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6380" h="9678">
                <a:moveTo>
                  <a:pt x="1292" y="9678"/>
                </a:moveTo>
                <a:lnTo>
                  <a:pt x="1292" y="9678"/>
                </a:lnTo>
                <a:lnTo>
                  <a:pt x="1226" y="9676"/>
                </a:lnTo>
                <a:lnTo>
                  <a:pt x="1162" y="9672"/>
                </a:lnTo>
                <a:lnTo>
                  <a:pt x="1098" y="9664"/>
                </a:lnTo>
                <a:lnTo>
                  <a:pt x="1034" y="9652"/>
                </a:lnTo>
                <a:lnTo>
                  <a:pt x="970" y="9638"/>
                </a:lnTo>
                <a:lnTo>
                  <a:pt x="908" y="9620"/>
                </a:lnTo>
                <a:lnTo>
                  <a:pt x="846" y="9600"/>
                </a:lnTo>
                <a:lnTo>
                  <a:pt x="786" y="9576"/>
                </a:lnTo>
                <a:lnTo>
                  <a:pt x="726" y="9548"/>
                </a:lnTo>
                <a:lnTo>
                  <a:pt x="666" y="9518"/>
                </a:lnTo>
                <a:lnTo>
                  <a:pt x="610" y="9484"/>
                </a:lnTo>
                <a:lnTo>
                  <a:pt x="554" y="9448"/>
                </a:lnTo>
                <a:lnTo>
                  <a:pt x="500" y="9408"/>
                </a:lnTo>
                <a:lnTo>
                  <a:pt x="446" y="9364"/>
                </a:lnTo>
                <a:lnTo>
                  <a:pt x="396" y="9318"/>
                </a:lnTo>
                <a:lnTo>
                  <a:pt x="348" y="9268"/>
                </a:lnTo>
                <a:lnTo>
                  <a:pt x="348" y="9268"/>
                </a:lnTo>
                <a:lnTo>
                  <a:pt x="304" y="9218"/>
                </a:lnTo>
                <a:lnTo>
                  <a:pt x="262" y="9168"/>
                </a:lnTo>
                <a:lnTo>
                  <a:pt x="224" y="9114"/>
                </a:lnTo>
                <a:lnTo>
                  <a:pt x="188" y="9060"/>
                </a:lnTo>
                <a:lnTo>
                  <a:pt x="156" y="9004"/>
                </a:lnTo>
                <a:lnTo>
                  <a:pt x="128" y="8948"/>
                </a:lnTo>
                <a:lnTo>
                  <a:pt x="102" y="8890"/>
                </a:lnTo>
                <a:lnTo>
                  <a:pt x="78" y="8832"/>
                </a:lnTo>
                <a:lnTo>
                  <a:pt x="58" y="8772"/>
                </a:lnTo>
                <a:lnTo>
                  <a:pt x="42" y="8712"/>
                </a:lnTo>
                <a:lnTo>
                  <a:pt x="26" y="8652"/>
                </a:lnTo>
                <a:lnTo>
                  <a:pt x="16" y="8590"/>
                </a:lnTo>
                <a:lnTo>
                  <a:pt x="8" y="8528"/>
                </a:lnTo>
                <a:lnTo>
                  <a:pt x="2" y="8466"/>
                </a:lnTo>
                <a:lnTo>
                  <a:pt x="0" y="8404"/>
                </a:lnTo>
                <a:lnTo>
                  <a:pt x="0" y="8342"/>
                </a:lnTo>
                <a:lnTo>
                  <a:pt x="4" y="8282"/>
                </a:lnTo>
                <a:lnTo>
                  <a:pt x="10" y="8220"/>
                </a:lnTo>
                <a:lnTo>
                  <a:pt x="20" y="8158"/>
                </a:lnTo>
                <a:lnTo>
                  <a:pt x="32" y="8098"/>
                </a:lnTo>
                <a:lnTo>
                  <a:pt x="48" y="8036"/>
                </a:lnTo>
                <a:lnTo>
                  <a:pt x="66" y="7978"/>
                </a:lnTo>
                <a:lnTo>
                  <a:pt x="88" y="7918"/>
                </a:lnTo>
                <a:lnTo>
                  <a:pt x="112" y="7860"/>
                </a:lnTo>
                <a:lnTo>
                  <a:pt x="138" y="7804"/>
                </a:lnTo>
                <a:lnTo>
                  <a:pt x="168" y="7748"/>
                </a:lnTo>
                <a:lnTo>
                  <a:pt x="202" y="7694"/>
                </a:lnTo>
                <a:lnTo>
                  <a:pt x="238" y="7640"/>
                </a:lnTo>
                <a:lnTo>
                  <a:pt x="276" y="7588"/>
                </a:lnTo>
                <a:lnTo>
                  <a:pt x="318" y="7538"/>
                </a:lnTo>
                <a:lnTo>
                  <a:pt x="362" y="7490"/>
                </a:lnTo>
                <a:lnTo>
                  <a:pt x="410" y="7442"/>
                </a:lnTo>
                <a:lnTo>
                  <a:pt x="3196" y="4838"/>
                </a:lnTo>
                <a:lnTo>
                  <a:pt x="410" y="2234"/>
                </a:lnTo>
                <a:lnTo>
                  <a:pt x="410" y="2234"/>
                </a:lnTo>
                <a:lnTo>
                  <a:pt x="362" y="2188"/>
                </a:lnTo>
                <a:lnTo>
                  <a:pt x="318" y="2140"/>
                </a:lnTo>
                <a:lnTo>
                  <a:pt x="276" y="2090"/>
                </a:lnTo>
                <a:lnTo>
                  <a:pt x="238" y="2038"/>
                </a:lnTo>
                <a:lnTo>
                  <a:pt x="202" y="1984"/>
                </a:lnTo>
                <a:lnTo>
                  <a:pt x="168" y="1930"/>
                </a:lnTo>
                <a:lnTo>
                  <a:pt x="138" y="1874"/>
                </a:lnTo>
                <a:lnTo>
                  <a:pt x="112" y="1818"/>
                </a:lnTo>
                <a:lnTo>
                  <a:pt x="88" y="1760"/>
                </a:lnTo>
                <a:lnTo>
                  <a:pt x="66" y="1700"/>
                </a:lnTo>
                <a:lnTo>
                  <a:pt x="48" y="1640"/>
                </a:lnTo>
                <a:lnTo>
                  <a:pt x="32" y="1580"/>
                </a:lnTo>
                <a:lnTo>
                  <a:pt x="20" y="1520"/>
                </a:lnTo>
                <a:lnTo>
                  <a:pt x="10" y="1458"/>
                </a:lnTo>
                <a:lnTo>
                  <a:pt x="4" y="1396"/>
                </a:lnTo>
                <a:lnTo>
                  <a:pt x="0" y="1334"/>
                </a:lnTo>
                <a:lnTo>
                  <a:pt x="0" y="1272"/>
                </a:lnTo>
                <a:lnTo>
                  <a:pt x="2" y="1210"/>
                </a:lnTo>
                <a:lnTo>
                  <a:pt x="8" y="1148"/>
                </a:lnTo>
                <a:lnTo>
                  <a:pt x="16" y="1088"/>
                </a:lnTo>
                <a:lnTo>
                  <a:pt x="26" y="1026"/>
                </a:lnTo>
                <a:lnTo>
                  <a:pt x="42" y="966"/>
                </a:lnTo>
                <a:lnTo>
                  <a:pt x="58" y="906"/>
                </a:lnTo>
                <a:lnTo>
                  <a:pt x="78" y="846"/>
                </a:lnTo>
                <a:lnTo>
                  <a:pt x="102" y="788"/>
                </a:lnTo>
                <a:lnTo>
                  <a:pt x="128" y="730"/>
                </a:lnTo>
                <a:lnTo>
                  <a:pt x="156" y="672"/>
                </a:lnTo>
                <a:lnTo>
                  <a:pt x="188" y="618"/>
                </a:lnTo>
                <a:lnTo>
                  <a:pt x="224" y="562"/>
                </a:lnTo>
                <a:lnTo>
                  <a:pt x="262" y="510"/>
                </a:lnTo>
                <a:lnTo>
                  <a:pt x="304" y="458"/>
                </a:lnTo>
                <a:lnTo>
                  <a:pt x="348" y="410"/>
                </a:lnTo>
                <a:lnTo>
                  <a:pt x="348" y="410"/>
                </a:lnTo>
                <a:lnTo>
                  <a:pt x="394" y="362"/>
                </a:lnTo>
                <a:lnTo>
                  <a:pt x="442" y="318"/>
                </a:lnTo>
                <a:lnTo>
                  <a:pt x="492" y="276"/>
                </a:lnTo>
                <a:lnTo>
                  <a:pt x="544" y="236"/>
                </a:lnTo>
                <a:lnTo>
                  <a:pt x="598" y="200"/>
                </a:lnTo>
                <a:lnTo>
                  <a:pt x="652" y="168"/>
                </a:lnTo>
                <a:lnTo>
                  <a:pt x="708" y="138"/>
                </a:lnTo>
                <a:lnTo>
                  <a:pt x="764" y="112"/>
                </a:lnTo>
                <a:lnTo>
                  <a:pt x="822" y="86"/>
                </a:lnTo>
                <a:lnTo>
                  <a:pt x="882" y="66"/>
                </a:lnTo>
                <a:lnTo>
                  <a:pt x="942" y="48"/>
                </a:lnTo>
                <a:lnTo>
                  <a:pt x="1002" y="32"/>
                </a:lnTo>
                <a:lnTo>
                  <a:pt x="1062" y="20"/>
                </a:lnTo>
                <a:lnTo>
                  <a:pt x="1124" y="10"/>
                </a:lnTo>
                <a:lnTo>
                  <a:pt x="1186" y="4"/>
                </a:lnTo>
                <a:lnTo>
                  <a:pt x="1248" y="0"/>
                </a:lnTo>
                <a:lnTo>
                  <a:pt x="1310" y="0"/>
                </a:lnTo>
                <a:lnTo>
                  <a:pt x="1372" y="2"/>
                </a:lnTo>
                <a:lnTo>
                  <a:pt x="1434" y="8"/>
                </a:lnTo>
                <a:lnTo>
                  <a:pt x="1494" y="16"/>
                </a:lnTo>
                <a:lnTo>
                  <a:pt x="1556" y="26"/>
                </a:lnTo>
                <a:lnTo>
                  <a:pt x="1616" y="40"/>
                </a:lnTo>
                <a:lnTo>
                  <a:pt x="1676" y="58"/>
                </a:lnTo>
                <a:lnTo>
                  <a:pt x="1736" y="78"/>
                </a:lnTo>
                <a:lnTo>
                  <a:pt x="1796" y="102"/>
                </a:lnTo>
                <a:lnTo>
                  <a:pt x="1852" y="128"/>
                </a:lnTo>
                <a:lnTo>
                  <a:pt x="1910" y="156"/>
                </a:lnTo>
                <a:lnTo>
                  <a:pt x="1964" y="188"/>
                </a:lnTo>
                <a:lnTo>
                  <a:pt x="2020" y="224"/>
                </a:lnTo>
                <a:lnTo>
                  <a:pt x="2072" y="262"/>
                </a:lnTo>
                <a:lnTo>
                  <a:pt x="2124" y="302"/>
                </a:lnTo>
                <a:lnTo>
                  <a:pt x="2174" y="348"/>
                </a:lnTo>
                <a:lnTo>
                  <a:pt x="5970" y="3896"/>
                </a:lnTo>
                <a:lnTo>
                  <a:pt x="5970" y="3896"/>
                </a:lnTo>
                <a:lnTo>
                  <a:pt x="6018" y="3942"/>
                </a:lnTo>
                <a:lnTo>
                  <a:pt x="6062" y="3992"/>
                </a:lnTo>
                <a:lnTo>
                  <a:pt x="6106" y="4042"/>
                </a:lnTo>
                <a:lnTo>
                  <a:pt x="6144" y="4096"/>
                </a:lnTo>
                <a:lnTo>
                  <a:pt x="6180" y="4150"/>
                </a:lnTo>
                <a:lnTo>
                  <a:pt x="6214" y="4206"/>
                </a:lnTo>
                <a:lnTo>
                  <a:pt x="6246" y="4264"/>
                </a:lnTo>
                <a:lnTo>
                  <a:pt x="6274" y="4324"/>
                </a:lnTo>
                <a:lnTo>
                  <a:pt x="6298" y="4386"/>
                </a:lnTo>
                <a:lnTo>
                  <a:pt x="6320" y="4448"/>
                </a:lnTo>
                <a:lnTo>
                  <a:pt x="6338" y="4510"/>
                </a:lnTo>
                <a:lnTo>
                  <a:pt x="6352" y="4574"/>
                </a:lnTo>
                <a:lnTo>
                  <a:pt x="6364" y="4640"/>
                </a:lnTo>
                <a:lnTo>
                  <a:pt x="6374" y="4706"/>
                </a:lnTo>
                <a:lnTo>
                  <a:pt x="6378" y="4772"/>
                </a:lnTo>
                <a:lnTo>
                  <a:pt x="6380" y="4838"/>
                </a:lnTo>
                <a:lnTo>
                  <a:pt x="6380" y="4838"/>
                </a:lnTo>
                <a:lnTo>
                  <a:pt x="6378" y="4906"/>
                </a:lnTo>
                <a:lnTo>
                  <a:pt x="6374" y="4972"/>
                </a:lnTo>
                <a:lnTo>
                  <a:pt x="6364" y="5038"/>
                </a:lnTo>
                <a:lnTo>
                  <a:pt x="6352" y="5102"/>
                </a:lnTo>
                <a:lnTo>
                  <a:pt x="6338" y="5166"/>
                </a:lnTo>
                <a:lnTo>
                  <a:pt x="6320" y="5230"/>
                </a:lnTo>
                <a:lnTo>
                  <a:pt x="6298" y="5292"/>
                </a:lnTo>
                <a:lnTo>
                  <a:pt x="6274" y="5354"/>
                </a:lnTo>
                <a:lnTo>
                  <a:pt x="6246" y="5412"/>
                </a:lnTo>
                <a:lnTo>
                  <a:pt x="6214" y="5470"/>
                </a:lnTo>
                <a:lnTo>
                  <a:pt x="6180" y="5528"/>
                </a:lnTo>
                <a:lnTo>
                  <a:pt x="6144" y="5582"/>
                </a:lnTo>
                <a:lnTo>
                  <a:pt x="6106" y="5636"/>
                </a:lnTo>
                <a:lnTo>
                  <a:pt x="6062" y="5686"/>
                </a:lnTo>
                <a:lnTo>
                  <a:pt x="6018" y="5736"/>
                </a:lnTo>
                <a:lnTo>
                  <a:pt x="5970" y="5782"/>
                </a:lnTo>
                <a:lnTo>
                  <a:pt x="2174" y="9330"/>
                </a:lnTo>
                <a:lnTo>
                  <a:pt x="2174" y="9330"/>
                </a:lnTo>
                <a:lnTo>
                  <a:pt x="2126" y="9372"/>
                </a:lnTo>
                <a:lnTo>
                  <a:pt x="2076" y="9412"/>
                </a:lnTo>
                <a:lnTo>
                  <a:pt x="2026" y="9448"/>
                </a:lnTo>
                <a:lnTo>
                  <a:pt x="1974" y="9482"/>
                </a:lnTo>
                <a:lnTo>
                  <a:pt x="1922" y="9514"/>
                </a:lnTo>
                <a:lnTo>
                  <a:pt x="1868" y="9542"/>
                </a:lnTo>
                <a:lnTo>
                  <a:pt x="1814" y="9568"/>
                </a:lnTo>
                <a:lnTo>
                  <a:pt x="1758" y="9592"/>
                </a:lnTo>
                <a:lnTo>
                  <a:pt x="1700" y="9612"/>
                </a:lnTo>
                <a:lnTo>
                  <a:pt x="1644" y="9630"/>
                </a:lnTo>
                <a:lnTo>
                  <a:pt x="1586" y="9644"/>
                </a:lnTo>
                <a:lnTo>
                  <a:pt x="1528" y="9656"/>
                </a:lnTo>
                <a:lnTo>
                  <a:pt x="1468" y="9666"/>
                </a:lnTo>
                <a:lnTo>
                  <a:pt x="1410" y="9672"/>
                </a:lnTo>
                <a:lnTo>
                  <a:pt x="1350" y="9676"/>
                </a:lnTo>
                <a:lnTo>
                  <a:pt x="1292" y="9678"/>
                </a:lnTo>
                <a:lnTo>
                  <a:pt x="1292" y="9678"/>
                </a:lnTo>
                <a:close/>
              </a:path>
            </a:pathLst>
          </a:custGeom>
          <a:solidFill>
            <a:srgbClr val="3A543B"/>
          </a:solidFill>
          <a:ln w="15875">
            <a:noFill/>
            <a:miter lim="800000"/>
          </a:ln>
        </p:spPr>
        <p:txBody>
          <a:bodyPr anchor="ctr"/>
          <a:lstStyle/>
          <a:p>
            <a:pPr algn="ctr"/>
          </a:p>
        </p:txBody>
      </p:sp>
      <p:sp>
        <p:nvSpPr>
          <p:cNvPr id="15" name="iṧḻiḑé"/>
          <p:cNvSpPr/>
          <p:nvPr/>
        </p:nvSpPr>
        <p:spPr bwMode="auto">
          <a:xfrm>
            <a:off x="5456306" y="3508622"/>
            <a:ext cx="1328921" cy="2015878"/>
          </a:xfrm>
          <a:custGeom>
            <a:avLst/>
            <a:gdLst>
              <a:gd name="T0" fmla="*/ 1226 w 6380"/>
              <a:gd name="T1" fmla="*/ 9676 h 9678"/>
              <a:gd name="T2" fmla="*/ 1034 w 6380"/>
              <a:gd name="T3" fmla="*/ 9652 h 9678"/>
              <a:gd name="T4" fmla="*/ 846 w 6380"/>
              <a:gd name="T5" fmla="*/ 9600 h 9678"/>
              <a:gd name="T6" fmla="*/ 666 w 6380"/>
              <a:gd name="T7" fmla="*/ 9518 h 9678"/>
              <a:gd name="T8" fmla="*/ 500 w 6380"/>
              <a:gd name="T9" fmla="*/ 9408 h 9678"/>
              <a:gd name="T10" fmla="*/ 348 w 6380"/>
              <a:gd name="T11" fmla="*/ 9268 h 9678"/>
              <a:gd name="T12" fmla="*/ 262 w 6380"/>
              <a:gd name="T13" fmla="*/ 9168 h 9678"/>
              <a:gd name="T14" fmla="*/ 156 w 6380"/>
              <a:gd name="T15" fmla="*/ 9004 h 9678"/>
              <a:gd name="T16" fmla="*/ 78 w 6380"/>
              <a:gd name="T17" fmla="*/ 8832 h 9678"/>
              <a:gd name="T18" fmla="*/ 26 w 6380"/>
              <a:gd name="T19" fmla="*/ 8652 h 9678"/>
              <a:gd name="T20" fmla="*/ 2 w 6380"/>
              <a:gd name="T21" fmla="*/ 8466 h 9678"/>
              <a:gd name="T22" fmla="*/ 4 w 6380"/>
              <a:gd name="T23" fmla="*/ 8282 h 9678"/>
              <a:gd name="T24" fmla="*/ 32 w 6380"/>
              <a:gd name="T25" fmla="*/ 8098 h 9678"/>
              <a:gd name="T26" fmla="*/ 88 w 6380"/>
              <a:gd name="T27" fmla="*/ 7918 h 9678"/>
              <a:gd name="T28" fmla="*/ 168 w 6380"/>
              <a:gd name="T29" fmla="*/ 7748 h 9678"/>
              <a:gd name="T30" fmla="*/ 276 w 6380"/>
              <a:gd name="T31" fmla="*/ 7588 h 9678"/>
              <a:gd name="T32" fmla="*/ 410 w 6380"/>
              <a:gd name="T33" fmla="*/ 7442 h 9678"/>
              <a:gd name="T34" fmla="*/ 410 w 6380"/>
              <a:gd name="T35" fmla="*/ 2234 h 9678"/>
              <a:gd name="T36" fmla="*/ 276 w 6380"/>
              <a:gd name="T37" fmla="*/ 2090 h 9678"/>
              <a:gd name="T38" fmla="*/ 168 w 6380"/>
              <a:gd name="T39" fmla="*/ 1930 h 9678"/>
              <a:gd name="T40" fmla="*/ 88 w 6380"/>
              <a:gd name="T41" fmla="*/ 1760 h 9678"/>
              <a:gd name="T42" fmla="*/ 32 w 6380"/>
              <a:gd name="T43" fmla="*/ 1580 h 9678"/>
              <a:gd name="T44" fmla="*/ 4 w 6380"/>
              <a:gd name="T45" fmla="*/ 1396 h 9678"/>
              <a:gd name="T46" fmla="*/ 2 w 6380"/>
              <a:gd name="T47" fmla="*/ 1210 h 9678"/>
              <a:gd name="T48" fmla="*/ 26 w 6380"/>
              <a:gd name="T49" fmla="*/ 1026 h 9678"/>
              <a:gd name="T50" fmla="*/ 78 w 6380"/>
              <a:gd name="T51" fmla="*/ 846 h 9678"/>
              <a:gd name="T52" fmla="*/ 156 w 6380"/>
              <a:gd name="T53" fmla="*/ 672 h 9678"/>
              <a:gd name="T54" fmla="*/ 262 w 6380"/>
              <a:gd name="T55" fmla="*/ 510 h 9678"/>
              <a:gd name="T56" fmla="*/ 348 w 6380"/>
              <a:gd name="T57" fmla="*/ 410 h 9678"/>
              <a:gd name="T58" fmla="*/ 492 w 6380"/>
              <a:gd name="T59" fmla="*/ 276 h 9678"/>
              <a:gd name="T60" fmla="*/ 652 w 6380"/>
              <a:gd name="T61" fmla="*/ 168 h 9678"/>
              <a:gd name="T62" fmla="*/ 822 w 6380"/>
              <a:gd name="T63" fmla="*/ 86 h 9678"/>
              <a:gd name="T64" fmla="*/ 1002 w 6380"/>
              <a:gd name="T65" fmla="*/ 32 h 9678"/>
              <a:gd name="T66" fmla="*/ 1186 w 6380"/>
              <a:gd name="T67" fmla="*/ 4 h 9678"/>
              <a:gd name="T68" fmla="*/ 1372 w 6380"/>
              <a:gd name="T69" fmla="*/ 2 h 9678"/>
              <a:gd name="T70" fmla="*/ 1556 w 6380"/>
              <a:gd name="T71" fmla="*/ 26 h 9678"/>
              <a:gd name="T72" fmla="*/ 1736 w 6380"/>
              <a:gd name="T73" fmla="*/ 78 h 9678"/>
              <a:gd name="T74" fmla="*/ 1910 w 6380"/>
              <a:gd name="T75" fmla="*/ 156 h 9678"/>
              <a:gd name="T76" fmla="*/ 2072 w 6380"/>
              <a:gd name="T77" fmla="*/ 262 h 9678"/>
              <a:gd name="T78" fmla="*/ 5970 w 6380"/>
              <a:gd name="T79" fmla="*/ 3896 h 9678"/>
              <a:gd name="T80" fmla="*/ 6062 w 6380"/>
              <a:gd name="T81" fmla="*/ 3992 h 9678"/>
              <a:gd name="T82" fmla="*/ 6180 w 6380"/>
              <a:gd name="T83" fmla="*/ 4150 h 9678"/>
              <a:gd name="T84" fmla="*/ 6274 w 6380"/>
              <a:gd name="T85" fmla="*/ 4324 h 9678"/>
              <a:gd name="T86" fmla="*/ 6338 w 6380"/>
              <a:gd name="T87" fmla="*/ 4510 h 9678"/>
              <a:gd name="T88" fmla="*/ 6374 w 6380"/>
              <a:gd name="T89" fmla="*/ 4706 h 9678"/>
              <a:gd name="T90" fmla="*/ 6380 w 6380"/>
              <a:gd name="T91" fmla="*/ 4838 h 9678"/>
              <a:gd name="T92" fmla="*/ 6364 w 6380"/>
              <a:gd name="T93" fmla="*/ 5038 h 9678"/>
              <a:gd name="T94" fmla="*/ 6320 w 6380"/>
              <a:gd name="T95" fmla="*/ 5230 h 9678"/>
              <a:gd name="T96" fmla="*/ 6246 w 6380"/>
              <a:gd name="T97" fmla="*/ 5412 h 9678"/>
              <a:gd name="T98" fmla="*/ 6144 w 6380"/>
              <a:gd name="T99" fmla="*/ 5582 h 9678"/>
              <a:gd name="T100" fmla="*/ 6018 w 6380"/>
              <a:gd name="T101" fmla="*/ 5736 h 9678"/>
              <a:gd name="T102" fmla="*/ 2174 w 6380"/>
              <a:gd name="T103" fmla="*/ 9330 h 9678"/>
              <a:gd name="T104" fmla="*/ 2026 w 6380"/>
              <a:gd name="T105" fmla="*/ 9448 h 9678"/>
              <a:gd name="T106" fmla="*/ 1868 w 6380"/>
              <a:gd name="T107" fmla="*/ 9542 h 9678"/>
              <a:gd name="T108" fmla="*/ 1700 w 6380"/>
              <a:gd name="T109" fmla="*/ 9612 h 9678"/>
              <a:gd name="T110" fmla="*/ 1528 w 6380"/>
              <a:gd name="T111" fmla="*/ 9656 h 9678"/>
              <a:gd name="T112" fmla="*/ 1350 w 6380"/>
              <a:gd name="T113" fmla="*/ 9676 h 96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6380" h="9678">
                <a:moveTo>
                  <a:pt x="1292" y="9678"/>
                </a:moveTo>
                <a:lnTo>
                  <a:pt x="1292" y="9678"/>
                </a:lnTo>
                <a:lnTo>
                  <a:pt x="1226" y="9676"/>
                </a:lnTo>
                <a:lnTo>
                  <a:pt x="1162" y="9672"/>
                </a:lnTo>
                <a:lnTo>
                  <a:pt x="1098" y="9664"/>
                </a:lnTo>
                <a:lnTo>
                  <a:pt x="1034" y="9652"/>
                </a:lnTo>
                <a:lnTo>
                  <a:pt x="970" y="9638"/>
                </a:lnTo>
                <a:lnTo>
                  <a:pt x="908" y="9620"/>
                </a:lnTo>
                <a:lnTo>
                  <a:pt x="846" y="9600"/>
                </a:lnTo>
                <a:lnTo>
                  <a:pt x="786" y="9576"/>
                </a:lnTo>
                <a:lnTo>
                  <a:pt x="726" y="9548"/>
                </a:lnTo>
                <a:lnTo>
                  <a:pt x="666" y="9518"/>
                </a:lnTo>
                <a:lnTo>
                  <a:pt x="610" y="9484"/>
                </a:lnTo>
                <a:lnTo>
                  <a:pt x="554" y="9448"/>
                </a:lnTo>
                <a:lnTo>
                  <a:pt x="500" y="9408"/>
                </a:lnTo>
                <a:lnTo>
                  <a:pt x="446" y="9364"/>
                </a:lnTo>
                <a:lnTo>
                  <a:pt x="396" y="9318"/>
                </a:lnTo>
                <a:lnTo>
                  <a:pt x="348" y="9268"/>
                </a:lnTo>
                <a:lnTo>
                  <a:pt x="348" y="9268"/>
                </a:lnTo>
                <a:lnTo>
                  <a:pt x="304" y="9218"/>
                </a:lnTo>
                <a:lnTo>
                  <a:pt x="262" y="9168"/>
                </a:lnTo>
                <a:lnTo>
                  <a:pt x="224" y="9114"/>
                </a:lnTo>
                <a:lnTo>
                  <a:pt x="188" y="9060"/>
                </a:lnTo>
                <a:lnTo>
                  <a:pt x="156" y="9004"/>
                </a:lnTo>
                <a:lnTo>
                  <a:pt x="128" y="8948"/>
                </a:lnTo>
                <a:lnTo>
                  <a:pt x="102" y="8890"/>
                </a:lnTo>
                <a:lnTo>
                  <a:pt x="78" y="8832"/>
                </a:lnTo>
                <a:lnTo>
                  <a:pt x="58" y="8772"/>
                </a:lnTo>
                <a:lnTo>
                  <a:pt x="42" y="8712"/>
                </a:lnTo>
                <a:lnTo>
                  <a:pt x="26" y="8652"/>
                </a:lnTo>
                <a:lnTo>
                  <a:pt x="16" y="8590"/>
                </a:lnTo>
                <a:lnTo>
                  <a:pt x="8" y="8528"/>
                </a:lnTo>
                <a:lnTo>
                  <a:pt x="2" y="8466"/>
                </a:lnTo>
                <a:lnTo>
                  <a:pt x="0" y="8404"/>
                </a:lnTo>
                <a:lnTo>
                  <a:pt x="0" y="8342"/>
                </a:lnTo>
                <a:lnTo>
                  <a:pt x="4" y="8282"/>
                </a:lnTo>
                <a:lnTo>
                  <a:pt x="10" y="8220"/>
                </a:lnTo>
                <a:lnTo>
                  <a:pt x="20" y="8158"/>
                </a:lnTo>
                <a:lnTo>
                  <a:pt x="32" y="8098"/>
                </a:lnTo>
                <a:lnTo>
                  <a:pt x="48" y="8036"/>
                </a:lnTo>
                <a:lnTo>
                  <a:pt x="66" y="7978"/>
                </a:lnTo>
                <a:lnTo>
                  <a:pt x="88" y="7918"/>
                </a:lnTo>
                <a:lnTo>
                  <a:pt x="112" y="7860"/>
                </a:lnTo>
                <a:lnTo>
                  <a:pt x="138" y="7804"/>
                </a:lnTo>
                <a:lnTo>
                  <a:pt x="168" y="7748"/>
                </a:lnTo>
                <a:lnTo>
                  <a:pt x="202" y="7694"/>
                </a:lnTo>
                <a:lnTo>
                  <a:pt x="238" y="7640"/>
                </a:lnTo>
                <a:lnTo>
                  <a:pt x="276" y="7588"/>
                </a:lnTo>
                <a:lnTo>
                  <a:pt x="318" y="7538"/>
                </a:lnTo>
                <a:lnTo>
                  <a:pt x="362" y="7490"/>
                </a:lnTo>
                <a:lnTo>
                  <a:pt x="410" y="7442"/>
                </a:lnTo>
                <a:lnTo>
                  <a:pt x="3196" y="4838"/>
                </a:lnTo>
                <a:lnTo>
                  <a:pt x="410" y="2234"/>
                </a:lnTo>
                <a:lnTo>
                  <a:pt x="410" y="2234"/>
                </a:lnTo>
                <a:lnTo>
                  <a:pt x="362" y="2188"/>
                </a:lnTo>
                <a:lnTo>
                  <a:pt x="318" y="2140"/>
                </a:lnTo>
                <a:lnTo>
                  <a:pt x="276" y="2090"/>
                </a:lnTo>
                <a:lnTo>
                  <a:pt x="238" y="2038"/>
                </a:lnTo>
                <a:lnTo>
                  <a:pt x="202" y="1984"/>
                </a:lnTo>
                <a:lnTo>
                  <a:pt x="168" y="1930"/>
                </a:lnTo>
                <a:lnTo>
                  <a:pt x="138" y="1874"/>
                </a:lnTo>
                <a:lnTo>
                  <a:pt x="112" y="1818"/>
                </a:lnTo>
                <a:lnTo>
                  <a:pt x="88" y="1760"/>
                </a:lnTo>
                <a:lnTo>
                  <a:pt x="66" y="1700"/>
                </a:lnTo>
                <a:lnTo>
                  <a:pt x="48" y="1640"/>
                </a:lnTo>
                <a:lnTo>
                  <a:pt x="32" y="1580"/>
                </a:lnTo>
                <a:lnTo>
                  <a:pt x="20" y="1520"/>
                </a:lnTo>
                <a:lnTo>
                  <a:pt x="10" y="1458"/>
                </a:lnTo>
                <a:lnTo>
                  <a:pt x="4" y="1396"/>
                </a:lnTo>
                <a:lnTo>
                  <a:pt x="0" y="1334"/>
                </a:lnTo>
                <a:lnTo>
                  <a:pt x="0" y="1272"/>
                </a:lnTo>
                <a:lnTo>
                  <a:pt x="2" y="1210"/>
                </a:lnTo>
                <a:lnTo>
                  <a:pt x="8" y="1148"/>
                </a:lnTo>
                <a:lnTo>
                  <a:pt x="16" y="1088"/>
                </a:lnTo>
                <a:lnTo>
                  <a:pt x="26" y="1026"/>
                </a:lnTo>
                <a:lnTo>
                  <a:pt x="42" y="966"/>
                </a:lnTo>
                <a:lnTo>
                  <a:pt x="58" y="906"/>
                </a:lnTo>
                <a:lnTo>
                  <a:pt x="78" y="846"/>
                </a:lnTo>
                <a:lnTo>
                  <a:pt x="102" y="788"/>
                </a:lnTo>
                <a:lnTo>
                  <a:pt x="128" y="730"/>
                </a:lnTo>
                <a:lnTo>
                  <a:pt x="156" y="672"/>
                </a:lnTo>
                <a:lnTo>
                  <a:pt x="188" y="618"/>
                </a:lnTo>
                <a:lnTo>
                  <a:pt x="224" y="562"/>
                </a:lnTo>
                <a:lnTo>
                  <a:pt x="262" y="510"/>
                </a:lnTo>
                <a:lnTo>
                  <a:pt x="304" y="458"/>
                </a:lnTo>
                <a:lnTo>
                  <a:pt x="348" y="410"/>
                </a:lnTo>
                <a:lnTo>
                  <a:pt x="348" y="410"/>
                </a:lnTo>
                <a:lnTo>
                  <a:pt x="394" y="362"/>
                </a:lnTo>
                <a:lnTo>
                  <a:pt x="442" y="318"/>
                </a:lnTo>
                <a:lnTo>
                  <a:pt x="492" y="276"/>
                </a:lnTo>
                <a:lnTo>
                  <a:pt x="544" y="236"/>
                </a:lnTo>
                <a:lnTo>
                  <a:pt x="598" y="200"/>
                </a:lnTo>
                <a:lnTo>
                  <a:pt x="652" y="168"/>
                </a:lnTo>
                <a:lnTo>
                  <a:pt x="708" y="138"/>
                </a:lnTo>
                <a:lnTo>
                  <a:pt x="764" y="112"/>
                </a:lnTo>
                <a:lnTo>
                  <a:pt x="822" y="86"/>
                </a:lnTo>
                <a:lnTo>
                  <a:pt x="882" y="66"/>
                </a:lnTo>
                <a:lnTo>
                  <a:pt x="942" y="48"/>
                </a:lnTo>
                <a:lnTo>
                  <a:pt x="1002" y="32"/>
                </a:lnTo>
                <a:lnTo>
                  <a:pt x="1062" y="20"/>
                </a:lnTo>
                <a:lnTo>
                  <a:pt x="1124" y="10"/>
                </a:lnTo>
                <a:lnTo>
                  <a:pt x="1186" y="4"/>
                </a:lnTo>
                <a:lnTo>
                  <a:pt x="1248" y="0"/>
                </a:lnTo>
                <a:lnTo>
                  <a:pt x="1310" y="0"/>
                </a:lnTo>
                <a:lnTo>
                  <a:pt x="1372" y="2"/>
                </a:lnTo>
                <a:lnTo>
                  <a:pt x="1434" y="8"/>
                </a:lnTo>
                <a:lnTo>
                  <a:pt x="1494" y="16"/>
                </a:lnTo>
                <a:lnTo>
                  <a:pt x="1556" y="26"/>
                </a:lnTo>
                <a:lnTo>
                  <a:pt x="1616" y="40"/>
                </a:lnTo>
                <a:lnTo>
                  <a:pt x="1676" y="58"/>
                </a:lnTo>
                <a:lnTo>
                  <a:pt x="1736" y="78"/>
                </a:lnTo>
                <a:lnTo>
                  <a:pt x="1796" y="102"/>
                </a:lnTo>
                <a:lnTo>
                  <a:pt x="1852" y="128"/>
                </a:lnTo>
                <a:lnTo>
                  <a:pt x="1910" y="156"/>
                </a:lnTo>
                <a:lnTo>
                  <a:pt x="1964" y="188"/>
                </a:lnTo>
                <a:lnTo>
                  <a:pt x="2020" y="224"/>
                </a:lnTo>
                <a:lnTo>
                  <a:pt x="2072" y="262"/>
                </a:lnTo>
                <a:lnTo>
                  <a:pt x="2124" y="302"/>
                </a:lnTo>
                <a:lnTo>
                  <a:pt x="2174" y="348"/>
                </a:lnTo>
                <a:lnTo>
                  <a:pt x="5970" y="3896"/>
                </a:lnTo>
                <a:lnTo>
                  <a:pt x="5970" y="3896"/>
                </a:lnTo>
                <a:lnTo>
                  <a:pt x="6018" y="3942"/>
                </a:lnTo>
                <a:lnTo>
                  <a:pt x="6062" y="3992"/>
                </a:lnTo>
                <a:lnTo>
                  <a:pt x="6106" y="4042"/>
                </a:lnTo>
                <a:lnTo>
                  <a:pt x="6144" y="4096"/>
                </a:lnTo>
                <a:lnTo>
                  <a:pt x="6180" y="4150"/>
                </a:lnTo>
                <a:lnTo>
                  <a:pt x="6214" y="4206"/>
                </a:lnTo>
                <a:lnTo>
                  <a:pt x="6246" y="4264"/>
                </a:lnTo>
                <a:lnTo>
                  <a:pt x="6274" y="4324"/>
                </a:lnTo>
                <a:lnTo>
                  <a:pt x="6298" y="4386"/>
                </a:lnTo>
                <a:lnTo>
                  <a:pt x="6320" y="4448"/>
                </a:lnTo>
                <a:lnTo>
                  <a:pt x="6338" y="4510"/>
                </a:lnTo>
                <a:lnTo>
                  <a:pt x="6352" y="4574"/>
                </a:lnTo>
                <a:lnTo>
                  <a:pt x="6364" y="4640"/>
                </a:lnTo>
                <a:lnTo>
                  <a:pt x="6374" y="4706"/>
                </a:lnTo>
                <a:lnTo>
                  <a:pt x="6378" y="4772"/>
                </a:lnTo>
                <a:lnTo>
                  <a:pt x="6380" y="4838"/>
                </a:lnTo>
                <a:lnTo>
                  <a:pt x="6380" y="4838"/>
                </a:lnTo>
                <a:lnTo>
                  <a:pt x="6378" y="4906"/>
                </a:lnTo>
                <a:lnTo>
                  <a:pt x="6374" y="4972"/>
                </a:lnTo>
                <a:lnTo>
                  <a:pt x="6364" y="5038"/>
                </a:lnTo>
                <a:lnTo>
                  <a:pt x="6352" y="5102"/>
                </a:lnTo>
                <a:lnTo>
                  <a:pt x="6338" y="5166"/>
                </a:lnTo>
                <a:lnTo>
                  <a:pt x="6320" y="5230"/>
                </a:lnTo>
                <a:lnTo>
                  <a:pt x="6298" y="5292"/>
                </a:lnTo>
                <a:lnTo>
                  <a:pt x="6274" y="5354"/>
                </a:lnTo>
                <a:lnTo>
                  <a:pt x="6246" y="5412"/>
                </a:lnTo>
                <a:lnTo>
                  <a:pt x="6214" y="5470"/>
                </a:lnTo>
                <a:lnTo>
                  <a:pt x="6180" y="5528"/>
                </a:lnTo>
                <a:lnTo>
                  <a:pt x="6144" y="5582"/>
                </a:lnTo>
                <a:lnTo>
                  <a:pt x="6106" y="5636"/>
                </a:lnTo>
                <a:lnTo>
                  <a:pt x="6062" y="5686"/>
                </a:lnTo>
                <a:lnTo>
                  <a:pt x="6018" y="5736"/>
                </a:lnTo>
                <a:lnTo>
                  <a:pt x="5970" y="5782"/>
                </a:lnTo>
                <a:lnTo>
                  <a:pt x="2174" y="9330"/>
                </a:lnTo>
                <a:lnTo>
                  <a:pt x="2174" y="9330"/>
                </a:lnTo>
                <a:lnTo>
                  <a:pt x="2126" y="9372"/>
                </a:lnTo>
                <a:lnTo>
                  <a:pt x="2076" y="9412"/>
                </a:lnTo>
                <a:lnTo>
                  <a:pt x="2026" y="9448"/>
                </a:lnTo>
                <a:lnTo>
                  <a:pt x="1974" y="9482"/>
                </a:lnTo>
                <a:lnTo>
                  <a:pt x="1922" y="9514"/>
                </a:lnTo>
                <a:lnTo>
                  <a:pt x="1868" y="9542"/>
                </a:lnTo>
                <a:lnTo>
                  <a:pt x="1814" y="9568"/>
                </a:lnTo>
                <a:lnTo>
                  <a:pt x="1758" y="9592"/>
                </a:lnTo>
                <a:lnTo>
                  <a:pt x="1700" y="9612"/>
                </a:lnTo>
                <a:lnTo>
                  <a:pt x="1644" y="9630"/>
                </a:lnTo>
                <a:lnTo>
                  <a:pt x="1586" y="9644"/>
                </a:lnTo>
                <a:lnTo>
                  <a:pt x="1528" y="9656"/>
                </a:lnTo>
                <a:lnTo>
                  <a:pt x="1468" y="9666"/>
                </a:lnTo>
                <a:lnTo>
                  <a:pt x="1410" y="9672"/>
                </a:lnTo>
                <a:lnTo>
                  <a:pt x="1350" y="9676"/>
                </a:lnTo>
                <a:lnTo>
                  <a:pt x="1292" y="9678"/>
                </a:lnTo>
                <a:lnTo>
                  <a:pt x="1292" y="9678"/>
                </a:lnTo>
                <a:close/>
              </a:path>
            </a:pathLst>
          </a:custGeom>
          <a:solidFill>
            <a:srgbClr val="3A543B"/>
          </a:solidFill>
          <a:ln w="15875">
            <a:noFill/>
            <a:miter lim="800000"/>
          </a:ln>
        </p:spPr>
        <p:txBody>
          <a:bodyPr anchor="ctr"/>
          <a:lstStyle/>
          <a:p>
            <a:pPr algn="ctr"/>
          </a:p>
        </p:txBody>
      </p:sp>
      <p:grpSp>
        <p:nvGrpSpPr>
          <p:cNvPr id="16" name="组合 15"/>
          <p:cNvGrpSpPr/>
          <p:nvPr/>
        </p:nvGrpSpPr>
        <p:grpSpPr>
          <a:xfrm>
            <a:off x="1465599" y="2634581"/>
            <a:ext cx="2801722" cy="1040198"/>
            <a:chOff x="1626835" y="2433771"/>
            <a:chExt cx="2492110" cy="925248"/>
          </a:xfrm>
        </p:grpSpPr>
        <p:sp>
          <p:nvSpPr>
            <p:cNvPr id="17" name="文本框 16"/>
            <p:cNvSpPr txBox="1"/>
            <p:nvPr/>
          </p:nvSpPr>
          <p:spPr>
            <a:xfrm>
              <a:off x="1806000" y="2433771"/>
              <a:ext cx="2133781" cy="30114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16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text addition</a:t>
              </a:r>
              <a:endPara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626835" y="2687681"/>
              <a:ext cx="2492110" cy="67133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print the presentation and make it </a:t>
              </a:r>
              <a:r>
                <a:rPr lang="en-US" altLang="zh-CN" sz="1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film</a:t>
              </a:r>
              <a:endPara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468745" y="2323492"/>
            <a:ext cx="2801722" cy="1040198"/>
            <a:chOff x="1626835" y="2433771"/>
            <a:chExt cx="2492110" cy="925248"/>
          </a:xfrm>
        </p:grpSpPr>
        <p:sp>
          <p:nvSpPr>
            <p:cNvPr id="20" name="文本框 19"/>
            <p:cNvSpPr txBox="1"/>
            <p:nvPr/>
          </p:nvSpPr>
          <p:spPr>
            <a:xfrm>
              <a:off x="1806000" y="2433771"/>
              <a:ext cx="2133781" cy="30114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16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text addition</a:t>
              </a:r>
              <a:endPara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626835" y="2687681"/>
              <a:ext cx="2492110" cy="67133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print the presentation and make it </a:t>
              </a:r>
              <a:r>
                <a:rPr lang="en-US" altLang="zh-CN" sz="1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film</a:t>
              </a:r>
              <a:endPara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7914536" y="2549188"/>
            <a:ext cx="2801722" cy="1040198"/>
            <a:chOff x="1626835" y="2433771"/>
            <a:chExt cx="2492110" cy="925248"/>
          </a:xfrm>
        </p:grpSpPr>
        <p:sp>
          <p:nvSpPr>
            <p:cNvPr id="23" name="文本框 22"/>
            <p:cNvSpPr txBox="1"/>
            <p:nvPr/>
          </p:nvSpPr>
          <p:spPr>
            <a:xfrm>
              <a:off x="1806000" y="2433771"/>
              <a:ext cx="2133781" cy="30114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16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text addition</a:t>
              </a:r>
              <a:endPara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1626835" y="2687681"/>
              <a:ext cx="2492110" cy="67133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print the presentation and make it </a:t>
              </a:r>
              <a:r>
                <a:rPr lang="en-US" altLang="zh-CN" sz="1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film</a:t>
              </a:r>
              <a:endPara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2866460" y="5497827"/>
            <a:ext cx="2801722" cy="1040198"/>
            <a:chOff x="1626835" y="2433771"/>
            <a:chExt cx="2492110" cy="925248"/>
          </a:xfrm>
        </p:grpSpPr>
        <p:sp>
          <p:nvSpPr>
            <p:cNvPr id="26" name="文本框 25"/>
            <p:cNvSpPr txBox="1"/>
            <p:nvPr/>
          </p:nvSpPr>
          <p:spPr>
            <a:xfrm>
              <a:off x="1806000" y="2433771"/>
              <a:ext cx="2133781" cy="30114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16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text addition</a:t>
              </a:r>
              <a:endPara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626835" y="2687681"/>
              <a:ext cx="2492110" cy="67133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print the presentation and make it </a:t>
              </a:r>
              <a:r>
                <a:rPr lang="en-US" altLang="zh-CN" sz="1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film</a:t>
              </a:r>
              <a:endPara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061460" y="5524500"/>
            <a:ext cx="2801722" cy="1040198"/>
            <a:chOff x="1626835" y="2433771"/>
            <a:chExt cx="2492110" cy="925248"/>
          </a:xfrm>
        </p:grpSpPr>
        <p:sp>
          <p:nvSpPr>
            <p:cNvPr id="29" name="文本框 28"/>
            <p:cNvSpPr txBox="1"/>
            <p:nvPr/>
          </p:nvSpPr>
          <p:spPr>
            <a:xfrm>
              <a:off x="1806000" y="2433771"/>
              <a:ext cx="2133781" cy="30114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16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text addition</a:t>
              </a:r>
              <a:endPara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1626835" y="2687681"/>
              <a:ext cx="2492110" cy="67133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print the presentation and make it </a:t>
              </a:r>
              <a:r>
                <a:rPr lang="en-US" altLang="zh-CN" sz="1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film</a:t>
              </a:r>
              <a:endPara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2265045" y="556895"/>
            <a:ext cx="572770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4400" b="1" dirty="0">
                <a:gradFill>
                  <a:gsLst>
                    <a:gs pos="0">
                      <a:srgbClr val="3A543B"/>
                    </a:gs>
                    <a:gs pos="100000">
                      <a:srgbClr val="AA9D67"/>
                    </a:gs>
                  </a:gsLst>
                  <a:lin ang="0" scaled="0"/>
                </a:gradFill>
                <a:latin typeface="Arial" panose="020B0604020202090204" pitchFamily="34" charset="0"/>
                <a:ea typeface="张海山锐线体2.0" panose="02000000000000000000" pitchFamily="2" charset="-122"/>
                <a:cs typeface="Arial" panose="020B0604020202090204" pitchFamily="34" charset="0"/>
              </a:rPr>
              <a:t>Title text addition</a:t>
            </a:r>
            <a:endParaRPr lang="en-US" altLang="zh-CN" sz="4400" b="1" dirty="0">
              <a:gradFill>
                <a:gsLst>
                  <a:gs pos="0">
                    <a:srgbClr val="3A543B"/>
                  </a:gs>
                  <a:gs pos="100000">
                    <a:srgbClr val="AA9D67"/>
                  </a:gs>
                </a:gsLst>
                <a:lin ang="0" scaled="0"/>
              </a:gradFill>
              <a:latin typeface="Arial" panose="020B0604020202090204" pitchFamily="34" charset="0"/>
              <a:ea typeface="张海山锐线体2.0" panose="02000000000000000000" pitchFamily="2" charset="-122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4E5E0"/>
            </a:gs>
            <a:gs pos="100000">
              <a:srgbClr val="F0F0F0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3"/>
          <p:cNvSpPr>
            <a:spLocks noChangeArrowheads="1"/>
          </p:cNvSpPr>
          <p:nvPr/>
        </p:nvSpPr>
        <p:spPr bwMode="auto">
          <a:xfrm rot="16200000" flipH="1">
            <a:off x="3468750" y="-2103914"/>
            <a:ext cx="1189584" cy="6089247"/>
          </a:xfrm>
          <a:prstGeom prst="rect">
            <a:avLst/>
          </a:prstGeom>
          <a:noFill/>
          <a:ln w="38100">
            <a:gradFill>
              <a:gsLst>
                <a:gs pos="0">
                  <a:srgbClr val="3A543B"/>
                </a:gs>
                <a:gs pos="100000">
                  <a:srgbClr val="AA9D67"/>
                </a:gs>
              </a:gsLst>
              <a:lin ang="5400000" scaled="1"/>
            </a:gra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 rot="5400000">
            <a:off x="2598761" y="-1180800"/>
            <a:ext cx="915746" cy="869424"/>
          </a:xfrm>
          <a:prstGeom prst="rect">
            <a:avLst/>
          </a:prstGeom>
          <a:solidFill>
            <a:srgbClr val="3A543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 bwMode="auto">
          <a:xfrm rot="5400000">
            <a:off x="3468185" y="-1180800"/>
            <a:ext cx="915746" cy="869424"/>
          </a:xfrm>
          <a:prstGeom prst="rect">
            <a:avLst/>
          </a:prstGeom>
          <a:solidFill>
            <a:srgbClr val="AA9D6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5" t="5898" r="33568" b="7130"/>
          <a:stretch>
            <a:fillRect/>
          </a:stretch>
        </p:blipFill>
        <p:spPr>
          <a:xfrm flipV="1">
            <a:off x="0" y="0"/>
            <a:ext cx="2325299" cy="1323385"/>
          </a:xfrm>
          <a:prstGeom prst="rect">
            <a:avLst/>
          </a:prstGeom>
        </p:spPr>
      </p:pic>
      <p:sp>
        <p:nvSpPr>
          <p:cNvPr id="9" name="Trapecio 9"/>
          <p:cNvSpPr/>
          <p:nvPr/>
        </p:nvSpPr>
        <p:spPr>
          <a:xfrm>
            <a:off x="5873262" y="2319643"/>
            <a:ext cx="2714171" cy="3609847"/>
          </a:xfrm>
          <a:prstGeom prst="trapezoid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Trapecio 11"/>
          <p:cNvSpPr/>
          <p:nvPr/>
        </p:nvSpPr>
        <p:spPr>
          <a:xfrm>
            <a:off x="1141607" y="2319643"/>
            <a:ext cx="2714171" cy="3609847"/>
          </a:xfrm>
          <a:prstGeom prst="trapezoid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Trapecio 10"/>
          <p:cNvSpPr/>
          <p:nvPr/>
        </p:nvSpPr>
        <p:spPr>
          <a:xfrm rot="10800000">
            <a:off x="3507435" y="2319643"/>
            <a:ext cx="2714171" cy="3609847"/>
          </a:xfrm>
          <a:prstGeom prst="trapezoid">
            <a:avLst/>
          </a:prstGeom>
          <a:solidFill>
            <a:srgbClr val="3A54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Trapecio 8"/>
          <p:cNvSpPr/>
          <p:nvPr/>
        </p:nvSpPr>
        <p:spPr>
          <a:xfrm rot="10800000">
            <a:off x="8239090" y="2319643"/>
            <a:ext cx="2714171" cy="3609847"/>
          </a:xfrm>
          <a:prstGeom prst="trapezoid">
            <a:avLst/>
          </a:prstGeom>
          <a:solidFill>
            <a:srgbClr val="AA9D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15" name="组合 14"/>
          <p:cNvGrpSpPr/>
          <p:nvPr/>
        </p:nvGrpSpPr>
        <p:grpSpPr>
          <a:xfrm>
            <a:off x="3698237" y="2735670"/>
            <a:ext cx="2398875" cy="2171802"/>
            <a:chOff x="1806000" y="2349127"/>
            <a:chExt cx="2133781" cy="1931802"/>
          </a:xfrm>
        </p:grpSpPr>
        <p:sp>
          <p:nvSpPr>
            <p:cNvPr id="16" name="文本框 15"/>
            <p:cNvSpPr txBox="1"/>
            <p:nvPr/>
          </p:nvSpPr>
          <p:spPr>
            <a:xfrm>
              <a:off x="1806000" y="2349127"/>
              <a:ext cx="2133781" cy="35589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2000" b="1" smtClean="0">
                  <a:solidFill>
                    <a:srgbClr val="FFFFFF"/>
                  </a:solidFill>
                  <a:latin typeface="Century Gothic" panose="020B0502020202020204" pitchFamily="34" charset="0"/>
                </a:rPr>
                <a:t>Title text addition</a:t>
              </a:r>
              <a:endParaRPr lang="zh-CN" altLang="en-US" sz="2000" b="1" dirty="0">
                <a:solidFill>
                  <a:srgbClr val="FFFFFF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895057" y="2888150"/>
              <a:ext cx="1917618" cy="1392779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400" dirty="0">
                  <a:solidFill>
                    <a:srgbClr val="FFFFFF"/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print the presentation and make it </a:t>
              </a:r>
              <a:r>
                <a:rPr lang="en-US" altLang="zh-CN" sz="1400" dirty="0" smtClean="0">
                  <a:solidFill>
                    <a:srgbClr val="FFFFFF"/>
                  </a:solidFill>
                  <a:latin typeface="Century Gothic" panose="020B0502020202020204" pitchFamily="34" charset="0"/>
                  <a:ea typeface="+mj-ea"/>
                </a:rPr>
                <a:t>film</a:t>
              </a:r>
              <a:endParaRPr lang="en-US" altLang="zh-CN" sz="1400" dirty="0">
                <a:solidFill>
                  <a:srgbClr val="FFFFFF"/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8396737" y="2735670"/>
            <a:ext cx="2398875" cy="2171802"/>
            <a:chOff x="1806000" y="2349127"/>
            <a:chExt cx="2133781" cy="1931802"/>
          </a:xfrm>
        </p:grpSpPr>
        <p:sp>
          <p:nvSpPr>
            <p:cNvPr id="19" name="文本框 18"/>
            <p:cNvSpPr txBox="1"/>
            <p:nvPr/>
          </p:nvSpPr>
          <p:spPr>
            <a:xfrm>
              <a:off x="1806000" y="2349127"/>
              <a:ext cx="2133781" cy="35589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2000" b="1" dirty="0" smtClean="0">
                  <a:solidFill>
                    <a:srgbClr val="FFFFFF"/>
                  </a:solidFill>
                  <a:latin typeface="Century Gothic" panose="020B0502020202020204" pitchFamily="34" charset="0"/>
                </a:rPr>
                <a:t>Title text addition</a:t>
              </a:r>
              <a:endParaRPr lang="zh-CN" altLang="en-US" sz="2000" b="1" dirty="0">
                <a:solidFill>
                  <a:srgbClr val="FFFFFF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895057" y="2888150"/>
              <a:ext cx="1917618" cy="1392779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400" dirty="0">
                  <a:solidFill>
                    <a:srgbClr val="FFFFFF"/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print the presentation and make it </a:t>
              </a:r>
              <a:r>
                <a:rPr lang="en-US" altLang="zh-CN" sz="1400" dirty="0" smtClean="0">
                  <a:solidFill>
                    <a:srgbClr val="FFFFFF"/>
                  </a:solidFill>
                  <a:latin typeface="Century Gothic" panose="020B0502020202020204" pitchFamily="34" charset="0"/>
                  <a:ea typeface="+mj-ea"/>
                </a:rPr>
                <a:t>film</a:t>
              </a:r>
              <a:endParaRPr lang="en-US" altLang="zh-CN" sz="1400" dirty="0">
                <a:solidFill>
                  <a:srgbClr val="FFFFFF"/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2265045" y="556895"/>
            <a:ext cx="591375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4400" b="1" dirty="0">
                <a:gradFill>
                  <a:gsLst>
                    <a:gs pos="0">
                      <a:srgbClr val="3A543B"/>
                    </a:gs>
                    <a:gs pos="100000">
                      <a:srgbClr val="AA9D67"/>
                    </a:gs>
                  </a:gsLst>
                  <a:lin ang="0" scaled="0"/>
                </a:gradFill>
                <a:latin typeface="Arial" panose="020B0604020202090204" pitchFamily="34" charset="0"/>
                <a:ea typeface="张海山锐线体2.0" panose="02000000000000000000" pitchFamily="2" charset="-122"/>
                <a:cs typeface="Arial" panose="020B0604020202090204" pitchFamily="34" charset="0"/>
              </a:rPr>
              <a:t>Title text addition</a:t>
            </a:r>
            <a:endParaRPr lang="en-US" altLang="zh-CN" sz="4400" b="1" dirty="0">
              <a:gradFill>
                <a:gsLst>
                  <a:gs pos="0">
                    <a:srgbClr val="3A543B"/>
                  </a:gs>
                  <a:gs pos="100000">
                    <a:srgbClr val="AA9D67"/>
                  </a:gs>
                </a:gsLst>
                <a:lin ang="0" scaled="0"/>
              </a:gradFill>
              <a:latin typeface="Arial" panose="020B0604020202090204" pitchFamily="34" charset="0"/>
              <a:ea typeface="张海山锐线体2.0" panose="02000000000000000000" pitchFamily="2" charset="-122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4E5E0"/>
            </a:gs>
            <a:gs pos="100000">
              <a:srgbClr val="F0F0F0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3"/>
          <p:cNvSpPr>
            <a:spLocks noChangeArrowheads="1"/>
          </p:cNvSpPr>
          <p:nvPr/>
        </p:nvSpPr>
        <p:spPr bwMode="auto">
          <a:xfrm rot="16200000" flipH="1">
            <a:off x="3468750" y="-2103914"/>
            <a:ext cx="1189584" cy="6089247"/>
          </a:xfrm>
          <a:prstGeom prst="rect">
            <a:avLst/>
          </a:prstGeom>
          <a:noFill/>
          <a:ln w="38100">
            <a:gradFill>
              <a:gsLst>
                <a:gs pos="0">
                  <a:srgbClr val="3A543B"/>
                </a:gs>
                <a:gs pos="100000">
                  <a:srgbClr val="AA9D67"/>
                </a:gs>
              </a:gsLst>
              <a:lin ang="5400000" scaled="1"/>
            </a:gra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 rot="5400000">
            <a:off x="2598761" y="-1180800"/>
            <a:ext cx="915746" cy="869424"/>
          </a:xfrm>
          <a:prstGeom prst="rect">
            <a:avLst/>
          </a:prstGeom>
          <a:solidFill>
            <a:srgbClr val="3A543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 bwMode="auto">
          <a:xfrm rot="5400000">
            <a:off x="3468185" y="-1180800"/>
            <a:ext cx="915746" cy="869424"/>
          </a:xfrm>
          <a:prstGeom prst="rect">
            <a:avLst/>
          </a:prstGeom>
          <a:solidFill>
            <a:srgbClr val="AA9D6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5" t="5898" r="33568" b="7130"/>
          <a:stretch>
            <a:fillRect/>
          </a:stretch>
        </p:blipFill>
        <p:spPr>
          <a:xfrm flipV="1">
            <a:off x="0" y="0"/>
            <a:ext cx="2325299" cy="1323385"/>
          </a:xfrm>
          <a:prstGeom prst="rect">
            <a:avLst/>
          </a:prstGeom>
        </p:spPr>
      </p:pic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3485572" y="2930693"/>
            <a:ext cx="26988" cy="47625"/>
          </a:xfrm>
          <a:prstGeom prst="rect">
            <a:avLst/>
          </a:prstGeom>
          <a:solidFill>
            <a:srgbClr val="EF4B4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8627484" y="5678655"/>
            <a:ext cx="30163" cy="41275"/>
          </a:xfrm>
          <a:prstGeom prst="rect">
            <a:avLst/>
          </a:prstGeom>
          <a:solidFill>
            <a:srgbClr val="338DA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2574346" y="2956093"/>
            <a:ext cx="1887538" cy="1643063"/>
            <a:chOff x="2462212" y="2674938"/>
            <a:chExt cx="1887538" cy="1643063"/>
          </a:xfrm>
          <a:solidFill>
            <a:srgbClr val="3A543B"/>
          </a:solidFill>
        </p:grpSpPr>
        <p:sp>
          <p:nvSpPr>
            <p:cNvPr id="14" name="Freeform 36"/>
            <p:cNvSpPr/>
            <p:nvPr/>
          </p:nvSpPr>
          <p:spPr bwMode="auto">
            <a:xfrm>
              <a:off x="2890838" y="3054350"/>
              <a:ext cx="985838" cy="884238"/>
            </a:xfrm>
            <a:custGeom>
              <a:avLst/>
              <a:gdLst>
                <a:gd name="T0" fmla="*/ 52 w 263"/>
                <a:gd name="T1" fmla="*/ 217 h 236"/>
                <a:gd name="T2" fmla="*/ 6 w 263"/>
                <a:gd name="T3" fmla="*/ 137 h 236"/>
                <a:gd name="T4" fmla="*/ 6 w 263"/>
                <a:gd name="T5" fmla="*/ 99 h 236"/>
                <a:gd name="T6" fmla="*/ 52 w 263"/>
                <a:gd name="T7" fmla="*/ 19 h 236"/>
                <a:gd name="T8" fmla="*/ 85 w 263"/>
                <a:gd name="T9" fmla="*/ 0 h 236"/>
                <a:gd name="T10" fmla="*/ 177 w 263"/>
                <a:gd name="T11" fmla="*/ 0 h 236"/>
                <a:gd name="T12" fmla="*/ 210 w 263"/>
                <a:gd name="T13" fmla="*/ 19 h 236"/>
                <a:gd name="T14" fmla="*/ 256 w 263"/>
                <a:gd name="T15" fmla="*/ 99 h 236"/>
                <a:gd name="T16" fmla="*/ 256 w 263"/>
                <a:gd name="T17" fmla="*/ 137 h 236"/>
                <a:gd name="T18" fmla="*/ 210 w 263"/>
                <a:gd name="T19" fmla="*/ 217 h 236"/>
                <a:gd name="T20" fmla="*/ 177 w 263"/>
                <a:gd name="T21" fmla="*/ 236 h 236"/>
                <a:gd name="T22" fmla="*/ 85 w 263"/>
                <a:gd name="T23" fmla="*/ 236 h 236"/>
                <a:gd name="T24" fmla="*/ 52 w 263"/>
                <a:gd name="T25" fmla="*/ 217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63" h="236">
                  <a:moveTo>
                    <a:pt x="52" y="217"/>
                  </a:moveTo>
                  <a:cubicBezTo>
                    <a:pt x="6" y="137"/>
                    <a:pt x="6" y="137"/>
                    <a:pt x="6" y="137"/>
                  </a:cubicBezTo>
                  <a:cubicBezTo>
                    <a:pt x="0" y="125"/>
                    <a:pt x="0" y="111"/>
                    <a:pt x="6" y="99"/>
                  </a:cubicBezTo>
                  <a:cubicBezTo>
                    <a:pt x="52" y="19"/>
                    <a:pt x="52" y="19"/>
                    <a:pt x="52" y="19"/>
                  </a:cubicBezTo>
                  <a:cubicBezTo>
                    <a:pt x="59" y="7"/>
                    <a:pt x="72" y="0"/>
                    <a:pt x="85" y="0"/>
                  </a:cubicBezTo>
                  <a:cubicBezTo>
                    <a:pt x="177" y="0"/>
                    <a:pt x="177" y="0"/>
                    <a:pt x="177" y="0"/>
                  </a:cubicBezTo>
                  <a:cubicBezTo>
                    <a:pt x="191" y="0"/>
                    <a:pt x="204" y="7"/>
                    <a:pt x="210" y="19"/>
                  </a:cubicBezTo>
                  <a:cubicBezTo>
                    <a:pt x="256" y="99"/>
                    <a:pt x="256" y="99"/>
                    <a:pt x="256" y="99"/>
                  </a:cubicBezTo>
                  <a:cubicBezTo>
                    <a:pt x="263" y="111"/>
                    <a:pt x="263" y="125"/>
                    <a:pt x="256" y="137"/>
                  </a:cubicBezTo>
                  <a:cubicBezTo>
                    <a:pt x="210" y="217"/>
                    <a:pt x="210" y="217"/>
                    <a:pt x="210" y="217"/>
                  </a:cubicBezTo>
                  <a:cubicBezTo>
                    <a:pt x="204" y="228"/>
                    <a:pt x="191" y="236"/>
                    <a:pt x="177" y="236"/>
                  </a:cubicBezTo>
                  <a:cubicBezTo>
                    <a:pt x="85" y="236"/>
                    <a:pt x="85" y="236"/>
                    <a:pt x="85" y="236"/>
                  </a:cubicBezTo>
                  <a:cubicBezTo>
                    <a:pt x="72" y="236"/>
                    <a:pt x="59" y="228"/>
                    <a:pt x="52" y="2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37"/>
            <p:cNvSpPr/>
            <p:nvPr/>
          </p:nvSpPr>
          <p:spPr bwMode="auto">
            <a:xfrm>
              <a:off x="2462212" y="2674938"/>
              <a:ext cx="1868488" cy="1643063"/>
            </a:xfrm>
            <a:custGeom>
              <a:avLst/>
              <a:gdLst>
                <a:gd name="T0" fmla="*/ 336 w 498"/>
                <a:gd name="T1" fmla="*/ 438 h 438"/>
                <a:gd name="T2" fmla="*/ 157 w 498"/>
                <a:gd name="T3" fmla="*/ 438 h 438"/>
                <a:gd name="T4" fmla="*/ 100 w 498"/>
                <a:gd name="T5" fmla="*/ 406 h 438"/>
                <a:gd name="T6" fmla="*/ 11 w 498"/>
                <a:gd name="T7" fmla="*/ 252 h 438"/>
                <a:gd name="T8" fmla="*/ 11 w 498"/>
                <a:gd name="T9" fmla="*/ 186 h 438"/>
                <a:gd name="T10" fmla="*/ 100 w 498"/>
                <a:gd name="T11" fmla="*/ 32 h 438"/>
                <a:gd name="T12" fmla="*/ 157 w 498"/>
                <a:gd name="T13" fmla="*/ 0 h 438"/>
                <a:gd name="T14" fmla="*/ 334 w 498"/>
                <a:gd name="T15" fmla="*/ 0 h 438"/>
                <a:gd name="T16" fmla="*/ 391 w 498"/>
                <a:gd name="T17" fmla="*/ 32 h 438"/>
                <a:gd name="T18" fmla="*/ 494 w 498"/>
                <a:gd name="T19" fmla="*/ 211 h 438"/>
                <a:gd name="T20" fmla="*/ 488 w 498"/>
                <a:gd name="T21" fmla="*/ 233 h 438"/>
                <a:gd name="T22" fmla="*/ 466 w 498"/>
                <a:gd name="T23" fmla="*/ 227 h 438"/>
                <a:gd name="T24" fmla="*/ 363 w 498"/>
                <a:gd name="T25" fmla="*/ 49 h 438"/>
                <a:gd name="T26" fmla="*/ 334 w 498"/>
                <a:gd name="T27" fmla="*/ 32 h 438"/>
                <a:gd name="T28" fmla="*/ 157 w 498"/>
                <a:gd name="T29" fmla="*/ 32 h 438"/>
                <a:gd name="T30" fmla="*/ 128 w 498"/>
                <a:gd name="T31" fmla="*/ 49 h 438"/>
                <a:gd name="T32" fmla="*/ 39 w 498"/>
                <a:gd name="T33" fmla="*/ 203 h 438"/>
                <a:gd name="T34" fmla="*/ 39 w 498"/>
                <a:gd name="T35" fmla="*/ 235 h 438"/>
                <a:gd name="T36" fmla="*/ 128 w 498"/>
                <a:gd name="T37" fmla="*/ 389 h 438"/>
                <a:gd name="T38" fmla="*/ 157 w 498"/>
                <a:gd name="T39" fmla="*/ 406 h 438"/>
                <a:gd name="T40" fmla="*/ 336 w 498"/>
                <a:gd name="T41" fmla="*/ 406 h 438"/>
                <a:gd name="T42" fmla="*/ 353 w 498"/>
                <a:gd name="T43" fmla="*/ 422 h 438"/>
                <a:gd name="T44" fmla="*/ 336 w 498"/>
                <a:gd name="T45" fmla="*/ 438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98" h="438">
                  <a:moveTo>
                    <a:pt x="336" y="438"/>
                  </a:moveTo>
                  <a:cubicBezTo>
                    <a:pt x="157" y="438"/>
                    <a:pt x="157" y="438"/>
                    <a:pt x="157" y="438"/>
                  </a:cubicBezTo>
                  <a:cubicBezTo>
                    <a:pt x="133" y="438"/>
                    <a:pt x="112" y="426"/>
                    <a:pt x="100" y="406"/>
                  </a:cubicBezTo>
                  <a:cubicBezTo>
                    <a:pt x="11" y="252"/>
                    <a:pt x="11" y="252"/>
                    <a:pt x="11" y="252"/>
                  </a:cubicBezTo>
                  <a:cubicBezTo>
                    <a:pt x="0" y="231"/>
                    <a:pt x="0" y="206"/>
                    <a:pt x="11" y="186"/>
                  </a:cubicBezTo>
                  <a:cubicBezTo>
                    <a:pt x="100" y="32"/>
                    <a:pt x="100" y="32"/>
                    <a:pt x="100" y="32"/>
                  </a:cubicBezTo>
                  <a:cubicBezTo>
                    <a:pt x="112" y="12"/>
                    <a:pt x="133" y="0"/>
                    <a:pt x="157" y="0"/>
                  </a:cubicBezTo>
                  <a:cubicBezTo>
                    <a:pt x="334" y="0"/>
                    <a:pt x="334" y="0"/>
                    <a:pt x="334" y="0"/>
                  </a:cubicBezTo>
                  <a:cubicBezTo>
                    <a:pt x="358" y="0"/>
                    <a:pt x="379" y="12"/>
                    <a:pt x="391" y="32"/>
                  </a:cubicBezTo>
                  <a:cubicBezTo>
                    <a:pt x="494" y="211"/>
                    <a:pt x="494" y="211"/>
                    <a:pt x="494" y="211"/>
                  </a:cubicBezTo>
                  <a:cubicBezTo>
                    <a:pt x="498" y="219"/>
                    <a:pt x="496" y="229"/>
                    <a:pt x="488" y="233"/>
                  </a:cubicBezTo>
                  <a:cubicBezTo>
                    <a:pt x="480" y="238"/>
                    <a:pt x="470" y="235"/>
                    <a:pt x="466" y="227"/>
                  </a:cubicBezTo>
                  <a:cubicBezTo>
                    <a:pt x="363" y="49"/>
                    <a:pt x="363" y="49"/>
                    <a:pt x="363" y="49"/>
                  </a:cubicBezTo>
                  <a:cubicBezTo>
                    <a:pt x="357" y="39"/>
                    <a:pt x="346" y="32"/>
                    <a:pt x="334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45" y="32"/>
                    <a:pt x="134" y="39"/>
                    <a:pt x="128" y="49"/>
                  </a:cubicBezTo>
                  <a:cubicBezTo>
                    <a:pt x="39" y="203"/>
                    <a:pt x="39" y="203"/>
                    <a:pt x="39" y="203"/>
                  </a:cubicBezTo>
                  <a:cubicBezTo>
                    <a:pt x="34" y="213"/>
                    <a:pt x="34" y="225"/>
                    <a:pt x="39" y="235"/>
                  </a:cubicBezTo>
                  <a:cubicBezTo>
                    <a:pt x="128" y="389"/>
                    <a:pt x="128" y="389"/>
                    <a:pt x="128" y="389"/>
                  </a:cubicBezTo>
                  <a:cubicBezTo>
                    <a:pt x="134" y="399"/>
                    <a:pt x="145" y="406"/>
                    <a:pt x="157" y="406"/>
                  </a:cubicBezTo>
                  <a:cubicBezTo>
                    <a:pt x="336" y="406"/>
                    <a:pt x="336" y="406"/>
                    <a:pt x="336" y="406"/>
                  </a:cubicBezTo>
                  <a:cubicBezTo>
                    <a:pt x="345" y="406"/>
                    <a:pt x="353" y="413"/>
                    <a:pt x="353" y="422"/>
                  </a:cubicBezTo>
                  <a:cubicBezTo>
                    <a:pt x="353" y="431"/>
                    <a:pt x="345" y="438"/>
                    <a:pt x="336" y="4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46"/>
            <p:cNvSpPr/>
            <p:nvPr/>
          </p:nvSpPr>
          <p:spPr bwMode="auto">
            <a:xfrm>
              <a:off x="3813175" y="3767138"/>
              <a:ext cx="536575" cy="534988"/>
            </a:xfrm>
            <a:custGeom>
              <a:avLst/>
              <a:gdLst>
                <a:gd name="T0" fmla="*/ 100 w 143"/>
                <a:gd name="T1" fmla="*/ 143 h 143"/>
                <a:gd name="T2" fmla="*/ 94 w 143"/>
                <a:gd name="T3" fmla="*/ 143 h 143"/>
                <a:gd name="T4" fmla="*/ 31 w 143"/>
                <a:gd name="T5" fmla="*/ 79 h 143"/>
                <a:gd name="T6" fmla="*/ 37 w 143"/>
                <a:gd name="T7" fmla="*/ 45 h 143"/>
                <a:gd name="T8" fmla="*/ 34 w 143"/>
                <a:gd name="T9" fmla="*/ 32 h 143"/>
                <a:gd name="T10" fmla="*/ 2 w 143"/>
                <a:gd name="T11" fmla="*/ 10 h 143"/>
                <a:gd name="T12" fmla="*/ 1 w 143"/>
                <a:gd name="T13" fmla="*/ 3 h 143"/>
                <a:gd name="T14" fmla="*/ 8 w 143"/>
                <a:gd name="T15" fmla="*/ 2 h 143"/>
                <a:gd name="T16" fmla="*/ 39 w 143"/>
                <a:gd name="T17" fmla="*/ 24 h 143"/>
                <a:gd name="T18" fmla="*/ 46 w 143"/>
                <a:gd name="T19" fmla="*/ 49 h 143"/>
                <a:gd name="T20" fmla="*/ 41 w 143"/>
                <a:gd name="T21" fmla="*/ 79 h 143"/>
                <a:gd name="T22" fmla="*/ 95 w 143"/>
                <a:gd name="T23" fmla="*/ 133 h 143"/>
                <a:gd name="T24" fmla="*/ 135 w 143"/>
                <a:gd name="T25" fmla="*/ 122 h 143"/>
                <a:gd name="T26" fmla="*/ 142 w 143"/>
                <a:gd name="T27" fmla="*/ 123 h 143"/>
                <a:gd name="T28" fmla="*/ 141 w 143"/>
                <a:gd name="T29" fmla="*/ 130 h 143"/>
                <a:gd name="T30" fmla="*/ 100 w 143"/>
                <a:gd name="T31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3" h="143">
                  <a:moveTo>
                    <a:pt x="100" y="143"/>
                  </a:moveTo>
                  <a:cubicBezTo>
                    <a:pt x="98" y="143"/>
                    <a:pt x="96" y="143"/>
                    <a:pt x="94" y="143"/>
                  </a:cubicBezTo>
                  <a:cubicBezTo>
                    <a:pt x="61" y="140"/>
                    <a:pt x="34" y="113"/>
                    <a:pt x="31" y="79"/>
                  </a:cubicBezTo>
                  <a:cubicBezTo>
                    <a:pt x="30" y="67"/>
                    <a:pt x="32" y="56"/>
                    <a:pt x="37" y="45"/>
                  </a:cubicBezTo>
                  <a:cubicBezTo>
                    <a:pt x="39" y="40"/>
                    <a:pt x="37" y="35"/>
                    <a:pt x="34" y="32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0" y="8"/>
                    <a:pt x="0" y="5"/>
                    <a:pt x="1" y="3"/>
                  </a:cubicBezTo>
                  <a:cubicBezTo>
                    <a:pt x="3" y="1"/>
                    <a:pt x="6" y="0"/>
                    <a:pt x="8" y="2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47" y="30"/>
                    <a:pt x="50" y="40"/>
                    <a:pt x="46" y="49"/>
                  </a:cubicBezTo>
                  <a:cubicBezTo>
                    <a:pt x="42" y="58"/>
                    <a:pt x="40" y="68"/>
                    <a:pt x="41" y="79"/>
                  </a:cubicBezTo>
                  <a:cubicBezTo>
                    <a:pt x="43" y="107"/>
                    <a:pt x="66" y="131"/>
                    <a:pt x="95" y="133"/>
                  </a:cubicBezTo>
                  <a:cubicBezTo>
                    <a:pt x="109" y="134"/>
                    <a:pt x="123" y="130"/>
                    <a:pt x="135" y="122"/>
                  </a:cubicBezTo>
                  <a:cubicBezTo>
                    <a:pt x="137" y="120"/>
                    <a:pt x="140" y="121"/>
                    <a:pt x="142" y="123"/>
                  </a:cubicBezTo>
                  <a:cubicBezTo>
                    <a:pt x="143" y="125"/>
                    <a:pt x="143" y="128"/>
                    <a:pt x="141" y="130"/>
                  </a:cubicBezTo>
                  <a:cubicBezTo>
                    <a:pt x="129" y="138"/>
                    <a:pt x="115" y="143"/>
                    <a:pt x="100" y="1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7663872" y="4048293"/>
            <a:ext cx="1885950" cy="1646238"/>
            <a:chOff x="7551738" y="3767138"/>
            <a:chExt cx="1885950" cy="1646238"/>
          </a:xfrm>
          <a:solidFill>
            <a:srgbClr val="AA9D67"/>
          </a:solidFill>
        </p:grpSpPr>
        <p:grpSp>
          <p:nvGrpSpPr>
            <p:cNvPr id="18" name="组合 17"/>
            <p:cNvGrpSpPr/>
            <p:nvPr/>
          </p:nvGrpSpPr>
          <p:grpSpPr>
            <a:xfrm>
              <a:off x="7554913" y="3767138"/>
              <a:ext cx="1882775" cy="1646238"/>
              <a:chOff x="7554913" y="3767138"/>
              <a:chExt cx="1882775" cy="1646238"/>
            </a:xfrm>
            <a:grpFill/>
          </p:grpSpPr>
          <p:sp>
            <p:nvSpPr>
              <p:cNvPr id="20" name="Freeform 39"/>
              <p:cNvSpPr/>
              <p:nvPr/>
            </p:nvSpPr>
            <p:spPr bwMode="auto">
              <a:xfrm>
                <a:off x="7570788" y="3767138"/>
                <a:ext cx="1866900" cy="1646238"/>
              </a:xfrm>
              <a:custGeom>
                <a:avLst/>
                <a:gdLst>
                  <a:gd name="T0" fmla="*/ 341 w 498"/>
                  <a:gd name="T1" fmla="*/ 439 h 439"/>
                  <a:gd name="T2" fmla="*/ 164 w 498"/>
                  <a:gd name="T3" fmla="*/ 439 h 439"/>
                  <a:gd name="T4" fmla="*/ 107 w 498"/>
                  <a:gd name="T5" fmla="*/ 406 h 439"/>
                  <a:gd name="T6" fmla="*/ 4 w 498"/>
                  <a:gd name="T7" fmla="*/ 228 h 439"/>
                  <a:gd name="T8" fmla="*/ 10 w 498"/>
                  <a:gd name="T9" fmla="*/ 205 h 439"/>
                  <a:gd name="T10" fmla="*/ 32 w 498"/>
                  <a:gd name="T11" fmla="*/ 211 h 439"/>
                  <a:gd name="T12" fmla="*/ 135 w 498"/>
                  <a:gd name="T13" fmla="*/ 390 h 439"/>
                  <a:gd name="T14" fmla="*/ 164 w 498"/>
                  <a:gd name="T15" fmla="*/ 406 h 439"/>
                  <a:gd name="T16" fmla="*/ 341 w 498"/>
                  <a:gd name="T17" fmla="*/ 406 h 439"/>
                  <a:gd name="T18" fmla="*/ 370 w 498"/>
                  <a:gd name="T19" fmla="*/ 390 h 439"/>
                  <a:gd name="T20" fmla="*/ 459 w 498"/>
                  <a:gd name="T21" fmla="*/ 236 h 439"/>
                  <a:gd name="T22" fmla="*/ 459 w 498"/>
                  <a:gd name="T23" fmla="*/ 203 h 439"/>
                  <a:gd name="T24" fmla="*/ 370 w 498"/>
                  <a:gd name="T25" fmla="*/ 49 h 439"/>
                  <a:gd name="T26" fmla="*/ 341 w 498"/>
                  <a:gd name="T27" fmla="*/ 33 h 439"/>
                  <a:gd name="T28" fmla="*/ 162 w 498"/>
                  <a:gd name="T29" fmla="*/ 33 h 439"/>
                  <a:gd name="T30" fmla="*/ 145 w 498"/>
                  <a:gd name="T31" fmla="*/ 16 h 439"/>
                  <a:gd name="T32" fmla="*/ 162 w 498"/>
                  <a:gd name="T33" fmla="*/ 0 h 439"/>
                  <a:gd name="T34" fmla="*/ 341 w 498"/>
                  <a:gd name="T35" fmla="*/ 0 h 439"/>
                  <a:gd name="T36" fmla="*/ 398 w 498"/>
                  <a:gd name="T37" fmla="*/ 33 h 439"/>
                  <a:gd name="T38" fmla="*/ 487 w 498"/>
                  <a:gd name="T39" fmla="*/ 187 h 439"/>
                  <a:gd name="T40" fmla="*/ 487 w 498"/>
                  <a:gd name="T41" fmla="*/ 252 h 439"/>
                  <a:gd name="T42" fmla="*/ 398 w 498"/>
                  <a:gd name="T43" fmla="*/ 406 h 439"/>
                  <a:gd name="T44" fmla="*/ 341 w 498"/>
                  <a:gd name="T45" fmla="*/ 439 h 4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98" h="439">
                    <a:moveTo>
                      <a:pt x="341" y="439"/>
                    </a:moveTo>
                    <a:cubicBezTo>
                      <a:pt x="164" y="439"/>
                      <a:pt x="164" y="439"/>
                      <a:pt x="164" y="439"/>
                    </a:cubicBezTo>
                    <a:cubicBezTo>
                      <a:pt x="140" y="439"/>
                      <a:pt x="119" y="426"/>
                      <a:pt x="107" y="406"/>
                    </a:cubicBezTo>
                    <a:cubicBezTo>
                      <a:pt x="4" y="228"/>
                      <a:pt x="4" y="228"/>
                      <a:pt x="4" y="228"/>
                    </a:cubicBezTo>
                    <a:cubicBezTo>
                      <a:pt x="0" y="220"/>
                      <a:pt x="2" y="210"/>
                      <a:pt x="10" y="205"/>
                    </a:cubicBezTo>
                    <a:cubicBezTo>
                      <a:pt x="18" y="201"/>
                      <a:pt x="28" y="203"/>
                      <a:pt x="32" y="211"/>
                    </a:cubicBezTo>
                    <a:cubicBezTo>
                      <a:pt x="135" y="390"/>
                      <a:pt x="135" y="390"/>
                      <a:pt x="135" y="390"/>
                    </a:cubicBezTo>
                    <a:cubicBezTo>
                      <a:pt x="141" y="400"/>
                      <a:pt x="152" y="406"/>
                      <a:pt x="164" y="406"/>
                    </a:cubicBezTo>
                    <a:cubicBezTo>
                      <a:pt x="341" y="406"/>
                      <a:pt x="341" y="406"/>
                      <a:pt x="341" y="406"/>
                    </a:cubicBezTo>
                    <a:cubicBezTo>
                      <a:pt x="353" y="406"/>
                      <a:pt x="364" y="400"/>
                      <a:pt x="370" y="390"/>
                    </a:cubicBezTo>
                    <a:cubicBezTo>
                      <a:pt x="459" y="236"/>
                      <a:pt x="459" y="236"/>
                      <a:pt x="459" y="236"/>
                    </a:cubicBezTo>
                    <a:cubicBezTo>
                      <a:pt x="464" y="226"/>
                      <a:pt x="464" y="213"/>
                      <a:pt x="459" y="203"/>
                    </a:cubicBezTo>
                    <a:cubicBezTo>
                      <a:pt x="370" y="49"/>
                      <a:pt x="370" y="49"/>
                      <a:pt x="370" y="49"/>
                    </a:cubicBezTo>
                    <a:cubicBezTo>
                      <a:pt x="364" y="39"/>
                      <a:pt x="353" y="33"/>
                      <a:pt x="341" y="33"/>
                    </a:cubicBezTo>
                    <a:cubicBezTo>
                      <a:pt x="162" y="33"/>
                      <a:pt x="162" y="33"/>
                      <a:pt x="162" y="33"/>
                    </a:cubicBezTo>
                    <a:cubicBezTo>
                      <a:pt x="153" y="33"/>
                      <a:pt x="145" y="25"/>
                      <a:pt x="145" y="16"/>
                    </a:cubicBezTo>
                    <a:cubicBezTo>
                      <a:pt x="145" y="7"/>
                      <a:pt x="153" y="0"/>
                      <a:pt x="162" y="0"/>
                    </a:cubicBezTo>
                    <a:cubicBezTo>
                      <a:pt x="341" y="0"/>
                      <a:pt x="341" y="0"/>
                      <a:pt x="341" y="0"/>
                    </a:cubicBezTo>
                    <a:cubicBezTo>
                      <a:pt x="365" y="0"/>
                      <a:pt x="386" y="13"/>
                      <a:pt x="398" y="33"/>
                    </a:cubicBezTo>
                    <a:cubicBezTo>
                      <a:pt x="487" y="187"/>
                      <a:pt x="487" y="187"/>
                      <a:pt x="487" y="187"/>
                    </a:cubicBezTo>
                    <a:cubicBezTo>
                      <a:pt x="498" y="207"/>
                      <a:pt x="498" y="232"/>
                      <a:pt x="487" y="252"/>
                    </a:cubicBezTo>
                    <a:cubicBezTo>
                      <a:pt x="398" y="406"/>
                      <a:pt x="398" y="406"/>
                      <a:pt x="398" y="406"/>
                    </a:cubicBezTo>
                    <a:cubicBezTo>
                      <a:pt x="386" y="426"/>
                      <a:pt x="365" y="439"/>
                      <a:pt x="341" y="43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 43"/>
              <p:cNvSpPr/>
              <p:nvPr/>
            </p:nvSpPr>
            <p:spPr bwMode="auto">
              <a:xfrm>
                <a:off x="8035925" y="4149725"/>
                <a:ext cx="989013" cy="881063"/>
              </a:xfrm>
              <a:custGeom>
                <a:avLst/>
                <a:gdLst>
                  <a:gd name="T0" fmla="*/ 53 w 264"/>
                  <a:gd name="T1" fmla="*/ 216 h 235"/>
                  <a:gd name="T2" fmla="*/ 7 w 264"/>
                  <a:gd name="T3" fmla="*/ 136 h 235"/>
                  <a:gd name="T4" fmla="*/ 7 w 264"/>
                  <a:gd name="T5" fmla="*/ 98 h 235"/>
                  <a:gd name="T6" fmla="*/ 53 w 264"/>
                  <a:gd name="T7" fmla="*/ 19 h 235"/>
                  <a:gd name="T8" fmla="*/ 86 w 264"/>
                  <a:gd name="T9" fmla="*/ 0 h 235"/>
                  <a:gd name="T10" fmla="*/ 178 w 264"/>
                  <a:gd name="T11" fmla="*/ 0 h 235"/>
                  <a:gd name="T12" fmla="*/ 211 w 264"/>
                  <a:gd name="T13" fmla="*/ 19 h 235"/>
                  <a:gd name="T14" fmla="*/ 257 w 264"/>
                  <a:gd name="T15" fmla="*/ 98 h 235"/>
                  <a:gd name="T16" fmla="*/ 257 w 264"/>
                  <a:gd name="T17" fmla="*/ 136 h 235"/>
                  <a:gd name="T18" fmla="*/ 211 w 264"/>
                  <a:gd name="T19" fmla="*/ 216 h 235"/>
                  <a:gd name="T20" fmla="*/ 178 w 264"/>
                  <a:gd name="T21" fmla="*/ 235 h 235"/>
                  <a:gd name="T22" fmla="*/ 86 w 264"/>
                  <a:gd name="T23" fmla="*/ 235 h 235"/>
                  <a:gd name="T24" fmla="*/ 53 w 264"/>
                  <a:gd name="T25" fmla="*/ 216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64" h="235">
                    <a:moveTo>
                      <a:pt x="53" y="216"/>
                    </a:moveTo>
                    <a:cubicBezTo>
                      <a:pt x="7" y="136"/>
                      <a:pt x="7" y="136"/>
                      <a:pt x="7" y="136"/>
                    </a:cubicBezTo>
                    <a:cubicBezTo>
                      <a:pt x="0" y="125"/>
                      <a:pt x="0" y="110"/>
                      <a:pt x="7" y="98"/>
                    </a:cubicBezTo>
                    <a:cubicBezTo>
                      <a:pt x="53" y="19"/>
                      <a:pt x="53" y="19"/>
                      <a:pt x="53" y="19"/>
                    </a:cubicBezTo>
                    <a:cubicBezTo>
                      <a:pt x="60" y="7"/>
                      <a:pt x="72" y="0"/>
                      <a:pt x="86" y="0"/>
                    </a:cubicBezTo>
                    <a:cubicBezTo>
                      <a:pt x="178" y="0"/>
                      <a:pt x="178" y="0"/>
                      <a:pt x="178" y="0"/>
                    </a:cubicBezTo>
                    <a:cubicBezTo>
                      <a:pt x="192" y="0"/>
                      <a:pt x="204" y="7"/>
                      <a:pt x="211" y="19"/>
                    </a:cubicBezTo>
                    <a:cubicBezTo>
                      <a:pt x="257" y="98"/>
                      <a:pt x="257" y="98"/>
                      <a:pt x="257" y="98"/>
                    </a:cubicBezTo>
                    <a:cubicBezTo>
                      <a:pt x="264" y="110"/>
                      <a:pt x="264" y="125"/>
                      <a:pt x="257" y="136"/>
                    </a:cubicBezTo>
                    <a:cubicBezTo>
                      <a:pt x="211" y="216"/>
                      <a:pt x="211" y="216"/>
                      <a:pt x="211" y="216"/>
                    </a:cubicBezTo>
                    <a:cubicBezTo>
                      <a:pt x="204" y="228"/>
                      <a:pt x="192" y="235"/>
                      <a:pt x="178" y="235"/>
                    </a:cubicBezTo>
                    <a:cubicBezTo>
                      <a:pt x="86" y="235"/>
                      <a:pt x="86" y="235"/>
                      <a:pt x="86" y="235"/>
                    </a:cubicBezTo>
                    <a:cubicBezTo>
                      <a:pt x="72" y="235"/>
                      <a:pt x="60" y="228"/>
                      <a:pt x="53" y="2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49"/>
              <p:cNvSpPr/>
              <p:nvPr/>
            </p:nvSpPr>
            <p:spPr bwMode="auto">
              <a:xfrm>
                <a:off x="7554913" y="3778250"/>
                <a:ext cx="536575" cy="523875"/>
              </a:xfrm>
              <a:custGeom>
                <a:avLst/>
                <a:gdLst>
                  <a:gd name="T0" fmla="*/ 138 w 143"/>
                  <a:gd name="T1" fmla="*/ 140 h 140"/>
                  <a:gd name="T2" fmla="*/ 135 w 143"/>
                  <a:gd name="T3" fmla="*/ 139 h 140"/>
                  <a:gd name="T4" fmla="*/ 105 w 143"/>
                  <a:gd name="T5" fmla="*/ 118 h 140"/>
                  <a:gd name="T6" fmla="*/ 100 w 143"/>
                  <a:gd name="T7" fmla="*/ 97 h 140"/>
                  <a:gd name="T8" fmla="*/ 106 w 143"/>
                  <a:gd name="T9" fmla="*/ 65 h 140"/>
                  <a:gd name="T10" fmla="*/ 52 w 143"/>
                  <a:gd name="T11" fmla="*/ 11 h 140"/>
                  <a:gd name="T12" fmla="*/ 9 w 143"/>
                  <a:gd name="T13" fmla="*/ 24 h 140"/>
                  <a:gd name="T14" fmla="*/ 2 w 143"/>
                  <a:gd name="T15" fmla="*/ 24 h 140"/>
                  <a:gd name="T16" fmla="*/ 3 w 143"/>
                  <a:gd name="T17" fmla="*/ 17 h 140"/>
                  <a:gd name="T18" fmla="*/ 53 w 143"/>
                  <a:gd name="T19" fmla="*/ 1 h 140"/>
                  <a:gd name="T20" fmla="*/ 116 w 143"/>
                  <a:gd name="T21" fmla="*/ 64 h 140"/>
                  <a:gd name="T22" fmla="*/ 109 w 143"/>
                  <a:gd name="T23" fmla="*/ 102 h 140"/>
                  <a:gd name="T24" fmla="*/ 111 w 143"/>
                  <a:gd name="T25" fmla="*/ 110 h 140"/>
                  <a:gd name="T26" fmla="*/ 140 w 143"/>
                  <a:gd name="T27" fmla="*/ 131 h 140"/>
                  <a:gd name="T28" fmla="*/ 142 w 143"/>
                  <a:gd name="T29" fmla="*/ 138 h 140"/>
                  <a:gd name="T30" fmla="*/ 138 w 143"/>
                  <a:gd name="T31" fmla="*/ 140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43" h="140">
                    <a:moveTo>
                      <a:pt x="138" y="140"/>
                    </a:moveTo>
                    <a:cubicBezTo>
                      <a:pt x="137" y="140"/>
                      <a:pt x="136" y="140"/>
                      <a:pt x="135" y="139"/>
                    </a:cubicBezTo>
                    <a:cubicBezTo>
                      <a:pt x="105" y="118"/>
                      <a:pt x="105" y="118"/>
                      <a:pt x="105" y="118"/>
                    </a:cubicBezTo>
                    <a:cubicBezTo>
                      <a:pt x="99" y="113"/>
                      <a:pt x="97" y="104"/>
                      <a:pt x="100" y="97"/>
                    </a:cubicBezTo>
                    <a:cubicBezTo>
                      <a:pt x="105" y="87"/>
                      <a:pt x="107" y="76"/>
                      <a:pt x="106" y="65"/>
                    </a:cubicBezTo>
                    <a:cubicBezTo>
                      <a:pt x="104" y="37"/>
                      <a:pt x="81" y="13"/>
                      <a:pt x="52" y="11"/>
                    </a:cubicBezTo>
                    <a:cubicBezTo>
                      <a:pt x="37" y="10"/>
                      <a:pt x="21" y="14"/>
                      <a:pt x="9" y="24"/>
                    </a:cubicBezTo>
                    <a:cubicBezTo>
                      <a:pt x="7" y="26"/>
                      <a:pt x="4" y="26"/>
                      <a:pt x="2" y="24"/>
                    </a:cubicBezTo>
                    <a:cubicBezTo>
                      <a:pt x="0" y="22"/>
                      <a:pt x="1" y="19"/>
                      <a:pt x="3" y="17"/>
                    </a:cubicBezTo>
                    <a:cubicBezTo>
                      <a:pt x="17" y="5"/>
                      <a:pt x="35" y="0"/>
                      <a:pt x="53" y="1"/>
                    </a:cubicBezTo>
                    <a:cubicBezTo>
                      <a:pt x="86" y="4"/>
                      <a:pt x="113" y="31"/>
                      <a:pt x="116" y="64"/>
                    </a:cubicBezTo>
                    <a:cubicBezTo>
                      <a:pt x="117" y="77"/>
                      <a:pt x="115" y="90"/>
                      <a:pt x="109" y="102"/>
                    </a:cubicBezTo>
                    <a:cubicBezTo>
                      <a:pt x="108" y="105"/>
                      <a:pt x="108" y="108"/>
                      <a:pt x="111" y="110"/>
                    </a:cubicBezTo>
                    <a:cubicBezTo>
                      <a:pt x="140" y="131"/>
                      <a:pt x="140" y="131"/>
                      <a:pt x="140" y="131"/>
                    </a:cubicBezTo>
                    <a:cubicBezTo>
                      <a:pt x="143" y="133"/>
                      <a:pt x="143" y="136"/>
                      <a:pt x="142" y="138"/>
                    </a:cubicBezTo>
                    <a:cubicBezTo>
                      <a:pt x="141" y="139"/>
                      <a:pt x="139" y="140"/>
                      <a:pt x="138" y="1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19" name="Freeform 50"/>
            <p:cNvSpPr/>
            <p:nvPr/>
          </p:nvSpPr>
          <p:spPr bwMode="auto">
            <a:xfrm>
              <a:off x="7551738" y="3773488"/>
              <a:ext cx="104775" cy="112713"/>
            </a:xfrm>
            <a:custGeom>
              <a:avLst/>
              <a:gdLst>
                <a:gd name="T0" fmla="*/ 23 w 28"/>
                <a:gd name="T1" fmla="*/ 30 h 30"/>
                <a:gd name="T2" fmla="*/ 22 w 28"/>
                <a:gd name="T3" fmla="*/ 30 h 30"/>
                <a:gd name="T4" fmla="*/ 0 w 28"/>
                <a:gd name="T5" fmla="*/ 27 h 30"/>
                <a:gd name="T6" fmla="*/ 4 w 28"/>
                <a:gd name="T7" fmla="*/ 5 h 30"/>
                <a:gd name="T8" fmla="*/ 10 w 28"/>
                <a:gd name="T9" fmla="*/ 1 h 30"/>
                <a:gd name="T10" fmla="*/ 14 w 28"/>
                <a:gd name="T11" fmla="*/ 6 h 30"/>
                <a:gd name="T12" fmla="*/ 12 w 28"/>
                <a:gd name="T13" fmla="*/ 18 h 30"/>
                <a:gd name="T14" fmla="*/ 24 w 28"/>
                <a:gd name="T15" fmla="*/ 20 h 30"/>
                <a:gd name="T16" fmla="*/ 28 w 28"/>
                <a:gd name="T17" fmla="*/ 26 h 30"/>
                <a:gd name="T18" fmla="*/ 23 w 28"/>
                <a:gd name="T19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30">
                  <a:moveTo>
                    <a:pt x="23" y="30"/>
                  </a:moveTo>
                  <a:cubicBezTo>
                    <a:pt x="23" y="30"/>
                    <a:pt x="23" y="30"/>
                    <a:pt x="22" y="30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2"/>
                    <a:pt x="7" y="0"/>
                    <a:pt x="10" y="1"/>
                  </a:cubicBezTo>
                  <a:cubicBezTo>
                    <a:pt x="12" y="1"/>
                    <a:pt x="14" y="4"/>
                    <a:pt x="14" y="6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7" y="21"/>
                    <a:pt x="28" y="23"/>
                    <a:pt x="28" y="26"/>
                  </a:cubicBezTo>
                  <a:cubicBezTo>
                    <a:pt x="28" y="28"/>
                    <a:pt x="25" y="30"/>
                    <a:pt x="23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5896984" y="2956093"/>
            <a:ext cx="2116138" cy="1643063"/>
            <a:chOff x="5784850" y="2674938"/>
            <a:chExt cx="2116138" cy="1643063"/>
          </a:xfrm>
          <a:solidFill>
            <a:srgbClr val="3A543B"/>
          </a:solidFill>
        </p:grpSpPr>
        <p:sp>
          <p:nvSpPr>
            <p:cNvPr id="24" name="Freeform 51"/>
            <p:cNvSpPr/>
            <p:nvPr/>
          </p:nvSpPr>
          <p:spPr bwMode="auto">
            <a:xfrm>
              <a:off x="7796213" y="4202113"/>
              <a:ext cx="104775" cy="112713"/>
            </a:xfrm>
            <a:custGeom>
              <a:avLst/>
              <a:gdLst>
                <a:gd name="T0" fmla="*/ 20 w 28"/>
                <a:gd name="T1" fmla="*/ 30 h 30"/>
                <a:gd name="T2" fmla="*/ 19 w 28"/>
                <a:gd name="T3" fmla="*/ 30 h 30"/>
                <a:gd name="T4" fmla="*/ 15 w 28"/>
                <a:gd name="T5" fmla="*/ 24 h 30"/>
                <a:gd name="T6" fmla="*/ 17 w 28"/>
                <a:gd name="T7" fmla="*/ 12 h 30"/>
                <a:gd name="T8" fmla="*/ 5 w 28"/>
                <a:gd name="T9" fmla="*/ 10 h 30"/>
                <a:gd name="T10" fmla="*/ 1 w 28"/>
                <a:gd name="T11" fmla="*/ 4 h 30"/>
                <a:gd name="T12" fmla="*/ 6 w 28"/>
                <a:gd name="T13" fmla="*/ 0 h 30"/>
                <a:gd name="T14" fmla="*/ 28 w 28"/>
                <a:gd name="T15" fmla="*/ 4 h 30"/>
                <a:gd name="T16" fmla="*/ 25 w 28"/>
                <a:gd name="T17" fmla="*/ 26 h 30"/>
                <a:gd name="T18" fmla="*/ 20 w 28"/>
                <a:gd name="T19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30">
                  <a:moveTo>
                    <a:pt x="20" y="30"/>
                  </a:moveTo>
                  <a:cubicBezTo>
                    <a:pt x="20" y="30"/>
                    <a:pt x="19" y="30"/>
                    <a:pt x="19" y="30"/>
                  </a:cubicBezTo>
                  <a:cubicBezTo>
                    <a:pt x="17" y="29"/>
                    <a:pt x="15" y="27"/>
                    <a:pt x="15" y="24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2" y="9"/>
                    <a:pt x="0" y="7"/>
                    <a:pt x="1" y="4"/>
                  </a:cubicBezTo>
                  <a:cubicBezTo>
                    <a:pt x="1" y="1"/>
                    <a:pt x="4" y="0"/>
                    <a:pt x="6" y="0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8"/>
                    <a:pt x="22" y="30"/>
                    <a:pt x="20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25" name="组合 24"/>
            <p:cNvGrpSpPr/>
            <p:nvPr/>
          </p:nvGrpSpPr>
          <p:grpSpPr>
            <a:xfrm>
              <a:off x="5784850" y="2674938"/>
              <a:ext cx="2108200" cy="1643063"/>
              <a:chOff x="5784850" y="2674938"/>
              <a:chExt cx="2108200" cy="1643063"/>
            </a:xfrm>
            <a:grpFill/>
          </p:grpSpPr>
          <p:sp>
            <p:nvSpPr>
              <p:cNvPr id="26" name="Freeform 40"/>
              <p:cNvSpPr/>
              <p:nvPr/>
            </p:nvSpPr>
            <p:spPr bwMode="auto">
              <a:xfrm>
                <a:off x="5980113" y="2674938"/>
                <a:ext cx="1871663" cy="1643063"/>
              </a:xfrm>
              <a:custGeom>
                <a:avLst/>
                <a:gdLst>
                  <a:gd name="T0" fmla="*/ 337 w 499"/>
                  <a:gd name="T1" fmla="*/ 438 h 438"/>
                  <a:gd name="T2" fmla="*/ 157 w 499"/>
                  <a:gd name="T3" fmla="*/ 438 h 438"/>
                  <a:gd name="T4" fmla="*/ 100 w 499"/>
                  <a:gd name="T5" fmla="*/ 406 h 438"/>
                  <a:gd name="T6" fmla="*/ 12 w 499"/>
                  <a:gd name="T7" fmla="*/ 252 h 438"/>
                  <a:gd name="T8" fmla="*/ 12 w 499"/>
                  <a:gd name="T9" fmla="*/ 186 h 438"/>
                  <a:gd name="T10" fmla="*/ 100 w 499"/>
                  <a:gd name="T11" fmla="*/ 32 h 438"/>
                  <a:gd name="T12" fmla="*/ 157 w 499"/>
                  <a:gd name="T13" fmla="*/ 0 h 438"/>
                  <a:gd name="T14" fmla="*/ 335 w 499"/>
                  <a:gd name="T15" fmla="*/ 0 h 438"/>
                  <a:gd name="T16" fmla="*/ 391 w 499"/>
                  <a:gd name="T17" fmla="*/ 32 h 438"/>
                  <a:gd name="T18" fmla="*/ 494 w 499"/>
                  <a:gd name="T19" fmla="*/ 211 h 438"/>
                  <a:gd name="T20" fmla="*/ 488 w 499"/>
                  <a:gd name="T21" fmla="*/ 233 h 438"/>
                  <a:gd name="T22" fmla="*/ 466 w 499"/>
                  <a:gd name="T23" fmla="*/ 227 h 438"/>
                  <a:gd name="T24" fmla="*/ 363 w 499"/>
                  <a:gd name="T25" fmla="*/ 49 h 438"/>
                  <a:gd name="T26" fmla="*/ 335 w 499"/>
                  <a:gd name="T27" fmla="*/ 32 h 438"/>
                  <a:gd name="T28" fmla="*/ 157 w 499"/>
                  <a:gd name="T29" fmla="*/ 32 h 438"/>
                  <a:gd name="T30" fmla="*/ 129 w 499"/>
                  <a:gd name="T31" fmla="*/ 49 h 438"/>
                  <a:gd name="T32" fmla="*/ 40 w 499"/>
                  <a:gd name="T33" fmla="*/ 203 h 438"/>
                  <a:gd name="T34" fmla="*/ 40 w 499"/>
                  <a:gd name="T35" fmla="*/ 235 h 438"/>
                  <a:gd name="T36" fmla="*/ 129 w 499"/>
                  <a:gd name="T37" fmla="*/ 389 h 438"/>
                  <a:gd name="T38" fmla="*/ 157 w 499"/>
                  <a:gd name="T39" fmla="*/ 406 h 438"/>
                  <a:gd name="T40" fmla="*/ 337 w 499"/>
                  <a:gd name="T41" fmla="*/ 406 h 438"/>
                  <a:gd name="T42" fmla="*/ 353 w 499"/>
                  <a:gd name="T43" fmla="*/ 422 h 438"/>
                  <a:gd name="T44" fmla="*/ 337 w 499"/>
                  <a:gd name="T45" fmla="*/ 438 h 4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99" h="438">
                    <a:moveTo>
                      <a:pt x="337" y="438"/>
                    </a:moveTo>
                    <a:cubicBezTo>
                      <a:pt x="157" y="438"/>
                      <a:pt x="157" y="438"/>
                      <a:pt x="157" y="438"/>
                    </a:cubicBezTo>
                    <a:cubicBezTo>
                      <a:pt x="134" y="438"/>
                      <a:pt x="112" y="426"/>
                      <a:pt x="100" y="406"/>
                    </a:cubicBezTo>
                    <a:cubicBezTo>
                      <a:pt x="12" y="252"/>
                      <a:pt x="12" y="252"/>
                      <a:pt x="12" y="252"/>
                    </a:cubicBezTo>
                    <a:cubicBezTo>
                      <a:pt x="0" y="231"/>
                      <a:pt x="0" y="206"/>
                      <a:pt x="12" y="186"/>
                    </a:cubicBezTo>
                    <a:cubicBezTo>
                      <a:pt x="100" y="32"/>
                      <a:pt x="100" y="32"/>
                      <a:pt x="100" y="32"/>
                    </a:cubicBezTo>
                    <a:cubicBezTo>
                      <a:pt x="112" y="12"/>
                      <a:pt x="134" y="0"/>
                      <a:pt x="157" y="0"/>
                    </a:cubicBezTo>
                    <a:cubicBezTo>
                      <a:pt x="335" y="0"/>
                      <a:pt x="335" y="0"/>
                      <a:pt x="335" y="0"/>
                    </a:cubicBezTo>
                    <a:cubicBezTo>
                      <a:pt x="358" y="0"/>
                      <a:pt x="380" y="12"/>
                      <a:pt x="391" y="32"/>
                    </a:cubicBezTo>
                    <a:cubicBezTo>
                      <a:pt x="494" y="211"/>
                      <a:pt x="494" y="211"/>
                      <a:pt x="494" y="211"/>
                    </a:cubicBezTo>
                    <a:cubicBezTo>
                      <a:pt x="499" y="219"/>
                      <a:pt x="496" y="229"/>
                      <a:pt x="488" y="233"/>
                    </a:cubicBezTo>
                    <a:cubicBezTo>
                      <a:pt x="480" y="238"/>
                      <a:pt x="470" y="235"/>
                      <a:pt x="466" y="227"/>
                    </a:cubicBezTo>
                    <a:cubicBezTo>
                      <a:pt x="363" y="49"/>
                      <a:pt x="363" y="49"/>
                      <a:pt x="363" y="49"/>
                    </a:cubicBezTo>
                    <a:cubicBezTo>
                      <a:pt x="357" y="39"/>
                      <a:pt x="346" y="32"/>
                      <a:pt x="335" y="32"/>
                    </a:cubicBezTo>
                    <a:cubicBezTo>
                      <a:pt x="157" y="32"/>
                      <a:pt x="157" y="32"/>
                      <a:pt x="157" y="32"/>
                    </a:cubicBezTo>
                    <a:cubicBezTo>
                      <a:pt x="145" y="32"/>
                      <a:pt x="135" y="39"/>
                      <a:pt x="129" y="49"/>
                    </a:cubicBezTo>
                    <a:cubicBezTo>
                      <a:pt x="40" y="203"/>
                      <a:pt x="40" y="203"/>
                      <a:pt x="40" y="203"/>
                    </a:cubicBezTo>
                    <a:cubicBezTo>
                      <a:pt x="34" y="213"/>
                      <a:pt x="34" y="225"/>
                      <a:pt x="40" y="235"/>
                    </a:cubicBezTo>
                    <a:cubicBezTo>
                      <a:pt x="129" y="389"/>
                      <a:pt x="129" y="389"/>
                      <a:pt x="129" y="389"/>
                    </a:cubicBezTo>
                    <a:cubicBezTo>
                      <a:pt x="135" y="399"/>
                      <a:pt x="145" y="406"/>
                      <a:pt x="157" y="406"/>
                    </a:cubicBezTo>
                    <a:cubicBezTo>
                      <a:pt x="337" y="406"/>
                      <a:pt x="337" y="406"/>
                      <a:pt x="337" y="406"/>
                    </a:cubicBezTo>
                    <a:cubicBezTo>
                      <a:pt x="346" y="406"/>
                      <a:pt x="353" y="413"/>
                      <a:pt x="353" y="422"/>
                    </a:cubicBezTo>
                    <a:cubicBezTo>
                      <a:pt x="353" y="431"/>
                      <a:pt x="346" y="438"/>
                      <a:pt x="337" y="4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" name="Freeform 42"/>
              <p:cNvSpPr/>
              <p:nvPr/>
            </p:nvSpPr>
            <p:spPr bwMode="auto">
              <a:xfrm>
                <a:off x="6400800" y="3054350"/>
                <a:ext cx="989013" cy="884238"/>
              </a:xfrm>
              <a:custGeom>
                <a:avLst/>
                <a:gdLst>
                  <a:gd name="T0" fmla="*/ 53 w 264"/>
                  <a:gd name="T1" fmla="*/ 217 h 236"/>
                  <a:gd name="T2" fmla="*/ 7 w 264"/>
                  <a:gd name="T3" fmla="*/ 137 h 236"/>
                  <a:gd name="T4" fmla="*/ 7 w 264"/>
                  <a:gd name="T5" fmla="*/ 99 h 236"/>
                  <a:gd name="T6" fmla="*/ 53 w 264"/>
                  <a:gd name="T7" fmla="*/ 19 h 236"/>
                  <a:gd name="T8" fmla="*/ 86 w 264"/>
                  <a:gd name="T9" fmla="*/ 0 h 236"/>
                  <a:gd name="T10" fmla="*/ 178 w 264"/>
                  <a:gd name="T11" fmla="*/ 0 h 236"/>
                  <a:gd name="T12" fmla="*/ 211 w 264"/>
                  <a:gd name="T13" fmla="*/ 19 h 236"/>
                  <a:gd name="T14" fmla="*/ 257 w 264"/>
                  <a:gd name="T15" fmla="*/ 99 h 236"/>
                  <a:gd name="T16" fmla="*/ 257 w 264"/>
                  <a:gd name="T17" fmla="*/ 137 h 236"/>
                  <a:gd name="T18" fmla="*/ 211 w 264"/>
                  <a:gd name="T19" fmla="*/ 217 h 236"/>
                  <a:gd name="T20" fmla="*/ 178 w 264"/>
                  <a:gd name="T21" fmla="*/ 236 h 236"/>
                  <a:gd name="T22" fmla="*/ 86 w 264"/>
                  <a:gd name="T23" fmla="*/ 236 h 236"/>
                  <a:gd name="T24" fmla="*/ 53 w 264"/>
                  <a:gd name="T25" fmla="*/ 217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64" h="236">
                    <a:moveTo>
                      <a:pt x="53" y="217"/>
                    </a:moveTo>
                    <a:cubicBezTo>
                      <a:pt x="7" y="137"/>
                      <a:pt x="7" y="137"/>
                      <a:pt x="7" y="137"/>
                    </a:cubicBezTo>
                    <a:cubicBezTo>
                      <a:pt x="0" y="125"/>
                      <a:pt x="0" y="111"/>
                      <a:pt x="7" y="99"/>
                    </a:cubicBezTo>
                    <a:cubicBezTo>
                      <a:pt x="53" y="19"/>
                      <a:pt x="53" y="19"/>
                      <a:pt x="53" y="19"/>
                    </a:cubicBezTo>
                    <a:cubicBezTo>
                      <a:pt x="60" y="7"/>
                      <a:pt x="73" y="0"/>
                      <a:pt x="86" y="0"/>
                    </a:cubicBezTo>
                    <a:cubicBezTo>
                      <a:pt x="178" y="0"/>
                      <a:pt x="178" y="0"/>
                      <a:pt x="178" y="0"/>
                    </a:cubicBezTo>
                    <a:cubicBezTo>
                      <a:pt x="192" y="0"/>
                      <a:pt x="204" y="7"/>
                      <a:pt x="211" y="19"/>
                    </a:cubicBezTo>
                    <a:cubicBezTo>
                      <a:pt x="257" y="99"/>
                      <a:pt x="257" y="99"/>
                      <a:pt x="257" y="99"/>
                    </a:cubicBezTo>
                    <a:cubicBezTo>
                      <a:pt x="264" y="111"/>
                      <a:pt x="264" y="125"/>
                      <a:pt x="257" y="137"/>
                    </a:cubicBezTo>
                    <a:cubicBezTo>
                      <a:pt x="211" y="217"/>
                      <a:pt x="211" y="217"/>
                      <a:pt x="211" y="217"/>
                    </a:cubicBezTo>
                    <a:cubicBezTo>
                      <a:pt x="204" y="228"/>
                      <a:pt x="192" y="236"/>
                      <a:pt x="178" y="236"/>
                    </a:cubicBezTo>
                    <a:cubicBezTo>
                      <a:pt x="86" y="236"/>
                      <a:pt x="86" y="236"/>
                      <a:pt x="86" y="236"/>
                    </a:cubicBezTo>
                    <a:cubicBezTo>
                      <a:pt x="73" y="236"/>
                      <a:pt x="60" y="228"/>
                      <a:pt x="53" y="2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" name="Freeform 48"/>
              <p:cNvSpPr/>
              <p:nvPr/>
            </p:nvSpPr>
            <p:spPr bwMode="auto">
              <a:xfrm>
                <a:off x="7356475" y="3767138"/>
                <a:ext cx="536575" cy="534988"/>
              </a:xfrm>
              <a:custGeom>
                <a:avLst/>
                <a:gdLst>
                  <a:gd name="T0" fmla="*/ 100 w 143"/>
                  <a:gd name="T1" fmla="*/ 143 h 143"/>
                  <a:gd name="T2" fmla="*/ 94 w 143"/>
                  <a:gd name="T3" fmla="*/ 143 h 143"/>
                  <a:gd name="T4" fmla="*/ 31 w 143"/>
                  <a:gd name="T5" fmla="*/ 79 h 143"/>
                  <a:gd name="T6" fmla="*/ 37 w 143"/>
                  <a:gd name="T7" fmla="*/ 45 h 143"/>
                  <a:gd name="T8" fmla="*/ 33 w 143"/>
                  <a:gd name="T9" fmla="*/ 32 h 143"/>
                  <a:gd name="T10" fmla="*/ 2 w 143"/>
                  <a:gd name="T11" fmla="*/ 10 h 143"/>
                  <a:gd name="T12" fmla="*/ 1 w 143"/>
                  <a:gd name="T13" fmla="*/ 3 h 143"/>
                  <a:gd name="T14" fmla="*/ 8 w 143"/>
                  <a:gd name="T15" fmla="*/ 2 h 143"/>
                  <a:gd name="T16" fmla="*/ 39 w 143"/>
                  <a:gd name="T17" fmla="*/ 24 h 143"/>
                  <a:gd name="T18" fmla="*/ 46 w 143"/>
                  <a:gd name="T19" fmla="*/ 49 h 143"/>
                  <a:gd name="T20" fmla="*/ 41 w 143"/>
                  <a:gd name="T21" fmla="*/ 79 h 143"/>
                  <a:gd name="T22" fmla="*/ 95 w 143"/>
                  <a:gd name="T23" fmla="*/ 133 h 143"/>
                  <a:gd name="T24" fmla="*/ 135 w 143"/>
                  <a:gd name="T25" fmla="*/ 122 h 143"/>
                  <a:gd name="T26" fmla="*/ 142 w 143"/>
                  <a:gd name="T27" fmla="*/ 123 h 143"/>
                  <a:gd name="T28" fmla="*/ 140 w 143"/>
                  <a:gd name="T29" fmla="*/ 130 h 143"/>
                  <a:gd name="T30" fmla="*/ 100 w 143"/>
                  <a:gd name="T31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43" h="143">
                    <a:moveTo>
                      <a:pt x="100" y="143"/>
                    </a:moveTo>
                    <a:cubicBezTo>
                      <a:pt x="98" y="143"/>
                      <a:pt x="96" y="143"/>
                      <a:pt x="94" y="143"/>
                    </a:cubicBezTo>
                    <a:cubicBezTo>
                      <a:pt x="61" y="140"/>
                      <a:pt x="34" y="113"/>
                      <a:pt x="31" y="79"/>
                    </a:cubicBezTo>
                    <a:cubicBezTo>
                      <a:pt x="30" y="67"/>
                      <a:pt x="32" y="56"/>
                      <a:pt x="37" y="45"/>
                    </a:cubicBezTo>
                    <a:cubicBezTo>
                      <a:pt x="39" y="40"/>
                      <a:pt x="37" y="35"/>
                      <a:pt x="33" y="32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0" y="8"/>
                      <a:pt x="0" y="5"/>
                      <a:pt x="1" y="3"/>
                    </a:cubicBezTo>
                    <a:cubicBezTo>
                      <a:pt x="3" y="1"/>
                      <a:pt x="6" y="0"/>
                      <a:pt x="8" y="2"/>
                    </a:cubicBezTo>
                    <a:cubicBezTo>
                      <a:pt x="39" y="24"/>
                      <a:pt x="39" y="24"/>
                      <a:pt x="39" y="24"/>
                    </a:cubicBezTo>
                    <a:cubicBezTo>
                      <a:pt x="47" y="30"/>
                      <a:pt x="50" y="40"/>
                      <a:pt x="46" y="49"/>
                    </a:cubicBezTo>
                    <a:cubicBezTo>
                      <a:pt x="41" y="58"/>
                      <a:pt x="40" y="68"/>
                      <a:pt x="41" y="79"/>
                    </a:cubicBezTo>
                    <a:cubicBezTo>
                      <a:pt x="43" y="107"/>
                      <a:pt x="66" y="131"/>
                      <a:pt x="95" y="133"/>
                    </a:cubicBezTo>
                    <a:cubicBezTo>
                      <a:pt x="109" y="134"/>
                      <a:pt x="123" y="130"/>
                      <a:pt x="135" y="122"/>
                    </a:cubicBezTo>
                    <a:cubicBezTo>
                      <a:pt x="137" y="120"/>
                      <a:pt x="140" y="121"/>
                      <a:pt x="142" y="123"/>
                    </a:cubicBezTo>
                    <a:cubicBezTo>
                      <a:pt x="143" y="125"/>
                      <a:pt x="143" y="128"/>
                      <a:pt x="140" y="130"/>
                    </a:cubicBezTo>
                    <a:cubicBezTo>
                      <a:pt x="129" y="138"/>
                      <a:pt x="114" y="143"/>
                      <a:pt x="100" y="14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" name="Freeform 52"/>
              <p:cNvSpPr/>
              <p:nvPr/>
            </p:nvSpPr>
            <p:spPr bwMode="auto">
              <a:xfrm>
                <a:off x="5784850" y="3894138"/>
                <a:ext cx="365125" cy="258763"/>
              </a:xfrm>
              <a:custGeom>
                <a:avLst/>
                <a:gdLst>
                  <a:gd name="T0" fmla="*/ 78 w 230"/>
                  <a:gd name="T1" fmla="*/ 68 h 163"/>
                  <a:gd name="T2" fmla="*/ 208 w 230"/>
                  <a:gd name="T3" fmla="*/ 0 h 163"/>
                  <a:gd name="T4" fmla="*/ 230 w 230"/>
                  <a:gd name="T5" fmla="*/ 38 h 163"/>
                  <a:gd name="T6" fmla="*/ 0 w 230"/>
                  <a:gd name="T7" fmla="*/ 163 h 163"/>
                  <a:gd name="T8" fmla="*/ 62 w 230"/>
                  <a:gd name="T9" fmla="*/ 33 h 163"/>
                  <a:gd name="T10" fmla="*/ 78 w 230"/>
                  <a:gd name="T11" fmla="*/ 68 h 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0" h="163">
                    <a:moveTo>
                      <a:pt x="78" y="68"/>
                    </a:moveTo>
                    <a:lnTo>
                      <a:pt x="208" y="0"/>
                    </a:lnTo>
                    <a:lnTo>
                      <a:pt x="230" y="38"/>
                    </a:lnTo>
                    <a:lnTo>
                      <a:pt x="0" y="163"/>
                    </a:lnTo>
                    <a:lnTo>
                      <a:pt x="62" y="33"/>
                    </a:lnTo>
                    <a:lnTo>
                      <a:pt x="78" y="6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30" name="组合 29"/>
          <p:cNvGrpSpPr/>
          <p:nvPr/>
        </p:nvGrpSpPr>
        <p:grpSpPr>
          <a:xfrm>
            <a:off x="4123747" y="4048293"/>
            <a:ext cx="2160588" cy="1646238"/>
            <a:chOff x="4011613" y="3767138"/>
            <a:chExt cx="2160588" cy="1646238"/>
          </a:xfrm>
          <a:solidFill>
            <a:srgbClr val="AA9D67"/>
          </a:solidFill>
        </p:grpSpPr>
        <p:sp>
          <p:nvSpPr>
            <p:cNvPr id="31" name="Freeform 45"/>
            <p:cNvSpPr/>
            <p:nvPr/>
          </p:nvSpPr>
          <p:spPr bwMode="auto">
            <a:xfrm>
              <a:off x="4011613" y="3773488"/>
              <a:ext cx="104775" cy="112713"/>
            </a:xfrm>
            <a:custGeom>
              <a:avLst/>
              <a:gdLst>
                <a:gd name="T0" fmla="*/ 22 w 28"/>
                <a:gd name="T1" fmla="*/ 30 h 30"/>
                <a:gd name="T2" fmla="*/ 21 w 28"/>
                <a:gd name="T3" fmla="*/ 30 h 30"/>
                <a:gd name="T4" fmla="*/ 0 w 28"/>
                <a:gd name="T5" fmla="*/ 27 h 30"/>
                <a:gd name="T6" fmla="*/ 3 w 28"/>
                <a:gd name="T7" fmla="*/ 5 h 30"/>
                <a:gd name="T8" fmla="*/ 9 w 28"/>
                <a:gd name="T9" fmla="*/ 1 h 30"/>
                <a:gd name="T10" fmla="*/ 13 w 28"/>
                <a:gd name="T11" fmla="*/ 6 h 30"/>
                <a:gd name="T12" fmla="*/ 11 w 28"/>
                <a:gd name="T13" fmla="*/ 18 h 30"/>
                <a:gd name="T14" fmla="*/ 23 w 28"/>
                <a:gd name="T15" fmla="*/ 20 h 30"/>
                <a:gd name="T16" fmla="*/ 27 w 28"/>
                <a:gd name="T17" fmla="*/ 26 h 30"/>
                <a:gd name="T18" fmla="*/ 22 w 28"/>
                <a:gd name="T19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30">
                  <a:moveTo>
                    <a:pt x="22" y="30"/>
                  </a:moveTo>
                  <a:cubicBezTo>
                    <a:pt x="22" y="30"/>
                    <a:pt x="22" y="30"/>
                    <a:pt x="21" y="30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2"/>
                    <a:pt x="6" y="0"/>
                    <a:pt x="9" y="1"/>
                  </a:cubicBezTo>
                  <a:cubicBezTo>
                    <a:pt x="11" y="1"/>
                    <a:pt x="13" y="4"/>
                    <a:pt x="13" y="6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6" y="21"/>
                    <a:pt x="28" y="23"/>
                    <a:pt x="27" y="26"/>
                  </a:cubicBezTo>
                  <a:cubicBezTo>
                    <a:pt x="27" y="28"/>
                    <a:pt x="25" y="30"/>
                    <a:pt x="22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Freeform 47"/>
            <p:cNvSpPr/>
            <p:nvPr/>
          </p:nvSpPr>
          <p:spPr bwMode="auto">
            <a:xfrm>
              <a:off x="4256088" y="4202113"/>
              <a:ext cx="104775" cy="112713"/>
            </a:xfrm>
            <a:custGeom>
              <a:avLst/>
              <a:gdLst>
                <a:gd name="T0" fmla="*/ 19 w 28"/>
                <a:gd name="T1" fmla="*/ 30 h 30"/>
                <a:gd name="T2" fmla="*/ 18 w 28"/>
                <a:gd name="T3" fmla="*/ 30 h 30"/>
                <a:gd name="T4" fmla="*/ 14 w 28"/>
                <a:gd name="T5" fmla="*/ 24 h 30"/>
                <a:gd name="T6" fmla="*/ 16 w 28"/>
                <a:gd name="T7" fmla="*/ 12 h 30"/>
                <a:gd name="T8" fmla="*/ 4 w 28"/>
                <a:gd name="T9" fmla="*/ 10 h 30"/>
                <a:gd name="T10" fmla="*/ 0 w 28"/>
                <a:gd name="T11" fmla="*/ 4 h 30"/>
                <a:gd name="T12" fmla="*/ 6 w 28"/>
                <a:gd name="T13" fmla="*/ 0 h 30"/>
                <a:gd name="T14" fmla="*/ 28 w 28"/>
                <a:gd name="T15" fmla="*/ 4 h 30"/>
                <a:gd name="T16" fmla="*/ 24 w 28"/>
                <a:gd name="T17" fmla="*/ 26 h 30"/>
                <a:gd name="T18" fmla="*/ 19 w 28"/>
                <a:gd name="T19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30">
                  <a:moveTo>
                    <a:pt x="19" y="30"/>
                  </a:moveTo>
                  <a:cubicBezTo>
                    <a:pt x="19" y="30"/>
                    <a:pt x="19" y="30"/>
                    <a:pt x="18" y="30"/>
                  </a:cubicBezTo>
                  <a:cubicBezTo>
                    <a:pt x="16" y="29"/>
                    <a:pt x="14" y="27"/>
                    <a:pt x="14" y="24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" y="9"/>
                    <a:pt x="0" y="7"/>
                    <a:pt x="0" y="4"/>
                  </a:cubicBezTo>
                  <a:cubicBezTo>
                    <a:pt x="0" y="1"/>
                    <a:pt x="3" y="0"/>
                    <a:pt x="6" y="0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8"/>
                    <a:pt x="21" y="30"/>
                    <a:pt x="19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4014788" y="3767138"/>
              <a:ext cx="2157413" cy="1646238"/>
              <a:chOff x="4014788" y="3767138"/>
              <a:chExt cx="2157413" cy="1646238"/>
            </a:xfrm>
            <a:grpFill/>
          </p:grpSpPr>
          <p:sp>
            <p:nvSpPr>
              <p:cNvPr id="34" name="Freeform 38"/>
              <p:cNvSpPr/>
              <p:nvPr/>
            </p:nvSpPr>
            <p:spPr bwMode="auto">
              <a:xfrm>
                <a:off x="4067175" y="3767138"/>
                <a:ext cx="1871663" cy="1646238"/>
              </a:xfrm>
              <a:custGeom>
                <a:avLst/>
                <a:gdLst>
                  <a:gd name="T0" fmla="*/ 342 w 499"/>
                  <a:gd name="T1" fmla="*/ 439 h 439"/>
                  <a:gd name="T2" fmla="*/ 164 w 499"/>
                  <a:gd name="T3" fmla="*/ 439 h 439"/>
                  <a:gd name="T4" fmla="*/ 108 w 499"/>
                  <a:gd name="T5" fmla="*/ 406 h 439"/>
                  <a:gd name="T6" fmla="*/ 5 w 499"/>
                  <a:gd name="T7" fmla="*/ 228 h 439"/>
                  <a:gd name="T8" fmla="*/ 11 w 499"/>
                  <a:gd name="T9" fmla="*/ 205 h 439"/>
                  <a:gd name="T10" fmla="*/ 33 w 499"/>
                  <a:gd name="T11" fmla="*/ 211 h 439"/>
                  <a:gd name="T12" fmla="*/ 136 w 499"/>
                  <a:gd name="T13" fmla="*/ 390 h 439"/>
                  <a:gd name="T14" fmla="*/ 164 w 499"/>
                  <a:gd name="T15" fmla="*/ 406 h 439"/>
                  <a:gd name="T16" fmla="*/ 342 w 499"/>
                  <a:gd name="T17" fmla="*/ 406 h 439"/>
                  <a:gd name="T18" fmla="*/ 370 w 499"/>
                  <a:gd name="T19" fmla="*/ 390 h 439"/>
                  <a:gd name="T20" fmla="*/ 459 w 499"/>
                  <a:gd name="T21" fmla="*/ 236 h 439"/>
                  <a:gd name="T22" fmla="*/ 459 w 499"/>
                  <a:gd name="T23" fmla="*/ 203 h 439"/>
                  <a:gd name="T24" fmla="*/ 370 w 499"/>
                  <a:gd name="T25" fmla="*/ 49 h 439"/>
                  <a:gd name="T26" fmla="*/ 342 w 499"/>
                  <a:gd name="T27" fmla="*/ 33 h 439"/>
                  <a:gd name="T28" fmla="*/ 162 w 499"/>
                  <a:gd name="T29" fmla="*/ 33 h 439"/>
                  <a:gd name="T30" fmla="*/ 146 w 499"/>
                  <a:gd name="T31" fmla="*/ 16 h 439"/>
                  <a:gd name="T32" fmla="*/ 162 w 499"/>
                  <a:gd name="T33" fmla="*/ 0 h 439"/>
                  <a:gd name="T34" fmla="*/ 342 w 499"/>
                  <a:gd name="T35" fmla="*/ 0 h 439"/>
                  <a:gd name="T36" fmla="*/ 399 w 499"/>
                  <a:gd name="T37" fmla="*/ 33 h 439"/>
                  <a:gd name="T38" fmla="*/ 487 w 499"/>
                  <a:gd name="T39" fmla="*/ 187 h 439"/>
                  <a:gd name="T40" fmla="*/ 487 w 499"/>
                  <a:gd name="T41" fmla="*/ 252 h 439"/>
                  <a:gd name="T42" fmla="*/ 399 w 499"/>
                  <a:gd name="T43" fmla="*/ 406 h 439"/>
                  <a:gd name="T44" fmla="*/ 342 w 499"/>
                  <a:gd name="T45" fmla="*/ 439 h 4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99" h="439">
                    <a:moveTo>
                      <a:pt x="342" y="439"/>
                    </a:moveTo>
                    <a:cubicBezTo>
                      <a:pt x="164" y="439"/>
                      <a:pt x="164" y="439"/>
                      <a:pt x="164" y="439"/>
                    </a:cubicBezTo>
                    <a:cubicBezTo>
                      <a:pt x="141" y="439"/>
                      <a:pt x="119" y="426"/>
                      <a:pt x="108" y="406"/>
                    </a:cubicBezTo>
                    <a:cubicBezTo>
                      <a:pt x="5" y="228"/>
                      <a:pt x="5" y="228"/>
                      <a:pt x="5" y="228"/>
                    </a:cubicBezTo>
                    <a:cubicBezTo>
                      <a:pt x="0" y="220"/>
                      <a:pt x="3" y="210"/>
                      <a:pt x="11" y="205"/>
                    </a:cubicBezTo>
                    <a:cubicBezTo>
                      <a:pt x="19" y="201"/>
                      <a:pt x="29" y="203"/>
                      <a:pt x="33" y="211"/>
                    </a:cubicBezTo>
                    <a:cubicBezTo>
                      <a:pt x="136" y="390"/>
                      <a:pt x="136" y="390"/>
                      <a:pt x="136" y="390"/>
                    </a:cubicBezTo>
                    <a:cubicBezTo>
                      <a:pt x="142" y="400"/>
                      <a:pt x="153" y="406"/>
                      <a:pt x="164" y="406"/>
                    </a:cubicBezTo>
                    <a:cubicBezTo>
                      <a:pt x="342" y="406"/>
                      <a:pt x="342" y="406"/>
                      <a:pt x="342" y="406"/>
                    </a:cubicBezTo>
                    <a:cubicBezTo>
                      <a:pt x="354" y="406"/>
                      <a:pt x="364" y="400"/>
                      <a:pt x="370" y="390"/>
                    </a:cubicBezTo>
                    <a:cubicBezTo>
                      <a:pt x="459" y="236"/>
                      <a:pt x="459" y="236"/>
                      <a:pt x="459" y="236"/>
                    </a:cubicBezTo>
                    <a:cubicBezTo>
                      <a:pt x="465" y="226"/>
                      <a:pt x="465" y="213"/>
                      <a:pt x="459" y="203"/>
                    </a:cubicBezTo>
                    <a:cubicBezTo>
                      <a:pt x="370" y="49"/>
                      <a:pt x="370" y="49"/>
                      <a:pt x="370" y="49"/>
                    </a:cubicBezTo>
                    <a:cubicBezTo>
                      <a:pt x="364" y="39"/>
                      <a:pt x="354" y="33"/>
                      <a:pt x="342" y="33"/>
                    </a:cubicBezTo>
                    <a:cubicBezTo>
                      <a:pt x="162" y="33"/>
                      <a:pt x="162" y="33"/>
                      <a:pt x="162" y="33"/>
                    </a:cubicBezTo>
                    <a:cubicBezTo>
                      <a:pt x="153" y="33"/>
                      <a:pt x="146" y="25"/>
                      <a:pt x="146" y="16"/>
                    </a:cubicBezTo>
                    <a:cubicBezTo>
                      <a:pt x="146" y="7"/>
                      <a:pt x="153" y="0"/>
                      <a:pt x="162" y="0"/>
                    </a:cubicBezTo>
                    <a:cubicBezTo>
                      <a:pt x="342" y="0"/>
                      <a:pt x="342" y="0"/>
                      <a:pt x="342" y="0"/>
                    </a:cubicBezTo>
                    <a:cubicBezTo>
                      <a:pt x="365" y="0"/>
                      <a:pt x="387" y="13"/>
                      <a:pt x="399" y="33"/>
                    </a:cubicBezTo>
                    <a:cubicBezTo>
                      <a:pt x="487" y="187"/>
                      <a:pt x="487" y="187"/>
                      <a:pt x="487" y="187"/>
                    </a:cubicBezTo>
                    <a:cubicBezTo>
                      <a:pt x="499" y="207"/>
                      <a:pt x="499" y="232"/>
                      <a:pt x="487" y="252"/>
                    </a:cubicBezTo>
                    <a:cubicBezTo>
                      <a:pt x="399" y="406"/>
                      <a:pt x="399" y="406"/>
                      <a:pt x="399" y="406"/>
                    </a:cubicBezTo>
                    <a:cubicBezTo>
                      <a:pt x="387" y="426"/>
                      <a:pt x="365" y="439"/>
                      <a:pt x="342" y="43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5" name="Freeform 41"/>
              <p:cNvSpPr/>
              <p:nvPr/>
            </p:nvSpPr>
            <p:spPr bwMode="auto">
              <a:xfrm>
                <a:off x="4521200" y="4149725"/>
                <a:ext cx="990600" cy="881063"/>
              </a:xfrm>
              <a:custGeom>
                <a:avLst/>
                <a:gdLst>
                  <a:gd name="T0" fmla="*/ 53 w 264"/>
                  <a:gd name="T1" fmla="*/ 216 h 235"/>
                  <a:gd name="T2" fmla="*/ 7 w 264"/>
                  <a:gd name="T3" fmla="*/ 136 h 235"/>
                  <a:gd name="T4" fmla="*/ 7 w 264"/>
                  <a:gd name="T5" fmla="*/ 98 h 235"/>
                  <a:gd name="T6" fmla="*/ 53 w 264"/>
                  <a:gd name="T7" fmla="*/ 19 h 235"/>
                  <a:gd name="T8" fmla="*/ 86 w 264"/>
                  <a:gd name="T9" fmla="*/ 0 h 235"/>
                  <a:gd name="T10" fmla="*/ 178 w 264"/>
                  <a:gd name="T11" fmla="*/ 0 h 235"/>
                  <a:gd name="T12" fmla="*/ 211 w 264"/>
                  <a:gd name="T13" fmla="*/ 19 h 235"/>
                  <a:gd name="T14" fmla="*/ 257 w 264"/>
                  <a:gd name="T15" fmla="*/ 98 h 235"/>
                  <a:gd name="T16" fmla="*/ 257 w 264"/>
                  <a:gd name="T17" fmla="*/ 136 h 235"/>
                  <a:gd name="T18" fmla="*/ 211 w 264"/>
                  <a:gd name="T19" fmla="*/ 216 h 235"/>
                  <a:gd name="T20" fmla="*/ 178 w 264"/>
                  <a:gd name="T21" fmla="*/ 235 h 235"/>
                  <a:gd name="T22" fmla="*/ 86 w 264"/>
                  <a:gd name="T23" fmla="*/ 235 h 235"/>
                  <a:gd name="T24" fmla="*/ 53 w 264"/>
                  <a:gd name="T25" fmla="*/ 216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64" h="235">
                    <a:moveTo>
                      <a:pt x="53" y="216"/>
                    </a:moveTo>
                    <a:cubicBezTo>
                      <a:pt x="7" y="136"/>
                      <a:pt x="7" y="136"/>
                      <a:pt x="7" y="136"/>
                    </a:cubicBezTo>
                    <a:cubicBezTo>
                      <a:pt x="0" y="125"/>
                      <a:pt x="0" y="110"/>
                      <a:pt x="7" y="98"/>
                    </a:cubicBezTo>
                    <a:cubicBezTo>
                      <a:pt x="53" y="19"/>
                      <a:pt x="53" y="19"/>
                      <a:pt x="53" y="19"/>
                    </a:cubicBezTo>
                    <a:cubicBezTo>
                      <a:pt x="60" y="7"/>
                      <a:pt x="73" y="0"/>
                      <a:pt x="86" y="0"/>
                    </a:cubicBezTo>
                    <a:cubicBezTo>
                      <a:pt x="178" y="0"/>
                      <a:pt x="178" y="0"/>
                      <a:pt x="178" y="0"/>
                    </a:cubicBezTo>
                    <a:cubicBezTo>
                      <a:pt x="192" y="0"/>
                      <a:pt x="204" y="7"/>
                      <a:pt x="211" y="19"/>
                    </a:cubicBezTo>
                    <a:cubicBezTo>
                      <a:pt x="257" y="98"/>
                      <a:pt x="257" y="98"/>
                      <a:pt x="257" y="98"/>
                    </a:cubicBezTo>
                    <a:cubicBezTo>
                      <a:pt x="264" y="110"/>
                      <a:pt x="264" y="125"/>
                      <a:pt x="257" y="136"/>
                    </a:cubicBezTo>
                    <a:cubicBezTo>
                      <a:pt x="211" y="216"/>
                      <a:pt x="211" y="216"/>
                      <a:pt x="211" y="216"/>
                    </a:cubicBezTo>
                    <a:cubicBezTo>
                      <a:pt x="204" y="228"/>
                      <a:pt x="192" y="235"/>
                      <a:pt x="178" y="235"/>
                    </a:cubicBezTo>
                    <a:cubicBezTo>
                      <a:pt x="86" y="235"/>
                      <a:pt x="86" y="235"/>
                      <a:pt x="86" y="235"/>
                    </a:cubicBezTo>
                    <a:cubicBezTo>
                      <a:pt x="73" y="235"/>
                      <a:pt x="60" y="228"/>
                      <a:pt x="53" y="2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6" name="Freeform 44"/>
              <p:cNvSpPr/>
              <p:nvPr/>
            </p:nvSpPr>
            <p:spPr bwMode="auto">
              <a:xfrm>
                <a:off x="4014788" y="3778250"/>
                <a:ext cx="533400" cy="523875"/>
              </a:xfrm>
              <a:custGeom>
                <a:avLst/>
                <a:gdLst>
                  <a:gd name="T0" fmla="*/ 137 w 142"/>
                  <a:gd name="T1" fmla="*/ 140 h 140"/>
                  <a:gd name="T2" fmla="*/ 134 w 142"/>
                  <a:gd name="T3" fmla="*/ 139 h 140"/>
                  <a:gd name="T4" fmla="*/ 104 w 142"/>
                  <a:gd name="T5" fmla="*/ 118 h 140"/>
                  <a:gd name="T6" fmla="*/ 100 w 142"/>
                  <a:gd name="T7" fmla="*/ 97 h 140"/>
                  <a:gd name="T8" fmla="*/ 106 w 142"/>
                  <a:gd name="T9" fmla="*/ 65 h 140"/>
                  <a:gd name="T10" fmla="*/ 52 w 142"/>
                  <a:gd name="T11" fmla="*/ 11 h 140"/>
                  <a:gd name="T12" fmla="*/ 8 w 142"/>
                  <a:gd name="T13" fmla="*/ 24 h 140"/>
                  <a:gd name="T14" fmla="*/ 1 w 142"/>
                  <a:gd name="T15" fmla="*/ 24 h 140"/>
                  <a:gd name="T16" fmla="*/ 2 w 142"/>
                  <a:gd name="T17" fmla="*/ 17 h 140"/>
                  <a:gd name="T18" fmla="*/ 53 w 142"/>
                  <a:gd name="T19" fmla="*/ 1 h 140"/>
                  <a:gd name="T20" fmla="*/ 115 w 142"/>
                  <a:gd name="T21" fmla="*/ 64 h 140"/>
                  <a:gd name="T22" fmla="*/ 108 w 142"/>
                  <a:gd name="T23" fmla="*/ 102 h 140"/>
                  <a:gd name="T24" fmla="*/ 110 w 142"/>
                  <a:gd name="T25" fmla="*/ 110 h 140"/>
                  <a:gd name="T26" fmla="*/ 140 w 142"/>
                  <a:gd name="T27" fmla="*/ 131 h 140"/>
                  <a:gd name="T28" fmla="*/ 141 w 142"/>
                  <a:gd name="T29" fmla="*/ 138 h 140"/>
                  <a:gd name="T30" fmla="*/ 137 w 142"/>
                  <a:gd name="T31" fmla="*/ 140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42" h="140">
                    <a:moveTo>
                      <a:pt x="137" y="140"/>
                    </a:moveTo>
                    <a:cubicBezTo>
                      <a:pt x="136" y="140"/>
                      <a:pt x="135" y="140"/>
                      <a:pt x="134" y="139"/>
                    </a:cubicBezTo>
                    <a:cubicBezTo>
                      <a:pt x="104" y="118"/>
                      <a:pt x="104" y="118"/>
                      <a:pt x="104" y="118"/>
                    </a:cubicBezTo>
                    <a:cubicBezTo>
                      <a:pt x="98" y="113"/>
                      <a:pt x="96" y="104"/>
                      <a:pt x="100" y="97"/>
                    </a:cubicBezTo>
                    <a:cubicBezTo>
                      <a:pt x="104" y="87"/>
                      <a:pt x="107" y="76"/>
                      <a:pt x="106" y="65"/>
                    </a:cubicBezTo>
                    <a:cubicBezTo>
                      <a:pt x="103" y="37"/>
                      <a:pt x="80" y="13"/>
                      <a:pt x="52" y="11"/>
                    </a:cubicBezTo>
                    <a:cubicBezTo>
                      <a:pt x="36" y="10"/>
                      <a:pt x="20" y="14"/>
                      <a:pt x="8" y="24"/>
                    </a:cubicBezTo>
                    <a:cubicBezTo>
                      <a:pt x="6" y="26"/>
                      <a:pt x="3" y="26"/>
                      <a:pt x="1" y="24"/>
                    </a:cubicBezTo>
                    <a:cubicBezTo>
                      <a:pt x="0" y="22"/>
                      <a:pt x="0" y="19"/>
                      <a:pt x="2" y="17"/>
                    </a:cubicBezTo>
                    <a:cubicBezTo>
                      <a:pt x="16" y="5"/>
                      <a:pt x="34" y="0"/>
                      <a:pt x="53" y="1"/>
                    </a:cubicBezTo>
                    <a:cubicBezTo>
                      <a:pt x="86" y="4"/>
                      <a:pt x="113" y="31"/>
                      <a:pt x="115" y="64"/>
                    </a:cubicBezTo>
                    <a:cubicBezTo>
                      <a:pt x="117" y="77"/>
                      <a:pt x="114" y="90"/>
                      <a:pt x="108" y="102"/>
                    </a:cubicBezTo>
                    <a:cubicBezTo>
                      <a:pt x="107" y="105"/>
                      <a:pt x="108" y="108"/>
                      <a:pt x="110" y="110"/>
                    </a:cubicBezTo>
                    <a:cubicBezTo>
                      <a:pt x="140" y="131"/>
                      <a:pt x="140" y="131"/>
                      <a:pt x="140" y="131"/>
                    </a:cubicBezTo>
                    <a:cubicBezTo>
                      <a:pt x="142" y="133"/>
                      <a:pt x="142" y="136"/>
                      <a:pt x="141" y="138"/>
                    </a:cubicBezTo>
                    <a:cubicBezTo>
                      <a:pt x="140" y="139"/>
                      <a:pt x="138" y="140"/>
                      <a:pt x="137" y="1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7" name="Freeform 53"/>
              <p:cNvSpPr/>
              <p:nvPr/>
            </p:nvSpPr>
            <p:spPr bwMode="auto">
              <a:xfrm>
                <a:off x="5808663" y="3995738"/>
                <a:ext cx="363538" cy="261938"/>
              </a:xfrm>
              <a:custGeom>
                <a:avLst/>
                <a:gdLst>
                  <a:gd name="T0" fmla="*/ 151 w 229"/>
                  <a:gd name="T1" fmla="*/ 94 h 165"/>
                  <a:gd name="T2" fmla="*/ 21 w 229"/>
                  <a:gd name="T3" fmla="*/ 165 h 165"/>
                  <a:gd name="T4" fmla="*/ 0 w 229"/>
                  <a:gd name="T5" fmla="*/ 125 h 165"/>
                  <a:gd name="T6" fmla="*/ 229 w 229"/>
                  <a:gd name="T7" fmla="*/ 0 h 165"/>
                  <a:gd name="T8" fmla="*/ 167 w 229"/>
                  <a:gd name="T9" fmla="*/ 130 h 165"/>
                  <a:gd name="T10" fmla="*/ 151 w 229"/>
                  <a:gd name="T11" fmla="*/ 94 h 1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9" h="165">
                    <a:moveTo>
                      <a:pt x="151" y="94"/>
                    </a:moveTo>
                    <a:lnTo>
                      <a:pt x="21" y="165"/>
                    </a:lnTo>
                    <a:lnTo>
                      <a:pt x="0" y="125"/>
                    </a:lnTo>
                    <a:lnTo>
                      <a:pt x="229" y="0"/>
                    </a:lnTo>
                    <a:lnTo>
                      <a:pt x="167" y="130"/>
                    </a:lnTo>
                    <a:lnTo>
                      <a:pt x="151" y="9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38" name="Freeform 54"/>
          <p:cNvSpPr>
            <a:spLocks noEditPoints="1"/>
          </p:cNvSpPr>
          <p:nvPr/>
        </p:nvSpPr>
        <p:spPr bwMode="auto">
          <a:xfrm>
            <a:off x="3298247" y="3564105"/>
            <a:ext cx="415925" cy="412750"/>
          </a:xfrm>
          <a:custGeom>
            <a:avLst/>
            <a:gdLst>
              <a:gd name="T0" fmla="*/ 96 w 111"/>
              <a:gd name="T1" fmla="*/ 106 h 110"/>
              <a:gd name="T2" fmla="*/ 97 w 111"/>
              <a:gd name="T3" fmla="*/ 107 h 110"/>
              <a:gd name="T4" fmla="*/ 108 w 111"/>
              <a:gd name="T5" fmla="*/ 97 h 110"/>
              <a:gd name="T6" fmla="*/ 107 w 111"/>
              <a:gd name="T7" fmla="*/ 96 h 110"/>
              <a:gd name="T8" fmla="*/ 104 w 111"/>
              <a:gd name="T9" fmla="*/ 96 h 110"/>
              <a:gd name="T10" fmla="*/ 104 w 111"/>
              <a:gd name="T11" fmla="*/ 96 h 110"/>
              <a:gd name="T12" fmla="*/ 98 w 111"/>
              <a:gd name="T13" fmla="*/ 90 h 110"/>
              <a:gd name="T14" fmla="*/ 98 w 111"/>
              <a:gd name="T15" fmla="*/ 90 h 110"/>
              <a:gd name="T16" fmla="*/ 95 w 111"/>
              <a:gd name="T17" fmla="*/ 87 h 110"/>
              <a:gd name="T18" fmla="*/ 91 w 111"/>
              <a:gd name="T19" fmla="*/ 19 h 110"/>
              <a:gd name="T20" fmla="*/ 20 w 111"/>
              <a:gd name="T21" fmla="*/ 19 h 110"/>
              <a:gd name="T22" fmla="*/ 20 w 111"/>
              <a:gd name="T23" fmla="*/ 91 h 110"/>
              <a:gd name="T24" fmla="*/ 87 w 111"/>
              <a:gd name="T25" fmla="*/ 94 h 110"/>
              <a:gd name="T26" fmla="*/ 96 w 111"/>
              <a:gd name="T27" fmla="*/ 103 h 110"/>
              <a:gd name="T28" fmla="*/ 96 w 111"/>
              <a:gd name="T29" fmla="*/ 104 h 110"/>
              <a:gd name="T30" fmla="*/ 96 w 111"/>
              <a:gd name="T31" fmla="*/ 106 h 110"/>
              <a:gd name="T32" fmla="*/ 33 w 111"/>
              <a:gd name="T33" fmla="*/ 77 h 110"/>
              <a:gd name="T34" fmla="*/ 33 w 111"/>
              <a:gd name="T35" fmla="*/ 33 h 110"/>
              <a:gd name="T36" fmla="*/ 78 w 111"/>
              <a:gd name="T37" fmla="*/ 33 h 110"/>
              <a:gd name="T38" fmla="*/ 78 w 111"/>
              <a:gd name="T39" fmla="*/ 78 h 110"/>
              <a:gd name="T40" fmla="*/ 33 w 111"/>
              <a:gd name="T41" fmla="*/ 77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11" h="110">
                <a:moveTo>
                  <a:pt x="96" y="106"/>
                </a:moveTo>
                <a:cubicBezTo>
                  <a:pt x="97" y="107"/>
                  <a:pt x="97" y="107"/>
                  <a:pt x="97" y="107"/>
                </a:cubicBezTo>
                <a:cubicBezTo>
                  <a:pt x="108" y="97"/>
                  <a:pt x="108" y="97"/>
                  <a:pt x="108" y="97"/>
                </a:cubicBezTo>
                <a:cubicBezTo>
                  <a:pt x="107" y="96"/>
                  <a:pt x="107" y="96"/>
                  <a:pt x="107" y="96"/>
                </a:cubicBezTo>
                <a:cubicBezTo>
                  <a:pt x="106" y="95"/>
                  <a:pt x="105" y="95"/>
                  <a:pt x="104" y="96"/>
                </a:cubicBezTo>
                <a:cubicBezTo>
                  <a:pt x="104" y="96"/>
                  <a:pt x="104" y="96"/>
                  <a:pt x="104" y="96"/>
                </a:cubicBezTo>
                <a:cubicBezTo>
                  <a:pt x="98" y="90"/>
                  <a:pt x="98" y="90"/>
                  <a:pt x="98" y="90"/>
                </a:cubicBezTo>
                <a:cubicBezTo>
                  <a:pt x="98" y="90"/>
                  <a:pt x="98" y="90"/>
                  <a:pt x="98" y="90"/>
                </a:cubicBezTo>
                <a:cubicBezTo>
                  <a:pt x="95" y="87"/>
                  <a:pt x="95" y="87"/>
                  <a:pt x="95" y="87"/>
                </a:cubicBezTo>
                <a:cubicBezTo>
                  <a:pt x="111" y="67"/>
                  <a:pt x="109" y="38"/>
                  <a:pt x="91" y="19"/>
                </a:cubicBezTo>
                <a:cubicBezTo>
                  <a:pt x="71" y="0"/>
                  <a:pt x="39" y="0"/>
                  <a:pt x="20" y="19"/>
                </a:cubicBezTo>
                <a:cubicBezTo>
                  <a:pt x="0" y="39"/>
                  <a:pt x="0" y="71"/>
                  <a:pt x="20" y="91"/>
                </a:cubicBezTo>
                <a:cubicBezTo>
                  <a:pt x="38" y="109"/>
                  <a:pt x="67" y="110"/>
                  <a:pt x="87" y="94"/>
                </a:cubicBezTo>
                <a:cubicBezTo>
                  <a:pt x="96" y="103"/>
                  <a:pt x="96" y="103"/>
                  <a:pt x="96" y="103"/>
                </a:cubicBezTo>
                <a:cubicBezTo>
                  <a:pt x="96" y="104"/>
                  <a:pt x="96" y="104"/>
                  <a:pt x="96" y="104"/>
                </a:cubicBezTo>
                <a:cubicBezTo>
                  <a:pt x="95" y="104"/>
                  <a:pt x="95" y="106"/>
                  <a:pt x="96" y="106"/>
                </a:cubicBezTo>
                <a:close/>
                <a:moveTo>
                  <a:pt x="33" y="77"/>
                </a:moveTo>
                <a:cubicBezTo>
                  <a:pt x="20" y="65"/>
                  <a:pt x="20" y="45"/>
                  <a:pt x="33" y="33"/>
                </a:cubicBezTo>
                <a:cubicBezTo>
                  <a:pt x="45" y="20"/>
                  <a:pt x="65" y="20"/>
                  <a:pt x="78" y="33"/>
                </a:cubicBezTo>
                <a:cubicBezTo>
                  <a:pt x="90" y="45"/>
                  <a:pt x="90" y="65"/>
                  <a:pt x="78" y="78"/>
                </a:cubicBezTo>
                <a:cubicBezTo>
                  <a:pt x="65" y="90"/>
                  <a:pt x="45" y="90"/>
                  <a:pt x="33" y="7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9" name="组合 38"/>
          <p:cNvGrpSpPr/>
          <p:nvPr/>
        </p:nvGrpSpPr>
        <p:grpSpPr>
          <a:xfrm>
            <a:off x="8425872" y="4722980"/>
            <a:ext cx="434975" cy="338138"/>
            <a:chOff x="8313738" y="4441825"/>
            <a:chExt cx="434975" cy="338138"/>
          </a:xfrm>
        </p:grpSpPr>
        <p:sp>
          <p:nvSpPr>
            <p:cNvPr id="40" name="Oval 55"/>
            <p:cNvSpPr>
              <a:spLocks noChangeArrowheads="1"/>
            </p:cNvSpPr>
            <p:nvPr/>
          </p:nvSpPr>
          <p:spPr bwMode="auto">
            <a:xfrm>
              <a:off x="8501063" y="4711700"/>
              <a:ext cx="66675" cy="68263"/>
            </a:xfrm>
            <a:prstGeom prst="ellipse">
              <a:avLst/>
            </a:pr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Freeform 56"/>
            <p:cNvSpPr/>
            <p:nvPr/>
          </p:nvSpPr>
          <p:spPr bwMode="auto">
            <a:xfrm>
              <a:off x="8440738" y="4621213"/>
              <a:ext cx="179388" cy="71438"/>
            </a:xfrm>
            <a:custGeom>
              <a:avLst/>
              <a:gdLst>
                <a:gd name="T0" fmla="*/ 0 w 48"/>
                <a:gd name="T1" fmla="*/ 9 h 19"/>
                <a:gd name="T2" fmla="*/ 25 w 48"/>
                <a:gd name="T3" fmla="*/ 0 h 19"/>
                <a:gd name="T4" fmla="*/ 48 w 48"/>
                <a:gd name="T5" fmla="*/ 8 h 19"/>
                <a:gd name="T6" fmla="*/ 38 w 48"/>
                <a:gd name="T7" fmla="*/ 19 h 19"/>
                <a:gd name="T8" fmla="*/ 25 w 48"/>
                <a:gd name="T9" fmla="*/ 15 h 19"/>
                <a:gd name="T10" fmla="*/ 11 w 48"/>
                <a:gd name="T11" fmla="*/ 19 h 19"/>
                <a:gd name="T12" fmla="*/ 0 w 48"/>
                <a:gd name="T13" fmla="*/ 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9">
                  <a:moveTo>
                    <a:pt x="0" y="9"/>
                  </a:moveTo>
                  <a:cubicBezTo>
                    <a:pt x="7" y="3"/>
                    <a:pt x="16" y="0"/>
                    <a:pt x="25" y="0"/>
                  </a:cubicBezTo>
                  <a:cubicBezTo>
                    <a:pt x="33" y="0"/>
                    <a:pt x="42" y="3"/>
                    <a:pt x="48" y="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4" y="16"/>
                    <a:pt x="29" y="15"/>
                    <a:pt x="25" y="15"/>
                  </a:cubicBezTo>
                  <a:cubicBezTo>
                    <a:pt x="20" y="15"/>
                    <a:pt x="15" y="17"/>
                    <a:pt x="11" y="19"/>
                  </a:cubicBezTo>
                  <a:lnTo>
                    <a:pt x="0" y="9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57"/>
            <p:cNvSpPr/>
            <p:nvPr/>
          </p:nvSpPr>
          <p:spPr bwMode="auto">
            <a:xfrm>
              <a:off x="8380413" y="4535488"/>
              <a:ext cx="303213" cy="96838"/>
            </a:xfrm>
            <a:custGeom>
              <a:avLst/>
              <a:gdLst>
                <a:gd name="T0" fmla="*/ 0 w 81"/>
                <a:gd name="T1" fmla="*/ 15 h 26"/>
                <a:gd name="T2" fmla="*/ 41 w 81"/>
                <a:gd name="T3" fmla="*/ 0 h 26"/>
                <a:gd name="T4" fmla="*/ 81 w 81"/>
                <a:gd name="T5" fmla="*/ 14 h 26"/>
                <a:gd name="T6" fmla="*/ 71 w 81"/>
                <a:gd name="T7" fmla="*/ 25 h 26"/>
                <a:gd name="T8" fmla="*/ 41 w 81"/>
                <a:gd name="T9" fmla="*/ 15 h 26"/>
                <a:gd name="T10" fmla="*/ 10 w 81"/>
                <a:gd name="T11" fmla="*/ 26 h 26"/>
                <a:gd name="T12" fmla="*/ 0 w 81"/>
                <a:gd name="T13" fmla="*/ 15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26">
                  <a:moveTo>
                    <a:pt x="0" y="15"/>
                  </a:moveTo>
                  <a:cubicBezTo>
                    <a:pt x="11" y="5"/>
                    <a:pt x="26" y="0"/>
                    <a:pt x="41" y="0"/>
                  </a:cubicBezTo>
                  <a:cubicBezTo>
                    <a:pt x="56" y="0"/>
                    <a:pt x="70" y="5"/>
                    <a:pt x="81" y="14"/>
                  </a:cubicBezTo>
                  <a:cubicBezTo>
                    <a:pt x="71" y="25"/>
                    <a:pt x="71" y="25"/>
                    <a:pt x="71" y="25"/>
                  </a:cubicBezTo>
                  <a:cubicBezTo>
                    <a:pt x="62" y="18"/>
                    <a:pt x="52" y="15"/>
                    <a:pt x="41" y="15"/>
                  </a:cubicBezTo>
                  <a:cubicBezTo>
                    <a:pt x="30" y="15"/>
                    <a:pt x="19" y="19"/>
                    <a:pt x="10" y="26"/>
                  </a:cubicBezTo>
                  <a:lnTo>
                    <a:pt x="0" y="1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58"/>
            <p:cNvSpPr/>
            <p:nvPr/>
          </p:nvSpPr>
          <p:spPr bwMode="auto">
            <a:xfrm>
              <a:off x="8313738" y="4441825"/>
              <a:ext cx="434975" cy="123825"/>
            </a:xfrm>
            <a:custGeom>
              <a:avLst/>
              <a:gdLst>
                <a:gd name="T0" fmla="*/ 0 w 116"/>
                <a:gd name="T1" fmla="*/ 23 h 33"/>
                <a:gd name="T2" fmla="*/ 59 w 116"/>
                <a:gd name="T3" fmla="*/ 0 h 33"/>
                <a:gd name="T4" fmla="*/ 116 w 116"/>
                <a:gd name="T5" fmla="*/ 22 h 33"/>
                <a:gd name="T6" fmla="*/ 106 w 116"/>
                <a:gd name="T7" fmla="*/ 33 h 33"/>
                <a:gd name="T8" fmla="*/ 59 w 116"/>
                <a:gd name="T9" fmla="*/ 15 h 33"/>
                <a:gd name="T10" fmla="*/ 11 w 116"/>
                <a:gd name="T11" fmla="*/ 33 h 33"/>
                <a:gd name="T12" fmla="*/ 0 w 116"/>
                <a:gd name="T13" fmla="*/ 2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" h="33">
                  <a:moveTo>
                    <a:pt x="0" y="23"/>
                  </a:moveTo>
                  <a:cubicBezTo>
                    <a:pt x="17" y="8"/>
                    <a:pt x="37" y="0"/>
                    <a:pt x="59" y="0"/>
                  </a:cubicBezTo>
                  <a:cubicBezTo>
                    <a:pt x="80" y="0"/>
                    <a:pt x="100" y="8"/>
                    <a:pt x="116" y="22"/>
                  </a:cubicBezTo>
                  <a:cubicBezTo>
                    <a:pt x="106" y="33"/>
                    <a:pt x="106" y="33"/>
                    <a:pt x="106" y="33"/>
                  </a:cubicBezTo>
                  <a:cubicBezTo>
                    <a:pt x="93" y="22"/>
                    <a:pt x="76" y="15"/>
                    <a:pt x="59" y="15"/>
                  </a:cubicBezTo>
                  <a:cubicBezTo>
                    <a:pt x="41" y="15"/>
                    <a:pt x="24" y="22"/>
                    <a:pt x="11" y="33"/>
                  </a:cubicBezTo>
                  <a:lnTo>
                    <a:pt x="0" y="23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4914322" y="4654718"/>
            <a:ext cx="428625" cy="428625"/>
            <a:chOff x="4802188" y="4373563"/>
            <a:chExt cx="428625" cy="428625"/>
          </a:xfrm>
        </p:grpSpPr>
        <p:sp>
          <p:nvSpPr>
            <p:cNvPr id="45" name="Freeform 59"/>
            <p:cNvSpPr/>
            <p:nvPr/>
          </p:nvSpPr>
          <p:spPr bwMode="auto">
            <a:xfrm>
              <a:off x="4856163" y="4711700"/>
              <a:ext cx="96838" cy="82550"/>
            </a:xfrm>
            <a:custGeom>
              <a:avLst/>
              <a:gdLst>
                <a:gd name="T0" fmla="*/ 0 w 26"/>
                <a:gd name="T1" fmla="*/ 5 h 22"/>
                <a:gd name="T2" fmla="*/ 26 w 26"/>
                <a:gd name="T3" fmla="*/ 22 h 22"/>
                <a:gd name="T4" fmla="*/ 14 w 26"/>
                <a:gd name="T5" fmla="*/ 0 h 22"/>
                <a:gd name="T6" fmla="*/ 0 w 26"/>
                <a:gd name="T7" fmla="*/ 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2">
                  <a:moveTo>
                    <a:pt x="0" y="5"/>
                  </a:moveTo>
                  <a:cubicBezTo>
                    <a:pt x="7" y="12"/>
                    <a:pt x="16" y="18"/>
                    <a:pt x="26" y="22"/>
                  </a:cubicBezTo>
                  <a:cubicBezTo>
                    <a:pt x="21" y="16"/>
                    <a:pt x="17" y="9"/>
                    <a:pt x="14" y="0"/>
                  </a:cubicBezTo>
                  <a:cubicBezTo>
                    <a:pt x="9" y="2"/>
                    <a:pt x="5" y="3"/>
                    <a:pt x="0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Freeform 60"/>
            <p:cNvSpPr/>
            <p:nvPr/>
          </p:nvSpPr>
          <p:spPr bwMode="auto">
            <a:xfrm>
              <a:off x="4930775" y="4700588"/>
              <a:ext cx="77788" cy="101600"/>
            </a:xfrm>
            <a:custGeom>
              <a:avLst/>
              <a:gdLst>
                <a:gd name="T0" fmla="*/ 0 w 21"/>
                <a:gd name="T1" fmla="*/ 2 h 27"/>
                <a:gd name="T2" fmla="*/ 18 w 21"/>
                <a:gd name="T3" fmla="*/ 27 h 27"/>
                <a:gd name="T4" fmla="*/ 21 w 21"/>
                <a:gd name="T5" fmla="*/ 27 h 27"/>
                <a:gd name="T6" fmla="*/ 21 w 21"/>
                <a:gd name="T7" fmla="*/ 0 h 27"/>
                <a:gd name="T8" fmla="*/ 0 w 21"/>
                <a:gd name="T9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27">
                  <a:moveTo>
                    <a:pt x="0" y="2"/>
                  </a:moveTo>
                  <a:cubicBezTo>
                    <a:pt x="4" y="15"/>
                    <a:pt x="11" y="24"/>
                    <a:pt x="18" y="27"/>
                  </a:cubicBezTo>
                  <a:cubicBezTo>
                    <a:pt x="19" y="27"/>
                    <a:pt x="20" y="27"/>
                    <a:pt x="21" y="27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3" y="0"/>
                    <a:pt x="6" y="1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Freeform 61"/>
            <p:cNvSpPr/>
            <p:nvPr/>
          </p:nvSpPr>
          <p:spPr bwMode="auto">
            <a:xfrm>
              <a:off x="4802188" y="4598988"/>
              <a:ext cx="101600" cy="112713"/>
            </a:xfrm>
            <a:custGeom>
              <a:avLst/>
              <a:gdLst>
                <a:gd name="T0" fmla="*/ 23 w 27"/>
                <a:gd name="T1" fmla="*/ 0 h 30"/>
                <a:gd name="T2" fmla="*/ 0 w 27"/>
                <a:gd name="T3" fmla="*/ 0 h 30"/>
                <a:gd name="T4" fmla="*/ 11 w 27"/>
                <a:gd name="T5" fmla="*/ 30 h 30"/>
                <a:gd name="T6" fmla="*/ 27 w 27"/>
                <a:gd name="T7" fmla="*/ 25 h 30"/>
                <a:gd name="T8" fmla="*/ 23 w 27"/>
                <a:gd name="T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0">
                  <a:moveTo>
                    <a:pt x="2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11"/>
                    <a:pt x="5" y="22"/>
                    <a:pt x="11" y="30"/>
                  </a:cubicBezTo>
                  <a:cubicBezTo>
                    <a:pt x="16" y="28"/>
                    <a:pt x="21" y="27"/>
                    <a:pt x="27" y="25"/>
                  </a:cubicBezTo>
                  <a:cubicBezTo>
                    <a:pt x="25" y="18"/>
                    <a:pt x="24" y="9"/>
                    <a:pt x="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Freeform 62"/>
            <p:cNvSpPr/>
            <p:nvPr/>
          </p:nvSpPr>
          <p:spPr bwMode="auto">
            <a:xfrm>
              <a:off x="4859338" y="4384675"/>
              <a:ext cx="93663" cy="76200"/>
            </a:xfrm>
            <a:custGeom>
              <a:avLst/>
              <a:gdLst>
                <a:gd name="T0" fmla="*/ 25 w 25"/>
                <a:gd name="T1" fmla="*/ 0 h 20"/>
                <a:gd name="T2" fmla="*/ 0 w 25"/>
                <a:gd name="T3" fmla="*/ 16 h 20"/>
                <a:gd name="T4" fmla="*/ 14 w 25"/>
                <a:gd name="T5" fmla="*/ 20 h 20"/>
                <a:gd name="T6" fmla="*/ 25 w 25"/>
                <a:gd name="T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20">
                  <a:moveTo>
                    <a:pt x="25" y="0"/>
                  </a:moveTo>
                  <a:cubicBezTo>
                    <a:pt x="15" y="3"/>
                    <a:pt x="6" y="9"/>
                    <a:pt x="0" y="16"/>
                  </a:cubicBezTo>
                  <a:cubicBezTo>
                    <a:pt x="4" y="18"/>
                    <a:pt x="9" y="19"/>
                    <a:pt x="14" y="20"/>
                  </a:cubicBezTo>
                  <a:cubicBezTo>
                    <a:pt x="16" y="12"/>
                    <a:pt x="20" y="5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Freeform 63"/>
            <p:cNvSpPr/>
            <p:nvPr/>
          </p:nvSpPr>
          <p:spPr bwMode="auto">
            <a:xfrm>
              <a:off x="4802188" y="4464050"/>
              <a:ext cx="101600" cy="115888"/>
            </a:xfrm>
            <a:custGeom>
              <a:avLst/>
              <a:gdLst>
                <a:gd name="T0" fmla="*/ 27 w 27"/>
                <a:gd name="T1" fmla="*/ 4 h 31"/>
                <a:gd name="T2" fmla="*/ 11 w 27"/>
                <a:gd name="T3" fmla="*/ 0 h 31"/>
                <a:gd name="T4" fmla="*/ 0 w 27"/>
                <a:gd name="T5" fmla="*/ 31 h 31"/>
                <a:gd name="T6" fmla="*/ 23 w 27"/>
                <a:gd name="T7" fmla="*/ 31 h 31"/>
                <a:gd name="T8" fmla="*/ 27 w 27"/>
                <a:gd name="T9" fmla="*/ 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1">
                  <a:moveTo>
                    <a:pt x="27" y="4"/>
                  </a:moveTo>
                  <a:cubicBezTo>
                    <a:pt x="22" y="3"/>
                    <a:pt x="16" y="1"/>
                    <a:pt x="11" y="0"/>
                  </a:cubicBezTo>
                  <a:cubicBezTo>
                    <a:pt x="5" y="8"/>
                    <a:pt x="1" y="19"/>
                    <a:pt x="0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4" y="21"/>
                    <a:pt x="25" y="12"/>
                    <a:pt x="27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Freeform 64"/>
            <p:cNvSpPr/>
            <p:nvPr/>
          </p:nvSpPr>
          <p:spPr bwMode="auto">
            <a:xfrm>
              <a:off x="5027613" y="4700588"/>
              <a:ext cx="79375" cy="101600"/>
            </a:xfrm>
            <a:custGeom>
              <a:avLst/>
              <a:gdLst>
                <a:gd name="T0" fmla="*/ 21 w 21"/>
                <a:gd name="T1" fmla="*/ 2 h 27"/>
                <a:gd name="T2" fmla="*/ 0 w 21"/>
                <a:gd name="T3" fmla="*/ 0 h 27"/>
                <a:gd name="T4" fmla="*/ 0 w 21"/>
                <a:gd name="T5" fmla="*/ 27 h 27"/>
                <a:gd name="T6" fmla="*/ 2 w 21"/>
                <a:gd name="T7" fmla="*/ 27 h 27"/>
                <a:gd name="T8" fmla="*/ 21 w 21"/>
                <a:gd name="T9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27">
                  <a:moveTo>
                    <a:pt x="21" y="2"/>
                  </a:moveTo>
                  <a:cubicBezTo>
                    <a:pt x="14" y="1"/>
                    <a:pt x="7" y="0"/>
                    <a:pt x="0" y="0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1" y="27"/>
                    <a:pt x="1" y="27"/>
                    <a:pt x="2" y="27"/>
                  </a:cubicBezTo>
                  <a:cubicBezTo>
                    <a:pt x="10" y="24"/>
                    <a:pt x="17" y="15"/>
                    <a:pt x="21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Freeform 65"/>
            <p:cNvSpPr/>
            <p:nvPr/>
          </p:nvSpPr>
          <p:spPr bwMode="auto">
            <a:xfrm>
              <a:off x="4930775" y="4373563"/>
              <a:ext cx="77788" cy="98425"/>
            </a:xfrm>
            <a:custGeom>
              <a:avLst/>
              <a:gdLst>
                <a:gd name="T0" fmla="*/ 0 w 21"/>
                <a:gd name="T1" fmla="*/ 24 h 26"/>
                <a:gd name="T2" fmla="*/ 21 w 21"/>
                <a:gd name="T3" fmla="*/ 26 h 26"/>
                <a:gd name="T4" fmla="*/ 21 w 21"/>
                <a:gd name="T5" fmla="*/ 0 h 26"/>
                <a:gd name="T6" fmla="*/ 18 w 21"/>
                <a:gd name="T7" fmla="*/ 1 h 26"/>
                <a:gd name="T8" fmla="*/ 0 w 21"/>
                <a:gd name="T9" fmla="*/ 24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26">
                  <a:moveTo>
                    <a:pt x="0" y="24"/>
                  </a:moveTo>
                  <a:cubicBezTo>
                    <a:pt x="7" y="26"/>
                    <a:pt x="13" y="26"/>
                    <a:pt x="21" y="26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0" y="0"/>
                    <a:pt x="19" y="1"/>
                    <a:pt x="18" y="1"/>
                  </a:cubicBezTo>
                  <a:cubicBezTo>
                    <a:pt x="11" y="3"/>
                    <a:pt x="4" y="12"/>
                    <a:pt x="0" y="2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66"/>
            <p:cNvSpPr/>
            <p:nvPr/>
          </p:nvSpPr>
          <p:spPr bwMode="auto">
            <a:xfrm>
              <a:off x="5027613" y="4598988"/>
              <a:ext cx="98425" cy="90488"/>
            </a:xfrm>
            <a:custGeom>
              <a:avLst/>
              <a:gdLst>
                <a:gd name="T0" fmla="*/ 26 w 26"/>
                <a:gd name="T1" fmla="*/ 0 h 24"/>
                <a:gd name="T2" fmla="*/ 0 w 26"/>
                <a:gd name="T3" fmla="*/ 0 h 24"/>
                <a:gd name="T4" fmla="*/ 0 w 26"/>
                <a:gd name="T5" fmla="*/ 22 h 24"/>
                <a:gd name="T6" fmla="*/ 22 w 26"/>
                <a:gd name="T7" fmla="*/ 24 h 24"/>
                <a:gd name="T8" fmla="*/ 26 w 26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24">
                  <a:moveTo>
                    <a:pt x="2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8" y="22"/>
                    <a:pt x="15" y="23"/>
                    <a:pt x="22" y="24"/>
                  </a:cubicBezTo>
                  <a:cubicBezTo>
                    <a:pt x="24" y="17"/>
                    <a:pt x="25" y="9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67"/>
            <p:cNvSpPr/>
            <p:nvPr/>
          </p:nvSpPr>
          <p:spPr bwMode="auto">
            <a:xfrm>
              <a:off x="4911725" y="4598988"/>
              <a:ext cx="96838" cy="90488"/>
            </a:xfrm>
            <a:custGeom>
              <a:avLst/>
              <a:gdLst>
                <a:gd name="T0" fmla="*/ 26 w 26"/>
                <a:gd name="T1" fmla="*/ 0 h 24"/>
                <a:gd name="T2" fmla="*/ 0 w 26"/>
                <a:gd name="T3" fmla="*/ 0 h 24"/>
                <a:gd name="T4" fmla="*/ 3 w 26"/>
                <a:gd name="T5" fmla="*/ 24 h 24"/>
                <a:gd name="T6" fmla="*/ 26 w 26"/>
                <a:gd name="T7" fmla="*/ 22 h 24"/>
                <a:gd name="T8" fmla="*/ 26 w 26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24">
                  <a:moveTo>
                    <a:pt x="2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1" y="17"/>
                    <a:pt x="3" y="24"/>
                  </a:cubicBezTo>
                  <a:cubicBezTo>
                    <a:pt x="10" y="23"/>
                    <a:pt x="18" y="22"/>
                    <a:pt x="26" y="22"/>
                  </a:cubicBezTo>
                  <a:lnTo>
                    <a:pt x="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68"/>
            <p:cNvSpPr/>
            <p:nvPr/>
          </p:nvSpPr>
          <p:spPr bwMode="auto">
            <a:xfrm>
              <a:off x="5084763" y="4711700"/>
              <a:ext cx="93663" cy="82550"/>
            </a:xfrm>
            <a:custGeom>
              <a:avLst/>
              <a:gdLst>
                <a:gd name="T0" fmla="*/ 0 w 25"/>
                <a:gd name="T1" fmla="*/ 22 h 22"/>
                <a:gd name="T2" fmla="*/ 25 w 25"/>
                <a:gd name="T3" fmla="*/ 5 h 22"/>
                <a:gd name="T4" fmla="*/ 11 w 25"/>
                <a:gd name="T5" fmla="*/ 0 h 22"/>
                <a:gd name="T6" fmla="*/ 0 w 25"/>
                <a:gd name="T7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22">
                  <a:moveTo>
                    <a:pt x="0" y="22"/>
                  </a:moveTo>
                  <a:cubicBezTo>
                    <a:pt x="10" y="18"/>
                    <a:pt x="18" y="12"/>
                    <a:pt x="25" y="5"/>
                  </a:cubicBezTo>
                  <a:cubicBezTo>
                    <a:pt x="21" y="3"/>
                    <a:pt x="16" y="2"/>
                    <a:pt x="11" y="0"/>
                  </a:cubicBezTo>
                  <a:cubicBezTo>
                    <a:pt x="8" y="9"/>
                    <a:pt x="4" y="16"/>
                    <a:pt x="0" y="2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69"/>
            <p:cNvSpPr/>
            <p:nvPr/>
          </p:nvSpPr>
          <p:spPr bwMode="auto">
            <a:xfrm>
              <a:off x="5027613" y="4483100"/>
              <a:ext cx="98425" cy="96838"/>
            </a:xfrm>
            <a:custGeom>
              <a:avLst/>
              <a:gdLst>
                <a:gd name="T0" fmla="*/ 0 w 26"/>
                <a:gd name="T1" fmla="*/ 26 h 26"/>
                <a:gd name="T2" fmla="*/ 26 w 26"/>
                <a:gd name="T3" fmla="*/ 26 h 26"/>
                <a:gd name="T4" fmla="*/ 22 w 26"/>
                <a:gd name="T5" fmla="*/ 0 h 26"/>
                <a:gd name="T6" fmla="*/ 0 w 26"/>
                <a:gd name="T7" fmla="*/ 3 h 26"/>
                <a:gd name="T8" fmla="*/ 0 w 26"/>
                <a:gd name="T9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26">
                  <a:moveTo>
                    <a:pt x="0" y="26"/>
                  </a:moveTo>
                  <a:cubicBezTo>
                    <a:pt x="26" y="26"/>
                    <a:pt x="26" y="26"/>
                    <a:pt x="26" y="26"/>
                  </a:cubicBezTo>
                  <a:cubicBezTo>
                    <a:pt x="25" y="17"/>
                    <a:pt x="24" y="8"/>
                    <a:pt x="22" y="0"/>
                  </a:cubicBezTo>
                  <a:cubicBezTo>
                    <a:pt x="15" y="2"/>
                    <a:pt x="7" y="3"/>
                    <a:pt x="0" y="3"/>
                  </a:cubicBezTo>
                  <a:lnTo>
                    <a:pt x="0" y="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70"/>
            <p:cNvSpPr/>
            <p:nvPr/>
          </p:nvSpPr>
          <p:spPr bwMode="auto">
            <a:xfrm>
              <a:off x="4911725" y="4483100"/>
              <a:ext cx="96838" cy="96838"/>
            </a:xfrm>
            <a:custGeom>
              <a:avLst/>
              <a:gdLst>
                <a:gd name="T0" fmla="*/ 26 w 26"/>
                <a:gd name="T1" fmla="*/ 26 h 26"/>
                <a:gd name="T2" fmla="*/ 26 w 26"/>
                <a:gd name="T3" fmla="*/ 3 h 26"/>
                <a:gd name="T4" fmla="*/ 3 w 26"/>
                <a:gd name="T5" fmla="*/ 0 h 26"/>
                <a:gd name="T6" fmla="*/ 0 w 26"/>
                <a:gd name="T7" fmla="*/ 26 h 26"/>
                <a:gd name="T8" fmla="*/ 26 w 26"/>
                <a:gd name="T9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26">
                  <a:moveTo>
                    <a:pt x="26" y="26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18" y="3"/>
                    <a:pt x="10" y="2"/>
                    <a:pt x="3" y="0"/>
                  </a:cubicBezTo>
                  <a:cubicBezTo>
                    <a:pt x="1" y="8"/>
                    <a:pt x="0" y="17"/>
                    <a:pt x="0" y="26"/>
                  </a:cubicBezTo>
                  <a:lnTo>
                    <a:pt x="26" y="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71"/>
            <p:cNvSpPr/>
            <p:nvPr/>
          </p:nvSpPr>
          <p:spPr bwMode="auto">
            <a:xfrm>
              <a:off x="5084763" y="4384675"/>
              <a:ext cx="93663" cy="76200"/>
            </a:xfrm>
            <a:custGeom>
              <a:avLst/>
              <a:gdLst>
                <a:gd name="T0" fmla="*/ 25 w 25"/>
                <a:gd name="T1" fmla="*/ 16 h 20"/>
                <a:gd name="T2" fmla="*/ 0 w 25"/>
                <a:gd name="T3" fmla="*/ 0 h 20"/>
                <a:gd name="T4" fmla="*/ 11 w 25"/>
                <a:gd name="T5" fmla="*/ 20 h 20"/>
                <a:gd name="T6" fmla="*/ 25 w 25"/>
                <a:gd name="T7" fmla="*/ 1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20">
                  <a:moveTo>
                    <a:pt x="25" y="16"/>
                  </a:moveTo>
                  <a:cubicBezTo>
                    <a:pt x="18" y="9"/>
                    <a:pt x="9" y="3"/>
                    <a:pt x="0" y="0"/>
                  </a:cubicBezTo>
                  <a:cubicBezTo>
                    <a:pt x="4" y="5"/>
                    <a:pt x="8" y="12"/>
                    <a:pt x="11" y="20"/>
                  </a:cubicBezTo>
                  <a:cubicBezTo>
                    <a:pt x="16" y="19"/>
                    <a:pt x="20" y="18"/>
                    <a:pt x="25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72"/>
            <p:cNvSpPr/>
            <p:nvPr/>
          </p:nvSpPr>
          <p:spPr bwMode="auto">
            <a:xfrm>
              <a:off x="5129213" y="4464050"/>
              <a:ext cx="101600" cy="115888"/>
            </a:xfrm>
            <a:custGeom>
              <a:avLst/>
              <a:gdLst>
                <a:gd name="T0" fmla="*/ 4 w 27"/>
                <a:gd name="T1" fmla="*/ 31 h 31"/>
                <a:gd name="T2" fmla="*/ 27 w 27"/>
                <a:gd name="T3" fmla="*/ 31 h 31"/>
                <a:gd name="T4" fmla="*/ 16 w 27"/>
                <a:gd name="T5" fmla="*/ 0 h 31"/>
                <a:gd name="T6" fmla="*/ 0 w 27"/>
                <a:gd name="T7" fmla="*/ 4 h 31"/>
                <a:gd name="T8" fmla="*/ 4 w 27"/>
                <a:gd name="T9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1">
                  <a:moveTo>
                    <a:pt x="4" y="31"/>
                  </a:moveTo>
                  <a:cubicBezTo>
                    <a:pt x="27" y="31"/>
                    <a:pt x="27" y="31"/>
                    <a:pt x="27" y="31"/>
                  </a:cubicBezTo>
                  <a:cubicBezTo>
                    <a:pt x="27" y="19"/>
                    <a:pt x="23" y="8"/>
                    <a:pt x="16" y="0"/>
                  </a:cubicBezTo>
                  <a:cubicBezTo>
                    <a:pt x="11" y="1"/>
                    <a:pt x="6" y="3"/>
                    <a:pt x="0" y="4"/>
                  </a:cubicBezTo>
                  <a:cubicBezTo>
                    <a:pt x="2" y="12"/>
                    <a:pt x="4" y="21"/>
                    <a:pt x="4" y="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73"/>
            <p:cNvSpPr/>
            <p:nvPr/>
          </p:nvSpPr>
          <p:spPr bwMode="auto">
            <a:xfrm>
              <a:off x="5132388" y="4598988"/>
              <a:ext cx="98425" cy="112713"/>
            </a:xfrm>
            <a:custGeom>
              <a:avLst/>
              <a:gdLst>
                <a:gd name="T0" fmla="*/ 0 w 26"/>
                <a:gd name="T1" fmla="*/ 25 h 30"/>
                <a:gd name="T2" fmla="*/ 16 w 26"/>
                <a:gd name="T3" fmla="*/ 30 h 30"/>
                <a:gd name="T4" fmla="*/ 26 w 26"/>
                <a:gd name="T5" fmla="*/ 0 h 30"/>
                <a:gd name="T6" fmla="*/ 3 w 26"/>
                <a:gd name="T7" fmla="*/ 0 h 30"/>
                <a:gd name="T8" fmla="*/ 0 w 26"/>
                <a:gd name="T9" fmla="*/ 2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30">
                  <a:moveTo>
                    <a:pt x="0" y="25"/>
                  </a:moveTo>
                  <a:cubicBezTo>
                    <a:pt x="5" y="27"/>
                    <a:pt x="11" y="28"/>
                    <a:pt x="16" y="30"/>
                  </a:cubicBezTo>
                  <a:cubicBezTo>
                    <a:pt x="22" y="22"/>
                    <a:pt x="26" y="11"/>
                    <a:pt x="26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9"/>
                    <a:pt x="2" y="18"/>
                    <a:pt x="0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74"/>
            <p:cNvSpPr/>
            <p:nvPr/>
          </p:nvSpPr>
          <p:spPr bwMode="auto">
            <a:xfrm>
              <a:off x="5027613" y="4373563"/>
              <a:ext cx="74613" cy="98425"/>
            </a:xfrm>
            <a:custGeom>
              <a:avLst/>
              <a:gdLst>
                <a:gd name="T0" fmla="*/ 20 w 20"/>
                <a:gd name="T1" fmla="*/ 24 h 26"/>
                <a:gd name="T2" fmla="*/ 2 w 20"/>
                <a:gd name="T3" fmla="*/ 1 h 26"/>
                <a:gd name="T4" fmla="*/ 0 w 20"/>
                <a:gd name="T5" fmla="*/ 0 h 26"/>
                <a:gd name="T6" fmla="*/ 0 w 20"/>
                <a:gd name="T7" fmla="*/ 26 h 26"/>
                <a:gd name="T8" fmla="*/ 20 w 20"/>
                <a:gd name="T9" fmla="*/ 24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26">
                  <a:moveTo>
                    <a:pt x="20" y="24"/>
                  </a:moveTo>
                  <a:cubicBezTo>
                    <a:pt x="16" y="12"/>
                    <a:pt x="10" y="3"/>
                    <a:pt x="2" y="1"/>
                  </a:cubicBezTo>
                  <a:cubicBezTo>
                    <a:pt x="1" y="1"/>
                    <a:pt x="1" y="0"/>
                    <a:pt x="0" y="0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7" y="26"/>
                    <a:pt x="14" y="26"/>
                    <a:pt x="20" y="2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6808209" y="3537118"/>
            <a:ext cx="371475" cy="393700"/>
            <a:chOff x="6696075" y="3255963"/>
            <a:chExt cx="371475" cy="393700"/>
          </a:xfrm>
        </p:grpSpPr>
        <p:sp>
          <p:nvSpPr>
            <p:cNvPr id="62" name="Freeform 75"/>
            <p:cNvSpPr/>
            <p:nvPr/>
          </p:nvSpPr>
          <p:spPr bwMode="auto">
            <a:xfrm>
              <a:off x="6985000" y="3349625"/>
              <a:ext cx="79375" cy="300038"/>
            </a:xfrm>
            <a:custGeom>
              <a:avLst/>
              <a:gdLst>
                <a:gd name="T0" fmla="*/ 0 w 21"/>
                <a:gd name="T1" fmla="*/ 80 h 80"/>
                <a:gd name="T2" fmla="*/ 21 w 21"/>
                <a:gd name="T3" fmla="*/ 80 h 80"/>
                <a:gd name="T4" fmla="*/ 21 w 21"/>
                <a:gd name="T5" fmla="*/ 11 h 80"/>
                <a:gd name="T6" fmla="*/ 10 w 21"/>
                <a:gd name="T7" fmla="*/ 0 h 80"/>
                <a:gd name="T8" fmla="*/ 10 w 21"/>
                <a:gd name="T9" fmla="*/ 0 h 80"/>
                <a:gd name="T10" fmla="*/ 0 w 21"/>
                <a:gd name="T11" fmla="*/ 11 h 80"/>
                <a:gd name="T12" fmla="*/ 0 w 21"/>
                <a:gd name="T13" fmla="*/ 8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80">
                  <a:moveTo>
                    <a:pt x="0" y="80"/>
                  </a:moveTo>
                  <a:cubicBezTo>
                    <a:pt x="21" y="80"/>
                    <a:pt x="21" y="80"/>
                    <a:pt x="21" y="80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1" y="5"/>
                    <a:pt x="16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5" y="0"/>
                    <a:pt x="0" y="5"/>
                    <a:pt x="0" y="11"/>
                  </a:cubicBezTo>
                  <a:lnTo>
                    <a:pt x="0" y="8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76"/>
            <p:cNvSpPr/>
            <p:nvPr/>
          </p:nvSpPr>
          <p:spPr bwMode="auto">
            <a:xfrm>
              <a:off x="6891338" y="3432175"/>
              <a:ext cx="79375" cy="217488"/>
            </a:xfrm>
            <a:custGeom>
              <a:avLst/>
              <a:gdLst>
                <a:gd name="T0" fmla="*/ 0 w 21"/>
                <a:gd name="T1" fmla="*/ 58 h 58"/>
                <a:gd name="T2" fmla="*/ 21 w 21"/>
                <a:gd name="T3" fmla="*/ 58 h 58"/>
                <a:gd name="T4" fmla="*/ 21 w 21"/>
                <a:gd name="T5" fmla="*/ 11 h 58"/>
                <a:gd name="T6" fmla="*/ 10 w 21"/>
                <a:gd name="T7" fmla="*/ 0 h 58"/>
                <a:gd name="T8" fmla="*/ 10 w 21"/>
                <a:gd name="T9" fmla="*/ 0 h 58"/>
                <a:gd name="T10" fmla="*/ 0 w 21"/>
                <a:gd name="T11" fmla="*/ 11 h 58"/>
                <a:gd name="T12" fmla="*/ 0 w 21"/>
                <a:gd name="T13" fmla="*/ 58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58">
                  <a:moveTo>
                    <a:pt x="0" y="58"/>
                  </a:moveTo>
                  <a:cubicBezTo>
                    <a:pt x="21" y="58"/>
                    <a:pt x="21" y="58"/>
                    <a:pt x="21" y="58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1" y="5"/>
                    <a:pt x="16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4" y="0"/>
                    <a:pt x="0" y="5"/>
                    <a:pt x="0" y="11"/>
                  </a:cubicBezTo>
                  <a:lnTo>
                    <a:pt x="0" y="5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77"/>
            <p:cNvSpPr/>
            <p:nvPr/>
          </p:nvSpPr>
          <p:spPr bwMode="auto">
            <a:xfrm>
              <a:off x="6797675" y="3492500"/>
              <a:ext cx="79375" cy="157163"/>
            </a:xfrm>
            <a:custGeom>
              <a:avLst/>
              <a:gdLst>
                <a:gd name="T0" fmla="*/ 0 w 21"/>
                <a:gd name="T1" fmla="*/ 42 h 42"/>
                <a:gd name="T2" fmla="*/ 21 w 21"/>
                <a:gd name="T3" fmla="*/ 42 h 42"/>
                <a:gd name="T4" fmla="*/ 21 w 21"/>
                <a:gd name="T5" fmla="*/ 10 h 42"/>
                <a:gd name="T6" fmla="*/ 10 w 21"/>
                <a:gd name="T7" fmla="*/ 0 h 42"/>
                <a:gd name="T8" fmla="*/ 10 w 21"/>
                <a:gd name="T9" fmla="*/ 0 h 42"/>
                <a:gd name="T10" fmla="*/ 0 w 21"/>
                <a:gd name="T11" fmla="*/ 10 h 42"/>
                <a:gd name="T12" fmla="*/ 0 w 21"/>
                <a:gd name="T13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42">
                  <a:moveTo>
                    <a:pt x="0" y="42"/>
                  </a:moveTo>
                  <a:cubicBezTo>
                    <a:pt x="21" y="42"/>
                    <a:pt x="21" y="42"/>
                    <a:pt x="21" y="42"/>
                  </a:cubicBezTo>
                  <a:cubicBezTo>
                    <a:pt x="21" y="10"/>
                    <a:pt x="21" y="10"/>
                    <a:pt x="21" y="10"/>
                  </a:cubicBezTo>
                  <a:cubicBezTo>
                    <a:pt x="21" y="5"/>
                    <a:pt x="16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4" y="0"/>
                    <a:pt x="0" y="5"/>
                    <a:pt x="0" y="10"/>
                  </a:cubicBezTo>
                  <a:lnTo>
                    <a:pt x="0" y="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78"/>
            <p:cNvSpPr/>
            <p:nvPr/>
          </p:nvSpPr>
          <p:spPr bwMode="auto">
            <a:xfrm>
              <a:off x="6700838" y="3549650"/>
              <a:ext cx="77788" cy="100013"/>
            </a:xfrm>
            <a:custGeom>
              <a:avLst/>
              <a:gdLst>
                <a:gd name="T0" fmla="*/ 0 w 21"/>
                <a:gd name="T1" fmla="*/ 27 h 27"/>
                <a:gd name="T2" fmla="*/ 21 w 21"/>
                <a:gd name="T3" fmla="*/ 27 h 27"/>
                <a:gd name="T4" fmla="*/ 21 w 21"/>
                <a:gd name="T5" fmla="*/ 10 h 27"/>
                <a:gd name="T6" fmla="*/ 11 w 21"/>
                <a:gd name="T7" fmla="*/ 0 h 27"/>
                <a:gd name="T8" fmla="*/ 11 w 21"/>
                <a:gd name="T9" fmla="*/ 0 h 27"/>
                <a:gd name="T10" fmla="*/ 0 w 21"/>
                <a:gd name="T11" fmla="*/ 10 h 27"/>
                <a:gd name="T12" fmla="*/ 0 w 21"/>
                <a:gd name="T13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7">
                  <a:moveTo>
                    <a:pt x="0" y="27"/>
                  </a:moveTo>
                  <a:cubicBezTo>
                    <a:pt x="21" y="27"/>
                    <a:pt x="21" y="27"/>
                    <a:pt x="21" y="27"/>
                  </a:cubicBezTo>
                  <a:cubicBezTo>
                    <a:pt x="21" y="10"/>
                    <a:pt x="21" y="10"/>
                    <a:pt x="21" y="10"/>
                  </a:cubicBezTo>
                  <a:cubicBezTo>
                    <a:pt x="21" y="4"/>
                    <a:pt x="17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4"/>
                    <a:pt x="0" y="10"/>
                  </a:cubicBezTo>
                  <a:lnTo>
                    <a:pt x="0" y="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79"/>
            <p:cNvSpPr/>
            <p:nvPr/>
          </p:nvSpPr>
          <p:spPr bwMode="auto">
            <a:xfrm>
              <a:off x="6696075" y="3255963"/>
              <a:ext cx="371475" cy="266700"/>
            </a:xfrm>
            <a:custGeom>
              <a:avLst/>
              <a:gdLst>
                <a:gd name="T0" fmla="*/ 3 w 99"/>
                <a:gd name="T1" fmla="*/ 71 h 71"/>
                <a:gd name="T2" fmla="*/ 1 w 99"/>
                <a:gd name="T3" fmla="*/ 70 h 71"/>
                <a:gd name="T4" fmla="*/ 2 w 99"/>
                <a:gd name="T5" fmla="*/ 67 h 71"/>
                <a:gd name="T6" fmla="*/ 95 w 99"/>
                <a:gd name="T7" fmla="*/ 1 h 71"/>
                <a:gd name="T8" fmla="*/ 98 w 99"/>
                <a:gd name="T9" fmla="*/ 2 h 71"/>
                <a:gd name="T10" fmla="*/ 97 w 99"/>
                <a:gd name="T11" fmla="*/ 5 h 71"/>
                <a:gd name="T12" fmla="*/ 4 w 99"/>
                <a:gd name="T13" fmla="*/ 71 h 71"/>
                <a:gd name="T14" fmla="*/ 3 w 99"/>
                <a:gd name="T15" fmla="*/ 71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9" h="71">
                  <a:moveTo>
                    <a:pt x="3" y="71"/>
                  </a:moveTo>
                  <a:cubicBezTo>
                    <a:pt x="2" y="71"/>
                    <a:pt x="2" y="71"/>
                    <a:pt x="1" y="70"/>
                  </a:cubicBezTo>
                  <a:cubicBezTo>
                    <a:pt x="0" y="69"/>
                    <a:pt x="1" y="67"/>
                    <a:pt x="2" y="67"/>
                  </a:cubicBezTo>
                  <a:cubicBezTo>
                    <a:pt x="95" y="1"/>
                    <a:pt x="95" y="1"/>
                    <a:pt x="95" y="1"/>
                  </a:cubicBezTo>
                  <a:cubicBezTo>
                    <a:pt x="96" y="0"/>
                    <a:pt x="97" y="0"/>
                    <a:pt x="98" y="2"/>
                  </a:cubicBezTo>
                  <a:cubicBezTo>
                    <a:pt x="99" y="3"/>
                    <a:pt x="98" y="4"/>
                    <a:pt x="97" y="5"/>
                  </a:cubicBezTo>
                  <a:cubicBezTo>
                    <a:pt x="4" y="71"/>
                    <a:pt x="4" y="71"/>
                    <a:pt x="4" y="71"/>
                  </a:cubicBezTo>
                  <a:cubicBezTo>
                    <a:pt x="4" y="71"/>
                    <a:pt x="4" y="71"/>
                    <a:pt x="3" y="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80"/>
            <p:cNvSpPr/>
            <p:nvPr/>
          </p:nvSpPr>
          <p:spPr bwMode="auto">
            <a:xfrm>
              <a:off x="6996113" y="3255963"/>
              <a:ext cx="68263" cy="68263"/>
            </a:xfrm>
            <a:custGeom>
              <a:avLst/>
              <a:gdLst>
                <a:gd name="T0" fmla="*/ 16 w 18"/>
                <a:gd name="T1" fmla="*/ 18 h 18"/>
                <a:gd name="T2" fmla="*/ 13 w 18"/>
                <a:gd name="T3" fmla="*/ 16 h 18"/>
                <a:gd name="T4" fmla="*/ 13 w 18"/>
                <a:gd name="T5" fmla="*/ 5 h 18"/>
                <a:gd name="T6" fmla="*/ 3 w 18"/>
                <a:gd name="T7" fmla="*/ 5 h 18"/>
                <a:gd name="T8" fmla="*/ 0 w 18"/>
                <a:gd name="T9" fmla="*/ 3 h 18"/>
                <a:gd name="T10" fmla="*/ 3 w 18"/>
                <a:gd name="T11" fmla="*/ 0 h 18"/>
                <a:gd name="T12" fmla="*/ 16 w 18"/>
                <a:gd name="T13" fmla="*/ 0 h 18"/>
                <a:gd name="T14" fmla="*/ 18 w 18"/>
                <a:gd name="T15" fmla="*/ 3 h 18"/>
                <a:gd name="T16" fmla="*/ 18 w 18"/>
                <a:gd name="T17" fmla="*/ 16 h 18"/>
                <a:gd name="T18" fmla="*/ 16 w 18"/>
                <a:gd name="T19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" h="18">
                  <a:moveTo>
                    <a:pt x="16" y="18"/>
                  </a:moveTo>
                  <a:cubicBezTo>
                    <a:pt x="15" y="18"/>
                    <a:pt x="13" y="17"/>
                    <a:pt x="13" y="16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2" y="5"/>
                    <a:pt x="0" y="4"/>
                    <a:pt x="0" y="3"/>
                  </a:cubicBezTo>
                  <a:cubicBezTo>
                    <a:pt x="0" y="2"/>
                    <a:pt x="2" y="0"/>
                    <a:pt x="3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7" y="0"/>
                    <a:pt x="18" y="2"/>
                    <a:pt x="18" y="3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18" y="17"/>
                    <a:pt x="17" y="18"/>
                    <a:pt x="16" y="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1605552" y="4920915"/>
            <a:ext cx="2398875" cy="1189908"/>
            <a:chOff x="1889310" y="2365626"/>
            <a:chExt cx="2133781" cy="1058414"/>
          </a:xfrm>
        </p:grpSpPr>
        <p:sp>
          <p:nvSpPr>
            <p:cNvPr id="69" name="文本框 68"/>
            <p:cNvSpPr txBox="1"/>
            <p:nvPr/>
          </p:nvSpPr>
          <p:spPr>
            <a:xfrm>
              <a:off x="1889310" y="2365626"/>
              <a:ext cx="2133781" cy="30114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16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text addition</a:t>
              </a:r>
              <a:endPara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1921957" y="2655217"/>
              <a:ext cx="1934738" cy="768823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print the presentation and make it </a:t>
              </a:r>
              <a:r>
                <a:rPr lang="en-US" altLang="zh-CN" sz="1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film</a:t>
              </a:r>
              <a:endPara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4080862" y="2572994"/>
            <a:ext cx="2398875" cy="1189908"/>
            <a:chOff x="1889310" y="2365626"/>
            <a:chExt cx="2133781" cy="1058414"/>
          </a:xfrm>
        </p:grpSpPr>
        <p:sp>
          <p:nvSpPr>
            <p:cNvPr id="72" name="文本框 71"/>
            <p:cNvSpPr txBox="1"/>
            <p:nvPr/>
          </p:nvSpPr>
          <p:spPr>
            <a:xfrm>
              <a:off x="1889310" y="2365626"/>
              <a:ext cx="2133781" cy="30114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16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text addition</a:t>
              </a:r>
              <a:endPara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1921957" y="2655217"/>
              <a:ext cx="1934738" cy="768823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print the presentation and make it </a:t>
              </a:r>
              <a:r>
                <a:rPr lang="en-US" altLang="zh-CN" sz="1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film</a:t>
              </a:r>
              <a:endPara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5698546" y="5052822"/>
            <a:ext cx="2398875" cy="1189908"/>
            <a:chOff x="1889310" y="2365626"/>
            <a:chExt cx="2133781" cy="1058414"/>
          </a:xfrm>
        </p:grpSpPr>
        <p:sp>
          <p:nvSpPr>
            <p:cNvPr id="75" name="文本框 74"/>
            <p:cNvSpPr txBox="1"/>
            <p:nvPr/>
          </p:nvSpPr>
          <p:spPr>
            <a:xfrm>
              <a:off x="1889310" y="2365626"/>
              <a:ext cx="2133781" cy="30114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16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text addition</a:t>
              </a:r>
              <a:endPara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76" name="文本框 75"/>
            <p:cNvSpPr txBox="1"/>
            <p:nvPr/>
          </p:nvSpPr>
          <p:spPr>
            <a:xfrm>
              <a:off x="1921957" y="2655217"/>
              <a:ext cx="1934738" cy="768823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print the presentation and make it </a:t>
              </a:r>
              <a:r>
                <a:rPr lang="en-US" altLang="zh-CN" sz="1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film</a:t>
              </a:r>
              <a:endPara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</p:grpSp>
      <p:grpSp>
        <p:nvGrpSpPr>
          <p:cNvPr id="77" name="组合 76"/>
          <p:cNvGrpSpPr/>
          <p:nvPr/>
        </p:nvGrpSpPr>
        <p:grpSpPr>
          <a:xfrm>
            <a:off x="8159173" y="2683760"/>
            <a:ext cx="2398875" cy="1189908"/>
            <a:chOff x="1889310" y="2365626"/>
            <a:chExt cx="2133781" cy="1058414"/>
          </a:xfrm>
        </p:grpSpPr>
        <p:sp>
          <p:nvSpPr>
            <p:cNvPr id="78" name="文本框 77"/>
            <p:cNvSpPr txBox="1"/>
            <p:nvPr/>
          </p:nvSpPr>
          <p:spPr>
            <a:xfrm>
              <a:off x="1889310" y="2365626"/>
              <a:ext cx="2133781" cy="30114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16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text addition</a:t>
              </a:r>
              <a:endPara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79" name="文本框 78"/>
            <p:cNvSpPr txBox="1"/>
            <p:nvPr/>
          </p:nvSpPr>
          <p:spPr>
            <a:xfrm>
              <a:off x="1921957" y="2655217"/>
              <a:ext cx="1934738" cy="768823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print the presentation and make it </a:t>
              </a:r>
              <a:r>
                <a:rPr lang="en-US" altLang="zh-CN" sz="1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film</a:t>
              </a:r>
              <a:endPara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</p:grpSp>
      <p:sp>
        <p:nvSpPr>
          <p:cNvPr id="80" name="文本框 79"/>
          <p:cNvSpPr txBox="1"/>
          <p:nvPr/>
        </p:nvSpPr>
        <p:spPr>
          <a:xfrm>
            <a:off x="2228850" y="556895"/>
            <a:ext cx="568769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>
                <a:gradFill>
                  <a:gsLst>
                    <a:gs pos="0">
                      <a:srgbClr val="3A543B"/>
                    </a:gs>
                    <a:gs pos="100000">
                      <a:srgbClr val="AA9D67"/>
                    </a:gs>
                  </a:gsLst>
                  <a:lin ang="0" scaled="0"/>
                </a:gradFill>
                <a:latin typeface="Arial" panose="020B0604020202090204" pitchFamily="34" charset="0"/>
                <a:ea typeface="张海山锐线体2.0" panose="02000000000000000000" pitchFamily="2" charset="-122"/>
                <a:cs typeface="Arial" panose="020B0604020202090204" pitchFamily="34" charset="0"/>
              </a:rPr>
              <a:t>Title text addition</a:t>
            </a:r>
            <a:endParaRPr lang="zh-CN" altLang="en-US" sz="4400" b="1" dirty="0">
              <a:gradFill>
                <a:gsLst>
                  <a:gs pos="0">
                    <a:srgbClr val="3A543B"/>
                  </a:gs>
                  <a:gs pos="100000">
                    <a:srgbClr val="AA9D67"/>
                  </a:gs>
                </a:gsLst>
                <a:lin ang="0" scaled="0"/>
              </a:gradFill>
              <a:latin typeface="张海山锐线体2.0" panose="02000000000000000000" pitchFamily="2" charset="-122"/>
              <a:ea typeface="张海山锐线体2.0" panose="020000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4E5E0"/>
            </a:gs>
            <a:gs pos="100000">
              <a:srgbClr val="F0F0F0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3"/>
          <p:cNvSpPr>
            <a:spLocks noChangeArrowheads="1"/>
          </p:cNvSpPr>
          <p:nvPr/>
        </p:nvSpPr>
        <p:spPr bwMode="auto">
          <a:xfrm rot="16200000" flipH="1">
            <a:off x="3468750" y="-2103914"/>
            <a:ext cx="1189584" cy="6089247"/>
          </a:xfrm>
          <a:prstGeom prst="rect">
            <a:avLst/>
          </a:prstGeom>
          <a:noFill/>
          <a:ln w="38100">
            <a:gradFill>
              <a:gsLst>
                <a:gs pos="0">
                  <a:srgbClr val="3A543B"/>
                </a:gs>
                <a:gs pos="100000">
                  <a:srgbClr val="AA9D67"/>
                </a:gs>
              </a:gsLst>
              <a:lin ang="5400000" scaled="1"/>
            </a:gra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 rot="5400000">
            <a:off x="2598761" y="-1180800"/>
            <a:ext cx="915746" cy="869424"/>
          </a:xfrm>
          <a:prstGeom prst="rect">
            <a:avLst/>
          </a:prstGeom>
          <a:solidFill>
            <a:srgbClr val="3A543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 bwMode="auto">
          <a:xfrm rot="5400000">
            <a:off x="3468185" y="-1180800"/>
            <a:ext cx="915746" cy="869424"/>
          </a:xfrm>
          <a:prstGeom prst="rect">
            <a:avLst/>
          </a:prstGeom>
          <a:solidFill>
            <a:srgbClr val="AA9D6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5" t="5898" r="33568" b="7130"/>
          <a:stretch>
            <a:fillRect/>
          </a:stretch>
        </p:blipFill>
        <p:spPr>
          <a:xfrm flipV="1">
            <a:off x="0" y="0"/>
            <a:ext cx="2325299" cy="1323385"/>
          </a:xfrm>
          <a:prstGeom prst="rect">
            <a:avLst/>
          </a:prstGeom>
        </p:spPr>
      </p:pic>
      <p:sp>
        <p:nvSpPr>
          <p:cNvPr id="9" name="Freeform 5"/>
          <p:cNvSpPr/>
          <p:nvPr/>
        </p:nvSpPr>
        <p:spPr bwMode="auto">
          <a:xfrm>
            <a:off x="4793539" y="3099895"/>
            <a:ext cx="1887533" cy="1236265"/>
          </a:xfrm>
          <a:custGeom>
            <a:avLst/>
            <a:gdLst>
              <a:gd name="T0" fmla="*/ 66 w 116"/>
              <a:gd name="T1" fmla="*/ 12 h 76"/>
              <a:gd name="T2" fmla="*/ 39 w 116"/>
              <a:gd name="T3" fmla="*/ 0 h 76"/>
              <a:gd name="T4" fmla="*/ 11 w 116"/>
              <a:gd name="T5" fmla="*/ 12 h 76"/>
              <a:gd name="T6" fmla="*/ 0 w 116"/>
              <a:gd name="T7" fmla="*/ 39 h 76"/>
              <a:gd name="T8" fmla="*/ 11 w 116"/>
              <a:gd name="T9" fmla="*/ 67 h 76"/>
              <a:gd name="T10" fmla="*/ 20 w 116"/>
              <a:gd name="T11" fmla="*/ 76 h 76"/>
              <a:gd name="T12" fmla="*/ 34 w 116"/>
              <a:gd name="T13" fmla="*/ 62 h 76"/>
              <a:gd name="T14" fmla="*/ 34 w 116"/>
              <a:gd name="T15" fmla="*/ 62 h 76"/>
              <a:gd name="T16" fmla="*/ 25 w 116"/>
              <a:gd name="T17" fmla="*/ 53 h 76"/>
              <a:gd name="T18" fmla="*/ 25 w 116"/>
              <a:gd name="T19" fmla="*/ 26 h 76"/>
              <a:gd name="T20" fmla="*/ 39 w 116"/>
              <a:gd name="T21" fmla="*/ 20 h 76"/>
              <a:gd name="T22" fmla="*/ 52 w 116"/>
              <a:gd name="T23" fmla="*/ 26 h 76"/>
              <a:gd name="T24" fmla="*/ 81 w 116"/>
              <a:gd name="T25" fmla="*/ 54 h 76"/>
              <a:gd name="T26" fmla="*/ 102 w 116"/>
              <a:gd name="T27" fmla="*/ 76 h 76"/>
              <a:gd name="T28" fmla="*/ 116 w 116"/>
              <a:gd name="T29" fmla="*/ 62 h 76"/>
              <a:gd name="T30" fmla="*/ 66 w 116"/>
              <a:gd name="T31" fmla="*/ 12 h 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16" h="76">
                <a:moveTo>
                  <a:pt x="66" y="12"/>
                </a:moveTo>
                <a:cubicBezTo>
                  <a:pt x="59" y="4"/>
                  <a:pt x="49" y="0"/>
                  <a:pt x="39" y="0"/>
                </a:cubicBezTo>
                <a:cubicBezTo>
                  <a:pt x="29" y="0"/>
                  <a:pt x="19" y="4"/>
                  <a:pt x="11" y="12"/>
                </a:cubicBezTo>
                <a:cubicBezTo>
                  <a:pt x="4" y="19"/>
                  <a:pt x="0" y="29"/>
                  <a:pt x="0" y="39"/>
                </a:cubicBezTo>
                <a:cubicBezTo>
                  <a:pt x="0" y="49"/>
                  <a:pt x="4" y="59"/>
                  <a:pt x="11" y="67"/>
                </a:cubicBezTo>
                <a:cubicBezTo>
                  <a:pt x="20" y="76"/>
                  <a:pt x="20" y="76"/>
                  <a:pt x="20" y="76"/>
                </a:cubicBezTo>
                <a:cubicBezTo>
                  <a:pt x="34" y="62"/>
                  <a:pt x="34" y="62"/>
                  <a:pt x="34" y="62"/>
                </a:cubicBezTo>
                <a:cubicBezTo>
                  <a:pt x="34" y="62"/>
                  <a:pt x="34" y="62"/>
                  <a:pt x="34" y="62"/>
                </a:cubicBezTo>
                <a:cubicBezTo>
                  <a:pt x="25" y="53"/>
                  <a:pt x="25" y="53"/>
                  <a:pt x="25" y="53"/>
                </a:cubicBezTo>
                <a:cubicBezTo>
                  <a:pt x="18" y="45"/>
                  <a:pt x="18" y="33"/>
                  <a:pt x="25" y="26"/>
                </a:cubicBezTo>
                <a:cubicBezTo>
                  <a:pt x="29" y="22"/>
                  <a:pt x="34" y="20"/>
                  <a:pt x="39" y="20"/>
                </a:cubicBezTo>
                <a:cubicBezTo>
                  <a:pt x="44" y="20"/>
                  <a:pt x="49" y="22"/>
                  <a:pt x="52" y="26"/>
                </a:cubicBezTo>
                <a:cubicBezTo>
                  <a:pt x="81" y="54"/>
                  <a:pt x="81" y="54"/>
                  <a:pt x="81" y="54"/>
                </a:cubicBezTo>
                <a:cubicBezTo>
                  <a:pt x="102" y="76"/>
                  <a:pt x="102" y="76"/>
                  <a:pt x="102" y="76"/>
                </a:cubicBezTo>
                <a:cubicBezTo>
                  <a:pt x="116" y="62"/>
                  <a:pt x="116" y="62"/>
                  <a:pt x="116" y="62"/>
                </a:cubicBezTo>
                <a:lnTo>
                  <a:pt x="66" y="12"/>
                </a:lnTo>
                <a:close/>
              </a:path>
            </a:pathLst>
          </a:custGeom>
          <a:solidFill>
            <a:srgbClr val="3A543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th-TH" sz="1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12" name="Freeform 6"/>
          <p:cNvSpPr/>
          <p:nvPr/>
        </p:nvSpPr>
        <p:spPr bwMode="auto">
          <a:xfrm>
            <a:off x="4729554" y="3831142"/>
            <a:ext cx="1284253" cy="1903528"/>
          </a:xfrm>
          <a:custGeom>
            <a:avLst/>
            <a:gdLst>
              <a:gd name="T0" fmla="*/ 56 w 79"/>
              <a:gd name="T1" fmla="*/ 92 h 117"/>
              <a:gd name="T2" fmla="*/ 43 w 79"/>
              <a:gd name="T3" fmla="*/ 97 h 117"/>
              <a:gd name="T4" fmla="*/ 29 w 79"/>
              <a:gd name="T5" fmla="*/ 92 h 117"/>
              <a:gd name="T6" fmla="*/ 29 w 79"/>
              <a:gd name="T7" fmla="*/ 65 h 117"/>
              <a:gd name="T8" fmla="*/ 44 w 79"/>
              <a:gd name="T9" fmla="*/ 50 h 117"/>
              <a:gd name="T10" fmla="*/ 58 w 79"/>
              <a:gd name="T11" fmla="*/ 36 h 117"/>
              <a:gd name="T12" fmla="*/ 79 w 79"/>
              <a:gd name="T13" fmla="*/ 14 h 117"/>
              <a:gd name="T14" fmla="*/ 79 w 79"/>
              <a:gd name="T15" fmla="*/ 14 h 117"/>
              <a:gd name="T16" fmla="*/ 65 w 79"/>
              <a:gd name="T17" fmla="*/ 0 h 117"/>
              <a:gd name="T18" fmla="*/ 44 w 79"/>
              <a:gd name="T19" fmla="*/ 22 h 117"/>
              <a:gd name="T20" fmla="*/ 30 w 79"/>
              <a:gd name="T21" fmla="*/ 36 h 117"/>
              <a:gd name="T22" fmla="*/ 15 w 79"/>
              <a:gd name="T23" fmla="*/ 51 h 117"/>
              <a:gd name="T24" fmla="*/ 15 w 79"/>
              <a:gd name="T25" fmla="*/ 106 h 117"/>
              <a:gd name="T26" fmla="*/ 28 w 79"/>
              <a:gd name="T27" fmla="*/ 114 h 117"/>
              <a:gd name="T28" fmla="*/ 43 w 79"/>
              <a:gd name="T29" fmla="*/ 117 h 117"/>
              <a:gd name="T30" fmla="*/ 70 w 79"/>
              <a:gd name="T31" fmla="*/ 106 h 117"/>
              <a:gd name="T32" fmla="*/ 79 w 79"/>
              <a:gd name="T33" fmla="*/ 96 h 117"/>
              <a:gd name="T34" fmla="*/ 65 w 79"/>
              <a:gd name="T35" fmla="*/ 82 h 117"/>
              <a:gd name="T36" fmla="*/ 56 w 79"/>
              <a:gd name="T37" fmla="*/ 92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79" h="117">
                <a:moveTo>
                  <a:pt x="56" y="92"/>
                </a:moveTo>
                <a:cubicBezTo>
                  <a:pt x="53" y="95"/>
                  <a:pt x="48" y="97"/>
                  <a:pt x="43" y="97"/>
                </a:cubicBezTo>
                <a:cubicBezTo>
                  <a:pt x="38" y="97"/>
                  <a:pt x="33" y="95"/>
                  <a:pt x="29" y="92"/>
                </a:cubicBezTo>
                <a:cubicBezTo>
                  <a:pt x="22" y="84"/>
                  <a:pt x="22" y="72"/>
                  <a:pt x="29" y="65"/>
                </a:cubicBezTo>
                <a:cubicBezTo>
                  <a:pt x="44" y="50"/>
                  <a:pt x="44" y="50"/>
                  <a:pt x="44" y="50"/>
                </a:cubicBezTo>
                <a:cubicBezTo>
                  <a:pt x="58" y="36"/>
                  <a:pt x="58" y="36"/>
                  <a:pt x="58" y="36"/>
                </a:cubicBezTo>
                <a:cubicBezTo>
                  <a:pt x="79" y="14"/>
                  <a:pt x="79" y="14"/>
                  <a:pt x="79" y="14"/>
                </a:cubicBezTo>
                <a:cubicBezTo>
                  <a:pt x="79" y="14"/>
                  <a:pt x="79" y="14"/>
                  <a:pt x="79" y="14"/>
                </a:cubicBezTo>
                <a:cubicBezTo>
                  <a:pt x="65" y="0"/>
                  <a:pt x="65" y="0"/>
                  <a:pt x="65" y="0"/>
                </a:cubicBezTo>
                <a:cubicBezTo>
                  <a:pt x="44" y="22"/>
                  <a:pt x="44" y="22"/>
                  <a:pt x="44" y="22"/>
                </a:cubicBezTo>
                <a:cubicBezTo>
                  <a:pt x="30" y="36"/>
                  <a:pt x="30" y="36"/>
                  <a:pt x="30" y="36"/>
                </a:cubicBezTo>
                <a:cubicBezTo>
                  <a:pt x="15" y="51"/>
                  <a:pt x="15" y="51"/>
                  <a:pt x="15" y="51"/>
                </a:cubicBezTo>
                <a:cubicBezTo>
                  <a:pt x="0" y="66"/>
                  <a:pt x="0" y="90"/>
                  <a:pt x="15" y="106"/>
                </a:cubicBezTo>
                <a:cubicBezTo>
                  <a:pt x="19" y="109"/>
                  <a:pt x="23" y="112"/>
                  <a:pt x="28" y="114"/>
                </a:cubicBezTo>
                <a:cubicBezTo>
                  <a:pt x="33" y="116"/>
                  <a:pt x="38" y="117"/>
                  <a:pt x="43" y="117"/>
                </a:cubicBezTo>
                <a:cubicBezTo>
                  <a:pt x="53" y="117"/>
                  <a:pt x="63" y="113"/>
                  <a:pt x="70" y="106"/>
                </a:cubicBezTo>
                <a:cubicBezTo>
                  <a:pt x="79" y="96"/>
                  <a:pt x="79" y="96"/>
                  <a:pt x="79" y="96"/>
                </a:cubicBezTo>
                <a:cubicBezTo>
                  <a:pt x="65" y="82"/>
                  <a:pt x="65" y="82"/>
                  <a:pt x="65" y="82"/>
                </a:cubicBezTo>
                <a:lnTo>
                  <a:pt x="56" y="92"/>
                </a:lnTo>
                <a:close/>
              </a:path>
            </a:pathLst>
          </a:custGeom>
          <a:solidFill>
            <a:srgbClr val="AA9D6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th-TH" sz="1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13" name="Freeform 7"/>
          <p:cNvSpPr/>
          <p:nvPr/>
        </p:nvSpPr>
        <p:spPr bwMode="auto">
          <a:xfrm>
            <a:off x="6192049" y="3099895"/>
            <a:ext cx="1284253" cy="1903528"/>
          </a:xfrm>
          <a:custGeom>
            <a:avLst/>
            <a:gdLst>
              <a:gd name="T0" fmla="*/ 64 w 79"/>
              <a:gd name="T1" fmla="*/ 12 h 117"/>
              <a:gd name="T2" fmla="*/ 51 w 79"/>
              <a:gd name="T3" fmla="*/ 3 h 117"/>
              <a:gd name="T4" fmla="*/ 37 w 79"/>
              <a:gd name="T5" fmla="*/ 0 h 117"/>
              <a:gd name="T6" fmla="*/ 9 w 79"/>
              <a:gd name="T7" fmla="*/ 12 h 117"/>
              <a:gd name="T8" fmla="*/ 0 w 79"/>
              <a:gd name="T9" fmla="*/ 21 h 117"/>
              <a:gd name="T10" fmla="*/ 14 w 79"/>
              <a:gd name="T11" fmla="*/ 35 h 117"/>
              <a:gd name="T12" fmla="*/ 23 w 79"/>
              <a:gd name="T13" fmla="*/ 26 h 117"/>
              <a:gd name="T14" fmla="*/ 37 w 79"/>
              <a:gd name="T15" fmla="*/ 20 h 117"/>
              <a:gd name="T16" fmla="*/ 50 w 79"/>
              <a:gd name="T17" fmla="*/ 26 h 117"/>
              <a:gd name="T18" fmla="*/ 50 w 79"/>
              <a:gd name="T19" fmla="*/ 53 h 117"/>
              <a:gd name="T20" fmla="*/ 0 w 79"/>
              <a:gd name="T21" fmla="*/ 103 h 117"/>
              <a:gd name="T22" fmla="*/ 14 w 79"/>
              <a:gd name="T23" fmla="*/ 117 h 117"/>
              <a:gd name="T24" fmla="*/ 36 w 79"/>
              <a:gd name="T25" fmla="*/ 95 h 117"/>
              <a:gd name="T26" fmla="*/ 64 w 79"/>
              <a:gd name="T27" fmla="*/ 67 h 117"/>
              <a:gd name="T28" fmla="*/ 64 w 79"/>
              <a:gd name="T29" fmla="*/ 12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" h="117">
                <a:moveTo>
                  <a:pt x="64" y="12"/>
                </a:moveTo>
                <a:cubicBezTo>
                  <a:pt x="60" y="8"/>
                  <a:pt x="56" y="5"/>
                  <a:pt x="51" y="3"/>
                </a:cubicBezTo>
                <a:cubicBezTo>
                  <a:pt x="47" y="1"/>
                  <a:pt x="42" y="0"/>
                  <a:pt x="37" y="0"/>
                </a:cubicBezTo>
                <a:cubicBezTo>
                  <a:pt x="27" y="0"/>
                  <a:pt x="17" y="4"/>
                  <a:pt x="9" y="12"/>
                </a:cubicBezTo>
                <a:cubicBezTo>
                  <a:pt x="0" y="21"/>
                  <a:pt x="0" y="21"/>
                  <a:pt x="0" y="21"/>
                </a:cubicBezTo>
                <a:cubicBezTo>
                  <a:pt x="14" y="35"/>
                  <a:pt x="14" y="35"/>
                  <a:pt x="14" y="35"/>
                </a:cubicBezTo>
                <a:cubicBezTo>
                  <a:pt x="23" y="26"/>
                  <a:pt x="23" y="26"/>
                  <a:pt x="23" y="26"/>
                </a:cubicBezTo>
                <a:cubicBezTo>
                  <a:pt x="27" y="22"/>
                  <a:pt x="32" y="20"/>
                  <a:pt x="37" y="20"/>
                </a:cubicBezTo>
                <a:cubicBezTo>
                  <a:pt x="42" y="20"/>
                  <a:pt x="46" y="22"/>
                  <a:pt x="50" y="26"/>
                </a:cubicBezTo>
                <a:cubicBezTo>
                  <a:pt x="58" y="33"/>
                  <a:pt x="58" y="45"/>
                  <a:pt x="50" y="53"/>
                </a:cubicBezTo>
                <a:cubicBezTo>
                  <a:pt x="0" y="103"/>
                  <a:pt x="0" y="103"/>
                  <a:pt x="0" y="103"/>
                </a:cubicBezTo>
                <a:cubicBezTo>
                  <a:pt x="14" y="117"/>
                  <a:pt x="14" y="117"/>
                  <a:pt x="14" y="117"/>
                </a:cubicBezTo>
                <a:cubicBezTo>
                  <a:pt x="36" y="95"/>
                  <a:pt x="36" y="95"/>
                  <a:pt x="36" y="95"/>
                </a:cubicBezTo>
                <a:cubicBezTo>
                  <a:pt x="64" y="67"/>
                  <a:pt x="64" y="67"/>
                  <a:pt x="64" y="67"/>
                </a:cubicBezTo>
                <a:cubicBezTo>
                  <a:pt x="79" y="52"/>
                  <a:pt x="79" y="27"/>
                  <a:pt x="64" y="12"/>
                </a:cubicBezTo>
                <a:close/>
              </a:path>
            </a:pathLst>
          </a:custGeom>
          <a:solidFill>
            <a:srgbClr val="AA9D6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th-TH" sz="1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14" name="Freeform 8"/>
          <p:cNvSpPr/>
          <p:nvPr/>
        </p:nvSpPr>
        <p:spPr bwMode="auto">
          <a:xfrm>
            <a:off x="5524786" y="4498405"/>
            <a:ext cx="1887533" cy="1236265"/>
          </a:xfrm>
          <a:custGeom>
            <a:avLst/>
            <a:gdLst>
              <a:gd name="T0" fmla="*/ 105 w 116"/>
              <a:gd name="T1" fmla="*/ 10 h 76"/>
              <a:gd name="T2" fmla="*/ 96 w 116"/>
              <a:gd name="T3" fmla="*/ 0 h 76"/>
              <a:gd name="T4" fmla="*/ 82 w 116"/>
              <a:gd name="T5" fmla="*/ 14 h 76"/>
              <a:gd name="T6" fmla="*/ 91 w 116"/>
              <a:gd name="T7" fmla="*/ 24 h 76"/>
              <a:gd name="T8" fmla="*/ 91 w 116"/>
              <a:gd name="T9" fmla="*/ 51 h 76"/>
              <a:gd name="T10" fmla="*/ 78 w 116"/>
              <a:gd name="T11" fmla="*/ 56 h 76"/>
              <a:gd name="T12" fmla="*/ 64 w 116"/>
              <a:gd name="T13" fmla="*/ 51 h 76"/>
              <a:gd name="T14" fmla="*/ 14 w 116"/>
              <a:gd name="T15" fmla="*/ 0 h 76"/>
              <a:gd name="T16" fmla="*/ 0 w 116"/>
              <a:gd name="T17" fmla="*/ 14 h 76"/>
              <a:gd name="T18" fmla="*/ 22 w 116"/>
              <a:gd name="T19" fmla="*/ 36 h 76"/>
              <a:gd name="T20" fmla="*/ 36 w 116"/>
              <a:gd name="T21" fmla="*/ 50 h 76"/>
              <a:gd name="T22" fmla="*/ 50 w 116"/>
              <a:gd name="T23" fmla="*/ 65 h 76"/>
              <a:gd name="T24" fmla="*/ 78 w 116"/>
              <a:gd name="T25" fmla="*/ 76 h 76"/>
              <a:gd name="T26" fmla="*/ 105 w 116"/>
              <a:gd name="T27" fmla="*/ 65 h 76"/>
              <a:gd name="T28" fmla="*/ 116 w 116"/>
              <a:gd name="T29" fmla="*/ 37 h 76"/>
              <a:gd name="T30" fmla="*/ 105 w 116"/>
              <a:gd name="T31" fmla="*/ 10 h 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16" h="76">
                <a:moveTo>
                  <a:pt x="105" y="10"/>
                </a:moveTo>
                <a:cubicBezTo>
                  <a:pt x="96" y="0"/>
                  <a:pt x="96" y="0"/>
                  <a:pt x="96" y="0"/>
                </a:cubicBezTo>
                <a:cubicBezTo>
                  <a:pt x="82" y="14"/>
                  <a:pt x="82" y="14"/>
                  <a:pt x="82" y="14"/>
                </a:cubicBezTo>
                <a:cubicBezTo>
                  <a:pt x="91" y="24"/>
                  <a:pt x="91" y="24"/>
                  <a:pt x="91" y="24"/>
                </a:cubicBezTo>
                <a:cubicBezTo>
                  <a:pt x="99" y="31"/>
                  <a:pt x="99" y="43"/>
                  <a:pt x="91" y="51"/>
                </a:cubicBezTo>
                <a:cubicBezTo>
                  <a:pt x="87" y="54"/>
                  <a:pt x="83" y="56"/>
                  <a:pt x="78" y="56"/>
                </a:cubicBezTo>
                <a:cubicBezTo>
                  <a:pt x="73" y="56"/>
                  <a:pt x="68" y="54"/>
                  <a:pt x="64" y="51"/>
                </a:cubicBezTo>
                <a:cubicBezTo>
                  <a:pt x="14" y="0"/>
                  <a:pt x="14" y="0"/>
                  <a:pt x="14" y="0"/>
                </a:cubicBezTo>
                <a:cubicBezTo>
                  <a:pt x="0" y="14"/>
                  <a:pt x="0" y="14"/>
                  <a:pt x="0" y="14"/>
                </a:cubicBezTo>
                <a:cubicBezTo>
                  <a:pt x="22" y="36"/>
                  <a:pt x="22" y="36"/>
                  <a:pt x="22" y="36"/>
                </a:cubicBezTo>
                <a:cubicBezTo>
                  <a:pt x="36" y="50"/>
                  <a:pt x="36" y="50"/>
                  <a:pt x="36" y="50"/>
                </a:cubicBezTo>
                <a:cubicBezTo>
                  <a:pt x="50" y="65"/>
                  <a:pt x="50" y="65"/>
                  <a:pt x="50" y="65"/>
                </a:cubicBezTo>
                <a:cubicBezTo>
                  <a:pt x="58" y="72"/>
                  <a:pt x="68" y="76"/>
                  <a:pt x="78" y="76"/>
                </a:cubicBezTo>
                <a:cubicBezTo>
                  <a:pt x="88" y="76"/>
                  <a:pt x="97" y="72"/>
                  <a:pt x="105" y="65"/>
                </a:cubicBezTo>
                <a:cubicBezTo>
                  <a:pt x="113" y="57"/>
                  <a:pt x="116" y="47"/>
                  <a:pt x="116" y="37"/>
                </a:cubicBezTo>
                <a:cubicBezTo>
                  <a:pt x="116" y="27"/>
                  <a:pt x="113" y="17"/>
                  <a:pt x="105" y="10"/>
                </a:cubicBezTo>
                <a:close/>
              </a:path>
            </a:pathLst>
          </a:custGeom>
          <a:solidFill>
            <a:srgbClr val="3A543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th-TH" sz="1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15" name="Oval 9"/>
          <p:cNvSpPr>
            <a:spLocks noChangeArrowheads="1"/>
          </p:cNvSpPr>
          <p:nvPr/>
        </p:nvSpPr>
        <p:spPr bwMode="auto">
          <a:xfrm>
            <a:off x="4240533" y="2578881"/>
            <a:ext cx="797516" cy="781520"/>
          </a:xfrm>
          <a:prstGeom prst="ellipse">
            <a:avLst/>
          </a:prstGeom>
          <a:solidFill>
            <a:srgbClr val="3A543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th-TH" sz="1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16" name="Oval 10"/>
          <p:cNvSpPr>
            <a:spLocks noChangeArrowheads="1"/>
          </p:cNvSpPr>
          <p:nvPr/>
        </p:nvSpPr>
        <p:spPr bwMode="auto">
          <a:xfrm>
            <a:off x="7167809" y="5474164"/>
            <a:ext cx="797516" cy="797516"/>
          </a:xfrm>
          <a:prstGeom prst="ellipse">
            <a:avLst/>
          </a:prstGeom>
          <a:solidFill>
            <a:srgbClr val="3A543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th-TH" sz="1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17" name="Oval 11"/>
          <p:cNvSpPr>
            <a:spLocks noChangeArrowheads="1"/>
          </p:cNvSpPr>
          <p:nvPr/>
        </p:nvSpPr>
        <p:spPr bwMode="auto">
          <a:xfrm>
            <a:off x="7167809" y="2578881"/>
            <a:ext cx="797516" cy="781520"/>
          </a:xfrm>
          <a:prstGeom prst="ellipse">
            <a:avLst/>
          </a:prstGeom>
          <a:solidFill>
            <a:srgbClr val="AA9D6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th-TH" sz="1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18" name="Oval 12"/>
          <p:cNvSpPr>
            <a:spLocks noChangeArrowheads="1"/>
          </p:cNvSpPr>
          <p:nvPr/>
        </p:nvSpPr>
        <p:spPr bwMode="auto">
          <a:xfrm>
            <a:off x="4240533" y="5474164"/>
            <a:ext cx="797516" cy="797516"/>
          </a:xfrm>
          <a:prstGeom prst="ellipse">
            <a:avLst/>
          </a:prstGeom>
          <a:solidFill>
            <a:srgbClr val="AA9D6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th-TH" sz="1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19" name="Freeform 62"/>
          <p:cNvSpPr>
            <a:spLocks noEditPoints="1"/>
          </p:cNvSpPr>
          <p:nvPr/>
        </p:nvSpPr>
        <p:spPr bwMode="auto">
          <a:xfrm>
            <a:off x="4518835" y="5740961"/>
            <a:ext cx="240913" cy="263921"/>
          </a:xfrm>
          <a:custGeom>
            <a:avLst/>
            <a:gdLst>
              <a:gd name="T0" fmla="*/ 52 w 53"/>
              <a:gd name="T1" fmla="*/ 0 h 58"/>
              <a:gd name="T2" fmla="*/ 52 w 53"/>
              <a:gd name="T3" fmla="*/ 0 h 58"/>
              <a:gd name="T4" fmla="*/ 52 w 53"/>
              <a:gd name="T5" fmla="*/ 0 h 58"/>
              <a:gd name="T6" fmla="*/ 17 w 53"/>
              <a:gd name="T7" fmla="*/ 5 h 58"/>
              <a:gd name="T8" fmla="*/ 17 w 53"/>
              <a:gd name="T9" fmla="*/ 5 h 58"/>
              <a:gd name="T10" fmla="*/ 16 w 53"/>
              <a:gd name="T11" fmla="*/ 6 h 58"/>
              <a:gd name="T12" fmla="*/ 16 w 53"/>
              <a:gd name="T13" fmla="*/ 46 h 58"/>
              <a:gd name="T14" fmla="*/ 12 w 53"/>
              <a:gd name="T15" fmla="*/ 45 h 58"/>
              <a:gd name="T16" fmla="*/ 7 w 53"/>
              <a:gd name="T17" fmla="*/ 45 h 58"/>
              <a:gd name="T18" fmla="*/ 0 w 53"/>
              <a:gd name="T19" fmla="*/ 52 h 58"/>
              <a:gd name="T20" fmla="*/ 7 w 53"/>
              <a:gd name="T21" fmla="*/ 58 h 58"/>
              <a:gd name="T22" fmla="*/ 12 w 53"/>
              <a:gd name="T23" fmla="*/ 58 h 58"/>
              <a:gd name="T24" fmla="*/ 19 w 53"/>
              <a:gd name="T25" fmla="*/ 52 h 58"/>
              <a:gd name="T26" fmla="*/ 19 w 53"/>
              <a:gd name="T27" fmla="*/ 21 h 58"/>
              <a:gd name="T28" fmla="*/ 51 w 53"/>
              <a:gd name="T29" fmla="*/ 16 h 58"/>
              <a:gd name="T30" fmla="*/ 51 w 53"/>
              <a:gd name="T31" fmla="*/ 38 h 58"/>
              <a:gd name="T32" fmla="*/ 47 w 53"/>
              <a:gd name="T33" fmla="*/ 37 h 58"/>
              <a:gd name="T34" fmla="*/ 41 w 53"/>
              <a:gd name="T35" fmla="*/ 37 h 58"/>
              <a:gd name="T36" fmla="*/ 35 w 53"/>
              <a:gd name="T37" fmla="*/ 44 h 58"/>
              <a:gd name="T38" fmla="*/ 41 w 53"/>
              <a:gd name="T39" fmla="*/ 50 h 58"/>
              <a:gd name="T40" fmla="*/ 47 w 53"/>
              <a:gd name="T41" fmla="*/ 50 h 58"/>
              <a:gd name="T42" fmla="*/ 53 w 53"/>
              <a:gd name="T43" fmla="*/ 44 h 58"/>
              <a:gd name="T44" fmla="*/ 53 w 53"/>
              <a:gd name="T45" fmla="*/ 1 h 58"/>
              <a:gd name="T46" fmla="*/ 52 w 53"/>
              <a:gd name="T47" fmla="*/ 0 h 58"/>
              <a:gd name="T48" fmla="*/ 12 w 53"/>
              <a:gd name="T49" fmla="*/ 56 h 58"/>
              <a:gd name="T50" fmla="*/ 7 w 53"/>
              <a:gd name="T51" fmla="*/ 56 h 58"/>
              <a:gd name="T52" fmla="*/ 3 w 53"/>
              <a:gd name="T53" fmla="*/ 52 h 58"/>
              <a:gd name="T54" fmla="*/ 7 w 53"/>
              <a:gd name="T55" fmla="*/ 48 h 58"/>
              <a:gd name="T56" fmla="*/ 12 w 53"/>
              <a:gd name="T57" fmla="*/ 48 h 58"/>
              <a:gd name="T58" fmla="*/ 16 w 53"/>
              <a:gd name="T59" fmla="*/ 52 h 58"/>
              <a:gd name="T60" fmla="*/ 12 w 53"/>
              <a:gd name="T61" fmla="*/ 56 h 58"/>
              <a:gd name="T62" fmla="*/ 47 w 53"/>
              <a:gd name="T63" fmla="*/ 48 h 58"/>
              <a:gd name="T64" fmla="*/ 41 w 53"/>
              <a:gd name="T65" fmla="*/ 48 h 58"/>
              <a:gd name="T66" fmla="*/ 37 w 53"/>
              <a:gd name="T67" fmla="*/ 44 h 58"/>
              <a:gd name="T68" fmla="*/ 41 w 53"/>
              <a:gd name="T69" fmla="*/ 40 h 58"/>
              <a:gd name="T70" fmla="*/ 47 w 53"/>
              <a:gd name="T71" fmla="*/ 40 h 58"/>
              <a:gd name="T72" fmla="*/ 51 w 53"/>
              <a:gd name="T73" fmla="*/ 44 h 58"/>
              <a:gd name="T74" fmla="*/ 47 w 53"/>
              <a:gd name="T75" fmla="*/ 48 h 58"/>
              <a:gd name="T76" fmla="*/ 51 w 53"/>
              <a:gd name="T77" fmla="*/ 13 h 58"/>
              <a:gd name="T78" fmla="*/ 19 w 53"/>
              <a:gd name="T79" fmla="*/ 18 h 58"/>
              <a:gd name="T80" fmla="*/ 19 w 53"/>
              <a:gd name="T81" fmla="*/ 7 h 58"/>
              <a:gd name="T82" fmla="*/ 51 w 53"/>
              <a:gd name="T83" fmla="*/ 3 h 58"/>
              <a:gd name="T84" fmla="*/ 51 w 53"/>
              <a:gd name="T85" fmla="*/ 13 h 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53" h="58">
                <a:moveTo>
                  <a:pt x="52" y="0"/>
                </a:moveTo>
                <a:cubicBezTo>
                  <a:pt x="52" y="0"/>
                  <a:pt x="52" y="0"/>
                  <a:pt x="52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17" y="5"/>
                  <a:pt x="17" y="5"/>
                  <a:pt x="17" y="5"/>
                </a:cubicBezTo>
                <a:cubicBezTo>
                  <a:pt x="17" y="5"/>
                  <a:pt x="17" y="5"/>
                  <a:pt x="17" y="5"/>
                </a:cubicBezTo>
                <a:cubicBezTo>
                  <a:pt x="16" y="5"/>
                  <a:pt x="16" y="6"/>
                  <a:pt x="16" y="6"/>
                </a:cubicBezTo>
                <a:cubicBezTo>
                  <a:pt x="16" y="46"/>
                  <a:pt x="16" y="46"/>
                  <a:pt x="16" y="46"/>
                </a:cubicBezTo>
                <a:cubicBezTo>
                  <a:pt x="15" y="46"/>
                  <a:pt x="14" y="45"/>
                  <a:pt x="12" y="45"/>
                </a:cubicBezTo>
                <a:cubicBezTo>
                  <a:pt x="7" y="45"/>
                  <a:pt x="7" y="45"/>
                  <a:pt x="7" y="45"/>
                </a:cubicBezTo>
                <a:cubicBezTo>
                  <a:pt x="3" y="45"/>
                  <a:pt x="0" y="48"/>
                  <a:pt x="0" y="52"/>
                </a:cubicBezTo>
                <a:cubicBezTo>
                  <a:pt x="0" y="55"/>
                  <a:pt x="3" y="58"/>
                  <a:pt x="7" y="58"/>
                </a:cubicBezTo>
                <a:cubicBezTo>
                  <a:pt x="12" y="58"/>
                  <a:pt x="12" y="58"/>
                  <a:pt x="12" y="58"/>
                </a:cubicBezTo>
                <a:cubicBezTo>
                  <a:pt x="16" y="58"/>
                  <a:pt x="19" y="55"/>
                  <a:pt x="19" y="52"/>
                </a:cubicBezTo>
                <a:cubicBezTo>
                  <a:pt x="19" y="21"/>
                  <a:pt x="19" y="21"/>
                  <a:pt x="19" y="21"/>
                </a:cubicBezTo>
                <a:cubicBezTo>
                  <a:pt x="51" y="16"/>
                  <a:pt x="51" y="16"/>
                  <a:pt x="51" y="16"/>
                </a:cubicBezTo>
                <a:cubicBezTo>
                  <a:pt x="51" y="38"/>
                  <a:pt x="51" y="38"/>
                  <a:pt x="51" y="38"/>
                </a:cubicBezTo>
                <a:cubicBezTo>
                  <a:pt x="50" y="38"/>
                  <a:pt x="48" y="37"/>
                  <a:pt x="47" y="37"/>
                </a:cubicBezTo>
                <a:cubicBezTo>
                  <a:pt x="41" y="37"/>
                  <a:pt x="41" y="37"/>
                  <a:pt x="41" y="37"/>
                </a:cubicBezTo>
                <a:cubicBezTo>
                  <a:pt x="38" y="37"/>
                  <a:pt x="35" y="40"/>
                  <a:pt x="35" y="44"/>
                </a:cubicBezTo>
                <a:cubicBezTo>
                  <a:pt x="35" y="47"/>
                  <a:pt x="38" y="50"/>
                  <a:pt x="41" y="50"/>
                </a:cubicBezTo>
                <a:cubicBezTo>
                  <a:pt x="47" y="50"/>
                  <a:pt x="47" y="50"/>
                  <a:pt x="47" y="50"/>
                </a:cubicBezTo>
                <a:cubicBezTo>
                  <a:pt x="50" y="50"/>
                  <a:pt x="53" y="47"/>
                  <a:pt x="53" y="44"/>
                </a:cubicBezTo>
                <a:cubicBezTo>
                  <a:pt x="53" y="1"/>
                  <a:pt x="53" y="1"/>
                  <a:pt x="53" y="1"/>
                </a:cubicBezTo>
                <a:cubicBezTo>
                  <a:pt x="53" y="0"/>
                  <a:pt x="53" y="0"/>
                  <a:pt x="52" y="0"/>
                </a:cubicBezTo>
                <a:close/>
                <a:moveTo>
                  <a:pt x="12" y="56"/>
                </a:moveTo>
                <a:cubicBezTo>
                  <a:pt x="7" y="56"/>
                  <a:pt x="7" y="56"/>
                  <a:pt x="7" y="56"/>
                </a:cubicBezTo>
                <a:cubicBezTo>
                  <a:pt x="4" y="56"/>
                  <a:pt x="3" y="54"/>
                  <a:pt x="3" y="52"/>
                </a:cubicBezTo>
                <a:cubicBezTo>
                  <a:pt x="3" y="49"/>
                  <a:pt x="4" y="48"/>
                  <a:pt x="7" y="48"/>
                </a:cubicBezTo>
                <a:cubicBezTo>
                  <a:pt x="12" y="48"/>
                  <a:pt x="12" y="48"/>
                  <a:pt x="12" y="48"/>
                </a:cubicBezTo>
                <a:cubicBezTo>
                  <a:pt x="14" y="48"/>
                  <a:pt x="16" y="49"/>
                  <a:pt x="16" y="52"/>
                </a:cubicBezTo>
                <a:cubicBezTo>
                  <a:pt x="16" y="54"/>
                  <a:pt x="14" y="56"/>
                  <a:pt x="12" y="56"/>
                </a:cubicBezTo>
                <a:close/>
                <a:moveTo>
                  <a:pt x="47" y="48"/>
                </a:moveTo>
                <a:cubicBezTo>
                  <a:pt x="41" y="48"/>
                  <a:pt x="41" y="48"/>
                  <a:pt x="41" y="48"/>
                </a:cubicBezTo>
                <a:cubicBezTo>
                  <a:pt x="39" y="48"/>
                  <a:pt x="37" y="46"/>
                  <a:pt x="37" y="44"/>
                </a:cubicBezTo>
                <a:cubicBezTo>
                  <a:pt x="37" y="41"/>
                  <a:pt x="39" y="40"/>
                  <a:pt x="41" y="40"/>
                </a:cubicBezTo>
                <a:cubicBezTo>
                  <a:pt x="47" y="40"/>
                  <a:pt x="47" y="40"/>
                  <a:pt x="47" y="40"/>
                </a:cubicBezTo>
                <a:cubicBezTo>
                  <a:pt x="49" y="40"/>
                  <a:pt x="51" y="41"/>
                  <a:pt x="51" y="44"/>
                </a:cubicBezTo>
                <a:cubicBezTo>
                  <a:pt x="51" y="46"/>
                  <a:pt x="49" y="48"/>
                  <a:pt x="47" y="48"/>
                </a:cubicBezTo>
                <a:close/>
                <a:moveTo>
                  <a:pt x="51" y="13"/>
                </a:moveTo>
                <a:cubicBezTo>
                  <a:pt x="19" y="18"/>
                  <a:pt x="19" y="18"/>
                  <a:pt x="19" y="18"/>
                </a:cubicBezTo>
                <a:cubicBezTo>
                  <a:pt x="19" y="7"/>
                  <a:pt x="19" y="7"/>
                  <a:pt x="19" y="7"/>
                </a:cubicBezTo>
                <a:cubicBezTo>
                  <a:pt x="51" y="3"/>
                  <a:pt x="51" y="3"/>
                  <a:pt x="51" y="3"/>
                </a:cubicBezTo>
                <a:lnTo>
                  <a:pt x="51" y="1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th-TH" sz="1800" b="0" i="0" u="none" strike="noStrike" kern="1200" cap="none" spc="0" normalizeH="0" baseline="0" noProof="0">
              <a:ln>
                <a:noFill/>
              </a:ln>
              <a:solidFill>
                <a:srgbClr val="56BDBD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20" name="Freeform 64"/>
          <p:cNvSpPr>
            <a:spLocks noEditPoints="1"/>
          </p:cNvSpPr>
          <p:nvPr/>
        </p:nvSpPr>
        <p:spPr bwMode="auto">
          <a:xfrm>
            <a:off x="4504623" y="2837680"/>
            <a:ext cx="269337" cy="263921"/>
          </a:xfrm>
          <a:custGeom>
            <a:avLst/>
            <a:gdLst>
              <a:gd name="T0" fmla="*/ 199 w 199"/>
              <a:gd name="T1" fmla="*/ 70 h 195"/>
              <a:gd name="T2" fmla="*/ 128 w 199"/>
              <a:gd name="T3" fmla="*/ 70 h 195"/>
              <a:gd name="T4" fmla="*/ 101 w 199"/>
              <a:gd name="T5" fmla="*/ 0 h 195"/>
              <a:gd name="T6" fmla="*/ 74 w 199"/>
              <a:gd name="T7" fmla="*/ 70 h 195"/>
              <a:gd name="T8" fmla="*/ 0 w 199"/>
              <a:gd name="T9" fmla="*/ 70 h 195"/>
              <a:gd name="T10" fmla="*/ 61 w 199"/>
              <a:gd name="T11" fmla="*/ 114 h 195"/>
              <a:gd name="T12" fmla="*/ 34 w 199"/>
              <a:gd name="T13" fmla="*/ 195 h 195"/>
              <a:gd name="T14" fmla="*/ 101 w 199"/>
              <a:gd name="T15" fmla="*/ 148 h 195"/>
              <a:gd name="T16" fmla="*/ 169 w 199"/>
              <a:gd name="T17" fmla="*/ 195 h 195"/>
              <a:gd name="T18" fmla="*/ 142 w 199"/>
              <a:gd name="T19" fmla="*/ 114 h 195"/>
              <a:gd name="T20" fmla="*/ 199 w 199"/>
              <a:gd name="T21" fmla="*/ 70 h 195"/>
              <a:gd name="T22" fmla="*/ 148 w 199"/>
              <a:gd name="T23" fmla="*/ 171 h 195"/>
              <a:gd name="T24" fmla="*/ 105 w 199"/>
              <a:gd name="T25" fmla="*/ 141 h 195"/>
              <a:gd name="T26" fmla="*/ 101 w 199"/>
              <a:gd name="T27" fmla="*/ 134 h 195"/>
              <a:gd name="T28" fmla="*/ 95 w 199"/>
              <a:gd name="T29" fmla="*/ 141 h 195"/>
              <a:gd name="T30" fmla="*/ 51 w 199"/>
              <a:gd name="T31" fmla="*/ 171 h 195"/>
              <a:gd name="T32" fmla="*/ 68 w 199"/>
              <a:gd name="T33" fmla="*/ 118 h 195"/>
              <a:gd name="T34" fmla="*/ 71 w 199"/>
              <a:gd name="T35" fmla="*/ 111 h 195"/>
              <a:gd name="T36" fmla="*/ 64 w 199"/>
              <a:gd name="T37" fmla="*/ 107 h 195"/>
              <a:gd name="T38" fmla="*/ 27 w 199"/>
              <a:gd name="T39" fmla="*/ 81 h 195"/>
              <a:gd name="T40" fmla="*/ 81 w 199"/>
              <a:gd name="T41" fmla="*/ 81 h 195"/>
              <a:gd name="T42" fmla="*/ 81 w 199"/>
              <a:gd name="T43" fmla="*/ 74 h 195"/>
              <a:gd name="T44" fmla="*/ 101 w 199"/>
              <a:gd name="T45" fmla="*/ 23 h 195"/>
              <a:gd name="T46" fmla="*/ 118 w 199"/>
              <a:gd name="T47" fmla="*/ 74 h 195"/>
              <a:gd name="T48" fmla="*/ 122 w 199"/>
              <a:gd name="T49" fmla="*/ 81 h 195"/>
              <a:gd name="T50" fmla="*/ 172 w 199"/>
              <a:gd name="T51" fmla="*/ 81 h 195"/>
              <a:gd name="T52" fmla="*/ 135 w 199"/>
              <a:gd name="T53" fmla="*/ 107 h 195"/>
              <a:gd name="T54" fmla="*/ 132 w 199"/>
              <a:gd name="T55" fmla="*/ 111 h 195"/>
              <a:gd name="T56" fmla="*/ 148 w 199"/>
              <a:gd name="T57" fmla="*/ 171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99" h="195">
                <a:moveTo>
                  <a:pt x="199" y="70"/>
                </a:moveTo>
                <a:lnTo>
                  <a:pt x="128" y="70"/>
                </a:lnTo>
                <a:lnTo>
                  <a:pt x="101" y="0"/>
                </a:lnTo>
                <a:lnTo>
                  <a:pt x="74" y="70"/>
                </a:lnTo>
                <a:lnTo>
                  <a:pt x="0" y="70"/>
                </a:lnTo>
                <a:lnTo>
                  <a:pt x="61" y="114"/>
                </a:lnTo>
                <a:lnTo>
                  <a:pt x="34" y="195"/>
                </a:lnTo>
                <a:lnTo>
                  <a:pt x="101" y="148"/>
                </a:lnTo>
                <a:lnTo>
                  <a:pt x="169" y="195"/>
                </a:lnTo>
                <a:lnTo>
                  <a:pt x="142" y="114"/>
                </a:lnTo>
                <a:lnTo>
                  <a:pt x="199" y="70"/>
                </a:lnTo>
                <a:close/>
                <a:moveTo>
                  <a:pt x="148" y="171"/>
                </a:moveTo>
                <a:lnTo>
                  <a:pt x="105" y="141"/>
                </a:lnTo>
                <a:lnTo>
                  <a:pt x="101" y="134"/>
                </a:lnTo>
                <a:lnTo>
                  <a:pt x="95" y="141"/>
                </a:lnTo>
                <a:lnTo>
                  <a:pt x="51" y="171"/>
                </a:lnTo>
                <a:lnTo>
                  <a:pt x="68" y="118"/>
                </a:lnTo>
                <a:lnTo>
                  <a:pt x="71" y="111"/>
                </a:lnTo>
                <a:lnTo>
                  <a:pt x="64" y="107"/>
                </a:lnTo>
                <a:lnTo>
                  <a:pt x="27" y="81"/>
                </a:lnTo>
                <a:lnTo>
                  <a:pt x="81" y="81"/>
                </a:lnTo>
                <a:lnTo>
                  <a:pt x="81" y="74"/>
                </a:lnTo>
                <a:lnTo>
                  <a:pt x="101" y="23"/>
                </a:lnTo>
                <a:lnTo>
                  <a:pt x="118" y="74"/>
                </a:lnTo>
                <a:lnTo>
                  <a:pt x="122" y="81"/>
                </a:lnTo>
                <a:lnTo>
                  <a:pt x="172" y="81"/>
                </a:lnTo>
                <a:lnTo>
                  <a:pt x="135" y="107"/>
                </a:lnTo>
                <a:lnTo>
                  <a:pt x="132" y="111"/>
                </a:lnTo>
                <a:lnTo>
                  <a:pt x="148" y="17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th-TH" sz="1800" b="0" i="0" u="none" strike="noStrike" kern="1200" cap="none" spc="0" normalizeH="0" baseline="0" noProof="0">
              <a:ln>
                <a:noFill/>
              </a:ln>
              <a:solidFill>
                <a:srgbClr val="56BDBD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21" name="Freeform 75"/>
          <p:cNvSpPr>
            <a:spLocks noEditPoints="1"/>
          </p:cNvSpPr>
          <p:nvPr/>
        </p:nvSpPr>
        <p:spPr bwMode="auto">
          <a:xfrm>
            <a:off x="7431898" y="2837680"/>
            <a:ext cx="269337" cy="263921"/>
          </a:xfrm>
          <a:custGeom>
            <a:avLst/>
            <a:gdLst>
              <a:gd name="T0" fmla="*/ 32 w 59"/>
              <a:gd name="T1" fmla="*/ 42 h 58"/>
              <a:gd name="T2" fmla="*/ 22 w 59"/>
              <a:gd name="T3" fmla="*/ 42 h 58"/>
              <a:gd name="T4" fmla="*/ 8 w 59"/>
              <a:gd name="T5" fmla="*/ 44 h 58"/>
              <a:gd name="T6" fmla="*/ 22 w 59"/>
              <a:gd name="T7" fmla="*/ 45 h 58"/>
              <a:gd name="T8" fmla="*/ 32 w 59"/>
              <a:gd name="T9" fmla="*/ 45 h 58"/>
              <a:gd name="T10" fmla="*/ 51 w 59"/>
              <a:gd name="T11" fmla="*/ 44 h 58"/>
              <a:gd name="T12" fmla="*/ 27 w 59"/>
              <a:gd name="T13" fmla="*/ 46 h 58"/>
              <a:gd name="T14" fmla="*/ 27 w 59"/>
              <a:gd name="T15" fmla="*/ 41 h 58"/>
              <a:gd name="T16" fmla="*/ 27 w 59"/>
              <a:gd name="T17" fmla="*/ 46 h 58"/>
              <a:gd name="T18" fmla="*/ 27 w 59"/>
              <a:gd name="T19" fmla="*/ 13 h 58"/>
              <a:gd name="T20" fmla="*/ 17 w 59"/>
              <a:gd name="T21" fmla="*/ 13 h 58"/>
              <a:gd name="T22" fmla="*/ 8 w 59"/>
              <a:gd name="T23" fmla="*/ 14 h 58"/>
              <a:gd name="T24" fmla="*/ 17 w 59"/>
              <a:gd name="T25" fmla="*/ 16 h 58"/>
              <a:gd name="T26" fmla="*/ 27 w 59"/>
              <a:gd name="T27" fmla="*/ 16 h 58"/>
              <a:gd name="T28" fmla="*/ 51 w 59"/>
              <a:gd name="T29" fmla="*/ 14 h 58"/>
              <a:gd name="T30" fmla="*/ 22 w 59"/>
              <a:gd name="T31" fmla="*/ 17 h 58"/>
              <a:gd name="T32" fmla="*/ 22 w 59"/>
              <a:gd name="T33" fmla="*/ 12 h 58"/>
              <a:gd name="T34" fmla="*/ 22 w 59"/>
              <a:gd name="T35" fmla="*/ 17 h 58"/>
              <a:gd name="T36" fmla="*/ 45 w 59"/>
              <a:gd name="T37" fmla="*/ 28 h 58"/>
              <a:gd name="T38" fmla="*/ 35 w 59"/>
              <a:gd name="T39" fmla="*/ 28 h 58"/>
              <a:gd name="T40" fmla="*/ 8 w 59"/>
              <a:gd name="T41" fmla="*/ 29 h 58"/>
              <a:gd name="T42" fmla="*/ 35 w 59"/>
              <a:gd name="T43" fmla="*/ 30 h 58"/>
              <a:gd name="T44" fmla="*/ 45 w 59"/>
              <a:gd name="T45" fmla="*/ 30 h 58"/>
              <a:gd name="T46" fmla="*/ 51 w 59"/>
              <a:gd name="T47" fmla="*/ 29 h 58"/>
              <a:gd name="T48" fmla="*/ 40 w 59"/>
              <a:gd name="T49" fmla="*/ 32 h 58"/>
              <a:gd name="T50" fmla="*/ 40 w 59"/>
              <a:gd name="T51" fmla="*/ 26 h 58"/>
              <a:gd name="T52" fmla="*/ 40 w 59"/>
              <a:gd name="T53" fmla="*/ 32 h 58"/>
              <a:gd name="T54" fmla="*/ 6 w 59"/>
              <a:gd name="T55" fmla="*/ 0 h 58"/>
              <a:gd name="T56" fmla="*/ 0 w 59"/>
              <a:gd name="T57" fmla="*/ 53 h 58"/>
              <a:gd name="T58" fmla="*/ 54 w 59"/>
              <a:gd name="T59" fmla="*/ 58 h 58"/>
              <a:gd name="T60" fmla="*/ 59 w 59"/>
              <a:gd name="T61" fmla="*/ 5 h 58"/>
              <a:gd name="T62" fmla="*/ 56 w 59"/>
              <a:gd name="T63" fmla="*/ 53 h 58"/>
              <a:gd name="T64" fmla="*/ 6 w 59"/>
              <a:gd name="T65" fmla="*/ 56 h 58"/>
              <a:gd name="T66" fmla="*/ 3 w 59"/>
              <a:gd name="T67" fmla="*/ 5 h 58"/>
              <a:gd name="T68" fmla="*/ 54 w 59"/>
              <a:gd name="T69" fmla="*/ 2 h 58"/>
              <a:gd name="T70" fmla="*/ 56 w 59"/>
              <a:gd name="T71" fmla="*/ 53 h 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59" h="58">
                <a:moveTo>
                  <a:pt x="50" y="42"/>
                </a:moveTo>
                <a:cubicBezTo>
                  <a:pt x="32" y="42"/>
                  <a:pt x="32" y="42"/>
                  <a:pt x="32" y="42"/>
                </a:cubicBezTo>
                <a:cubicBezTo>
                  <a:pt x="32" y="40"/>
                  <a:pt x="29" y="38"/>
                  <a:pt x="27" y="38"/>
                </a:cubicBezTo>
                <a:cubicBezTo>
                  <a:pt x="25" y="38"/>
                  <a:pt x="22" y="40"/>
                  <a:pt x="22" y="42"/>
                </a:cubicBezTo>
                <a:cubicBezTo>
                  <a:pt x="10" y="42"/>
                  <a:pt x="10" y="42"/>
                  <a:pt x="10" y="42"/>
                </a:cubicBezTo>
                <a:cubicBezTo>
                  <a:pt x="9" y="42"/>
                  <a:pt x="8" y="43"/>
                  <a:pt x="8" y="44"/>
                </a:cubicBezTo>
                <a:cubicBezTo>
                  <a:pt x="8" y="44"/>
                  <a:pt x="9" y="45"/>
                  <a:pt x="10" y="45"/>
                </a:cubicBezTo>
                <a:cubicBezTo>
                  <a:pt x="22" y="45"/>
                  <a:pt x="22" y="45"/>
                  <a:pt x="22" y="45"/>
                </a:cubicBezTo>
                <a:cubicBezTo>
                  <a:pt x="22" y="47"/>
                  <a:pt x="25" y="49"/>
                  <a:pt x="27" y="49"/>
                </a:cubicBezTo>
                <a:cubicBezTo>
                  <a:pt x="29" y="49"/>
                  <a:pt x="32" y="47"/>
                  <a:pt x="32" y="45"/>
                </a:cubicBezTo>
                <a:cubicBezTo>
                  <a:pt x="50" y="45"/>
                  <a:pt x="50" y="45"/>
                  <a:pt x="50" y="45"/>
                </a:cubicBezTo>
                <a:cubicBezTo>
                  <a:pt x="50" y="45"/>
                  <a:pt x="51" y="44"/>
                  <a:pt x="51" y="44"/>
                </a:cubicBezTo>
                <a:cubicBezTo>
                  <a:pt x="51" y="43"/>
                  <a:pt x="50" y="42"/>
                  <a:pt x="50" y="42"/>
                </a:cubicBezTo>
                <a:close/>
                <a:moveTo>
                  <a:pt x="27" y="46"/>
                </a:moveTo>
                <a:cubicBezTo>
                  <a:pt x="26" y="46"/>
                  <a:pt x="24" y="45"/>
                  <a:pt x="24" y="44"/>
                </a:cubicBezTo>
                <a:cubicBezTo>
                  <a:pt x="24" y="42"/>
                  <a:pt x="26" y="41"/>
                  <a:pt x="27" y="41"/>
                </a:cubicBezTo>
                <a:cubicBezTo>
                  <a:pt x="28" y="41"/>
                  <a:pt x="30" y="42"/>
                  <a:pt x="30" y="44"/>
                </a:cubicBezTo>
                <a:cubicBezTo>
                  <a:pt x="30" y="45"/>
                  <a:pt x="28" y="46"/>
                  <a:pt x="27" y="46"/>
                </a:cubicBezTo>
                <a:close/>
                <a:moveTo>
                  <a:pt x="50" y="13"/>
                </a:moveTo>
                <a:cubicBezTo>
                  <a:pt x="27" y="13"/>
                  <a:pt x="27" y="13"/>
                  <a:pt x="27" y="13"/>
                </a:cubicBezTo>
                <a:cubicBezTo>
                  <a:pt x="26" y="11"/>
                  <a:pt x="24" y="9"/>
                  <a:pt x="22" y="9"/>
                </a:cubicBezTo>
                <a:cubicBezTo>
                  <a:pt x="19" y="9"/>
                  <a:pt x="17" y="11"/>
                  <a:pt x="17" y="13"/>
                </a:cubicBezTo>
                <a:cubicBezTo>
                  <a:pt x="10" y="13"/>
                  <a:pt x="10" y="13"/>
                  <a:pt x="10" y="13"/>
                </a:cubicBezTo>
                <a:cubicBezTo>
                  <a:pt x="9" y="13"/>
                  <a:pt x="8" y="14"/>
                  <a:pt x="8" y="14"/>
                </a:cubicBezTo>
                <a:cubicBezTo>
                  <a:pt x="8" y="15"/>
                  <a:pt x="9" y="16"/>
                  <a:pt x="10" y="16"/>
                </a:cubicBezTo>
                <a:cubicBezTo>
                  <a:pt x="17" y="16"/>
                  <a:pt x="17" y="16"/>
                  <a:pt x="17" y="16"/>
                </a:cubicBezTo>
                <a:cubicBezTo>
                  <a:pt x="17" y="18"/>
                  <a:pt x="19" y="20"/>
                  <a:pt x="22" y="20"/>
                </a:cubicBezTo>
                <a:cubicBezTo>
                  <a:pt x="24" y="20"/>
                  <a:pt x="26" y="18"/>
                  <a:pt x="27" y="16"/>
                </a:cubicBezTo>
                <a:cubicBezTo>
                  <a:pt x="50" y="16"/>
                  <a:pt x="50" y="16"/>
                  <a:pt x="50" y="16"/>
                </a:cubicBezTo>
                <a:cubicBezTo>
                  <a:pt x="50" y="16"/>
                  <a:pt x="51" y="15"/>
                  <a:pt x="51" y="14"/>
                </a:cubicBezTo>
                <a:cubicBezTo>
                  <a:pt x="51" y="14"/>
                  <a:pt x="50" y="13"/>
                  <a:pt x="50" y="13"/>
                </a:cubicBezTo>
                <a:close/>
                <a:moveTo>
                  <a:pt x="22" y="17"/>
                </a:moveTo>
                <a:cubicBezTo>
                  <a:pt x="20" y="17"/>
                  <a:pt x="19" y="16"/>
                  <a:pt x="19" y="14"/>
                </a:cubicBezTo>
                <a:cubicBezTo>
                  <a:pt x="19" y="13"/>
                  <a:pt x="20" y="12"/>
                  <a:pt x="22" y="12"/>
                </a:cubicBezTo>
                <a:cubicBezTo>
                  <a:pt x="23" y="12"/>
                  <a:pt x="24" y="13"/>
                  <a:pt x="24" y="14"/>
                </a:cubicBezTo>
                <a:cubicBezTo>
                  <a:pt x="24" y="16"/>
                  <a:pt x="23" y="17"/>
                  <a:pt x="22" y="17"/>
                </a:cubicBezTo>
                <a:close/>
                <a:moveTo>
                  <a:pt x="50" y="28"/>
                </a:moveTo>
                <a:cubicBezTo>
                  <a:pt x="45" y="28"/>
                  <a:pt x="45" y="28"/>
                  <a:pt x="45" y="28"/>
                </a:cubicBezTo>
                <a:cubicBezTo>
                  <a:pt x="45" y="25"/>
                  <a:pt x="43" y="24"/>
                  <a:pt x="40" y="24"/>
                </a:cubicBezTo>
                <a:cubicBezTo>
                  <a:pt x="38" y="24"/>
                  <a:pt x="36" y="25"/>
                  <a:pt x="35" y="28"/>
                </a:cubicBezTo>
                <a:cubicBezTo>
                  <a:pt x="10" y="28"/>
                  <a:pt x="10" y="28"/>
                  <a:pt x="10" y="28"/>
                </a:cubicBezTo>
                <a:cubicBezTo>
                  <a:pt x="9" y="28"/>
                  <a:pt x="8" y="28"/>
                  <a:pt x="8" y="29"/>
                </a:cubicBezTo>
                <a:cubicBezTo>
                  <a:pt x="8" y="30"/>
                  <a:pt x="9" y="30"/>
                  <a:pt x="10" y="30"/>
                </a:cubicBezTo>
                <a:cubicBezTo>
                  <a:pt x="35" y="30"/>
                  <a:pt x="35" y="30"/>
                  <a:pt x="35" y="30"/>
                </a:cubicBezTo>
                <a:cubicBezTo>
                  <a:pt x="36" y="33"/>
                  <a:pt x="38" y="34"/>
                  <a:pt x="40" y="34"/>
                </a:cubicBezTo>
                <a:cubicBezTo>
                  <a:pt x="43" y="34"/>
                  <a:pt x="45" y="33"/>
                  <a:pt x="45" y="30"/>
                </a:cubicBezTo>
                <a:cubicBezTo>
                  <a:pt x="50" y="30"/>
                  <a:pt x="50" y="30"/>
                  <a:pt x="50" y="30"/>
                </a:cubicBezTo>
                <a:cubicBezTo>
                  <a:pt x="50" y="30"/>
                  <a:pt x="51" y="30"/>
                  <a:pt x="51" y="29"/>
                </a:cubicBezTo>
                <a:cubicBezTo>
                  <a:pt x="51" y="28"/>
                  <a:pt x="50" y="28"/>
                  <a:pt x="50" y="28"/>
                </a:cubicBezTo>
                <a:close/>
                <a:moveTo>
                  <a:pt x="40" y="32"/>
                </a:moveTo>
                <a:cubicBezTo>
                  <a:pt x="39" y="32"/>
                  <a:pt x="38" y="30"/>
                  <a:pt x="38" y="29"/>
                </a:cubicBezTo>
                <a:cubicBezTo>
                  <a:pt x="38" y="28"/>
                  <a:pt x="39" y="26"/>
                  <a:pt x="40" y="26"/>
                </a:cubicBezTo>
                <a:cubicBezTo>
                  <a:pt x="42" y="26"/>
                  <a:pt x="43" y="28"/>
                  <a:pt x="43" y="29"/>
                </a:cubicBezTo>
                <a:cubicBezTo>
                  <a:pt x="43" y="30"/>
                  <a:pt x="42" y="32"/>
                  <a:pt x="40" y="32"/>
                </a:cubicBezTo>
                <a:close/>
                <a:moveTo>
                  <a:pt x="54" y="0"/>
                </a:moveTo>
                <a:cubicBezTo>
                  <a:pt x="6" y="0"/>
                  <a:pt x="6" y="0"/>
                  <a:pt x="6" y="0"/>
                </a:cubicBezTo>
                <a:cubicBezTo>
                  <a:pt x="3" y="0"/>
                  <a:pt x="0" y="2"/>
                  <a:pt x="0" y="5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6"/>
                  <a:pt x="3" y="58"/>
                  <a:pt x="6" y="58"/>
                </a:cubicBezTo>
                <a:cubicBezTo>
                  <a:pt x="54" y="58"/>
                  <a:pt x="54" y="58"/>
                  <a:pt x="54" y="58"/>
                </a:cubicBezTo>
                <a:cubicBezTo>
                  <a:pt x="57" y="58"/>
                  <a:pt x="59" y="56"/>
                  <a:pt x="59" y="53"/>
                </a:cubicBezTo>
                <a:cubicBezTo>
                  <a:pt x="59" y="5"/>
                  <a:pt x="59" y="5"/>
                  <a:pt x="59" y="5"/>
                </a:cubicBezTo>
                <a:cubicBezTo>
                  <a:pt x="59" y="2"/>
                  <a:pt x="57" y="0"/>
                  <a:pt x="54" y="0"/>
                </a:cubicBezTo>
                <a:close/>
                <a:moveTo>
                  <a:pt x="56" y="53"/>
                </a:moveTo>
                <a:cubicBezTo>
                  <a:pt x="56" y="54"/>
                  <a:pt x="55" y="56"/>
                  <a:pt x="54" y="56"/>
                </a:cubicBezTo>
                <a:cubicBezTo>
                  <a:pt x="6" y="56"/>
                  <a:pt x="6" y="56"/>
                  <a:pt x="6" y="56"/>
                </a:cubicBezTo>
                <a:cubicBezTo>
                  <a:pt x="4" y="56"/>
                  <a:pt x="3" y="54"/>
                  <a:pt x="3" y="53"/>
                </a:cubicBezTo>
                <a:cubicBezTo>
                  <a:pt x="3" y="5"/>
                  <a:pt x="3" y="5"/>
                  <a:pt x="3" y="5"/>
                </a:cubicBezTo>
                <a:cubicBezTo>
                  <a:pt x="3" y="4"/>
                  <a:pt x="4" y="2"/>
                  <a:pt x="6" y="2"/>
                </a:cubicBezTo>
                <a:cubicBezTo>
                  <a:pt x="54" y="2"/>
                  <a:pt x="54" y="2"/>
                  <a:pt x="54" y="2"/>
                </a:cubicBezTo>
                <a:cubicBezTo>
                  <a:pt x="55" y="2"/>
                  <a:pt x="56" y="4"/>
                  <a:pt x="56" y="5"/>
                </a:cubicBezTo>
                <a:lnTo>
                  <a:pt x="56" y="5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th-TH" sz="1800" b="0" i="0" u="none" strike="noStrike" kern="1200" cap="none" spc="0" normalizeH="0" baseline="0" noProof="0">
              <a:ln>
                <a:noFill/>
              </a:ln>
              <a:solidFill>
                <a:srgbClr val="56BDBD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22" name="Freeform 76"/>
          <p:cNvSpPr>
            <a:spLocks noEditPoints="1"/>
          </p:cNvSpPr>
          <p:nvPr/>
        </p:nvSpPr>
        <p:spPr bwMode="auto">
          <a:xfrm>
            <a:off x="7431898" y="5740961"/>
            <a:ext cx="269337" cy="263921"/>
          </a:xfrm>
          <a:custGeom>
            <a:avLst/>
            <a:gdLst>
              <a:gd name="T0" fmla="*/ 54 w 59"/>
              <a:gd name="T1" fmla="*/ 22 h 58"/>
              <a:gd name="T2" fmla="*/ 53 w 59"/>
              <a:gd name="T3" fmla="*/ 14 h 58"/>
              <a:gd name="T4" fmla="*/ 48 w 59"/>
              <a:gd name="T5" fmla="*/ 5 h 58"/>
              <a:gd name="T6" fmla="*/ 45 w 59"/>
              <a:gd name="T7" fmla="*/ 5 h 58"/>
              <a:gd name="T8" fmla="*/ 36 w 59"/>
              <a:gd name="T9" fmla="*/ 4 h 58"/>
              <a:gd name="T10" fmla="*/ 34 w 59"/>
              <a:gd name="T11" fmla="*/ 0 h 58"/>
              <a:gd name="T12" fmla="*/ 24 w 59"/>
              <a:gd name="T13" fmla="*/ 2 h 58"/>
              <a:gd name="T14" fmla="*/ 17 w 59"/>
              <a:gd name="T15" fmla="*/ 7 h 58"/>
              <a:gd name="T16" fmla="*/ 13 w 59"/>
              <a:gd name="T17" fmla="*/ 5 h 58"/>
              <a:gd name="T18" fmla="*/ 6 w 59"/>
              <a:gd name="T19" fmla="*/ 11 h 58"/>
              <a:gd name="T20" fmla="*/ 8 w 59"/>
              <a:gd name="T21" fmla="*/ 16 h 58"/>
              <a:gd name="T22" fmla="*/ 2 w 59"/>
              <a:gd name="T23" fmla="*/ 23 h 58"/>
              <a:gd name="T24" fmla="*/ 0 w 59"/>
              <a:gd name="T25" fmla="*/ 33 h 58"/>
              <a:gd name="T26" fmla="*/ 5 w 59"/>
              <a:gd name="T27" fmla="*/ 36 h 58"/>
              <a:gd name="T28" fmla="*/ 6 w 59"/>
              <a:gd name="T29" fmla="*/ 44 h 58"/>
              <a:gd name="T30" fmla="*/ 12 w 59"/>
              <a:gd name="T31" fmla="*/ 53 h 58"/>
              <a:gd name="T32" fmla="*/ 14 w 59"/>
              <a:gd name="T33" fmla="*/ 53 h 58"/>
              <a:gd name="T34" fmla="*/ 23 w 59"/>
              <a:gd name="T35" fmla="*/ 54 h 58"/>
              <a:gd name="T36" fmla="*/ 26 w 59"/>
              <a:gd name="T37" fmla="*/ 58 h 58"/>
              <a:gd name="T38" fmla="*/ 36 w 59"/>
              <a:gd name="T39" fmla="*/ 56 h 58"/>
              <a:gd name="T40" fmla="*/ 42 w 59"/>
              <a:gd name="T41" fmla="*/ 51 h 58"/>
              <a:gd name="T42" fmla="*/ 46 w 59"/>
              <a:gd name="T43" fmla="*/ 53 h 58"/>
              <a:gd name="T44" fmla="*/ 53 w 59"/>
              <a:gd name="T45" fmla="*/ 47 h 58"/>
              <a:gd name="T46" fmla="*/ 52 w 59"/>
              <a:gd name="T47" fmla="*/ 42 h 58"/>
              <a:gd name="T48" fmla="*/ 57 w 59"/>
              <a:gd name="T49" fmla="*/ 35 h 58"/>
              <a:gd name="T50" fmla="*/ 59 w 59"/>
              <a:gd name="T51" fmla="*/ 25 h 58"/>
              <a:gd name="T52" fmla="*/ 56 w 59"/>
              <a:gd name="T53" fmla="*/ 32 h 58"/>
              <a:gd name="T54" fmla="*/ 54 w 59"/>
              <a:gd name="T55" fmla="*/ 33 h 58"/>
              <a:gd name="T56" fmla="*/ 49 w 59"/>
              <a:gd name="T57" fmla="*/ 40 h 58"/>
              <a:gd name="T58" fmla="*/ 51 w 59"/>
              <a:gd name="T59" fmla="*/ 46 h 58"/>
              <a:gd name="T60" fmla="*/ 46 w 59"/>
              <a:gd name="T61" fmla="*/ 50 h 58"/>
              <a:gd name="T62" fmla="*/ 42 w 59"/>
              <a:gd name="T63" fmla="*/ 48 h 58"/>
              <a:gd name="T64" fmla="*/ 36 w 59"/>
              <a:gd name="T65" fmla="*/ 51 h 58"/>
              <a:gd name="T66" fmla="*/ 33 w 59"/>
              <a:gd name="T67" fmla="*/ 56 h 58"/>
              <a:gd name="T68" fmla="*/ 26 w 59"/>
              <a:gd name="T69" fmla="*/ 56 h 58"/>
              <a:gd name="T70" fmla="*/ 24 w 59"/>
              <a:gd name="T71" fmla="*/ 51 h 58"/>
              <a:gd name="T72" fmla="*/ 17 w 59"/>
              <a:gd name="T73" fmla="*/ 48 h 58"/>
              <a:gd name="T74" fmla="*/ 13 w 59"/>
              <a:gd name="T75" fmla="*/ 50 h 58"/>
              <a:gd name="T76" fmla="*/ 8 w 59"/>
              <a:gd name="T77" fmla="*/ 46 h 58"/>
              <a:gd name="T78" fmla="*/ 10 w 59"/>
              <a:gd name="T79" fmla="*/ 40 h 58"/>
              <a:gd name="T80" fmla="*/ 6 w 59"/>
              <a:gd name="T81" fmla="*/ 33 h 58"/>
              <a:gd name="T82" fmla="*/ 3 w 59"/>
              <a:gd name="T83" fmla="*/ 32 h 58"/>
              <a:gd name="T84" fmla="*/ 6 w 59"/>
              <a:gd name="T85" fmla="*/ 25 h 58"/>
              <a:gd name="T86" fmla="*/ 10 w 59"/>
              <a:gd name="T87" fmla="*/ 18 h 58"/>
              <a:gd name="T88" fmla="*/ 8 w 59"/>
              <a:gd name="T89" fmla="*/ 12 h 58"/>
              <a:gd name="T90" fmla="*/ 13 w 59"/>
              <a:gd name="T91" fmla="*/ 8 h 58"/>
              <a:gd name="T92" fmla="*/ 17 w 59"/>
              <a:gd name="T93" fmla="*/ 10 h 58"/>
              <a:gd name="T94" fmla="*/ 24 w 59"/>
              <a:gd name="T95" fmla="*/ 7 h 58"/>
              <a:gd name="T96" fmla="*/ 26 w 59"/>
              <a:gd name="T97" fmla="*/ 2 h 58"/>
              <a:gd name="T98" fmla="*/ 33 w 59"/>
              <a:gd name="T99" fmla="*/ 2 h 58"/>
              <a:gd name="T100" fmla="*/ 36 w 59"/>
              <a:gd name="T101" fmla="*/ 7 h 58"/>
              <a:gd name="T102" fmla="*/ 42 w 59"/>
              <a:gd name="T103" fmla="*/ 10 h 58"/>
              <a:gd name="T104" fmla="*/ 46 w 59"/>
              <a:gd name="T105" fmla="*/ 8 h 58"/>
              <a:gd name="T106" fmla="*/ 51 w 59"/>
              <a:gd name="T107" fmla="*/ 13 h 58"/>
              <a:gd name="T108" fmla="*/ 49 w 59"/>
              <a:gd name="T109" fmla="*/ 18 h 58"/>
              <a:gd name="T110" fmla="*/ 54 w 59"/>
              <a:gd name="T111" fmla="*/ 25 h 58"/>
              <a:gd name="T112" fmla="*/ 56 w 59"/>
              <a:gd name="T113" fmla="*/ 32 h 58"/>
              <a:gd name="T114" fmla="*/ 16 w 59"/>
              <a:gd name="T115" fmla="*/ 29 h 58"/>
              <a:gd name="T116" fmla="*/ 43 w 59"/>
              <a:gd name="T117" fmla="*/ 29 h 58"/>
              <a:gd name="T118" fmla="*/ 30 w 59"/>
              <a:gd name="T119" fmla="*/ 40 h 58"/>
              <a:gd name="T120" fmla="*/ 30 w 59"/>
              <a:gd name="T121" fmla="*/ 18 h 58"/>
              <a:gd name="T122" fmla="*/ 30 w 59"/>
              <a:gd name="T123" fmla="*/ 40 h 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59" h="58">
                <a:moveTo>
                  <a:pt x="57" y="23"/>
                </a:moveTo>
                <a:cubicBezTo>
                  <a:pt x="54" y="22"/>
                  <a:pt x="54" y="22"/>
                  <a:pt x="54" y="22"/>
                </a:cubicBezTo>
                <a:cubicBezTo>
                  <a:pt x="54" y="20"/>
                  <a:pt x="53" y="18"/>
                  <a:pt x="52" y="16"/>
                </a:cubicBezTo>
                <a:cubicBezTo>
                  <a:pt x="53" y="14"/>
                  <a:pt x="53" y="14"/>
                  <a:pt x="53" y="14"/>
                </a:cubicBezTo>
                <a:cubicBezTo>
                  <a:pt x="54" y="13"/>
                  <a:pt x="54" y="12"/>
                  <a:pt x="53" y="11"/>
                </a:cubicBezTo>
                <a:cubicBezTo>
                  <a:pt x="48" y="5"/>
                  <a:pt x="48" y="5"/>
                  <a:pt x="48" y="5"/>
                </a:cubicBezTo>
                <a:cubicBezTo>
                  <a:pt x="47" y="5"/>
                  <a:pt x="47" y="5"/>
                  <a:pt x="46" y="5"/>
                </a:cubicBezTo>
                <a:cubicBezTo>
                  <a:pt x="46" y="5"/>
                  <a:pt x="45" y="5"/>
                  <a:pt x="45" y="5"/>
                </a:cubicBezTo>
                <a:cubicBezTo>
                  <a:pt x="42" y="7"/>
                  <a:pt x="42" y="7"/>
                  <a:pt x="42" y="7"/>
                </a:cubicBezTo>
                <a:cubicBezTo>
                  <a:pt x="40" y="6"/>
                  <a:pt x="38" y="5"/>
                  <a:pt x="36" y="4"/>
                </a:cubicBezTo>
                <a:cubicBezTo>
                  <a:pt x="36" y="2"/>
                  <a:pt x="36" y="2"/>
                  <a:pt x="36" y="2"/>
                </a:cubicBezTo>
                <a:cubicBezTo>
                  <a:pt x="35" y="1"/>
                  <a:pt x="35" y="0"/>
                  <a:pt x="34" y="0"/>
                </a:cubicBezTo>
                <a:cubicBezTo>
                  <a:pt x="26" y="0"/>
                  <a:pt x="26" y="0"/>
                  <a:pt x="26" y="0"/>
                </a:cubicBezTo>
                <a:cubicBezTo>
                  <a:pt x="25" y="0"/>
                  <a:pt x="24" y="1"/>
                  <a:pt x="24" y="2"/>
                </a:cubicBezTo>
                <a:cubicBezTo>
                  <a:pt x="23" y="4"/>
                  <a:pt x="23" y="4"/>
                  <a:pt x="23" y="4"/>
                </a:cubicBezTo>
                <a:cubicBezTo>
                  <a:pt x="21" y="5"/>
                  <a:pt x="19" y="6"/>
                  <a:pt x="17" y="7"/>
                </a:cubicBezTo>
                <a:cubicBezTo>
                  <a:pt x="14" y="5"/>
                  <a:pt x="14" y="5"/>
                  <a:pt x="14" y="5"/>
                </a:cubicBezTo>
                <a:cubicBezTo>
                  <a:pt x="14" y="5"/>
                  <a:pt x="13" y="5"/>
                  <a:pt x="13" y="5"/>
                </a:cubicBezTo>
                <a:cubicBezTo>
                  <a:pt x="12" y="5"/>
                  <a:pt x="12" y="5"/>
                  <a:pt x="12" y="5"/>
                </a:cubicBezTo>
                <a:cubicBezTo>
                  <a:pt x="6" y="11"/>
                  <a:pt x="6" y="11"/>
                  <a:pt x="6" y="11"/>
                </a:cubicBezTo>
                <a:cubicBezTo>
                  <a:pt x="5" y="12"/>
                  <a:pt x="6" y="13"/>
                  <a:pt x="6" y="14"/>
                </a:cubicBezTo>
                <a:cubicBezTo>
                  <a:pt x="8" y="16"/>
                  <a:pt x="8" y="16"/>
                  <a:pt x="8" y="16"/>
                </a:cubicBezTo>
                <a:cubicBezTo>
                  <a:pt x="7" y="18"/>
                  <a:pt x="6" y="20"/>
                  <a:pt x="5" y="22"/>
                </a:cubicBezTo>
                <a:cubicBezTo>
                  <a:pt x="2" y="23"/>
                  <a:pt x="2" y="23"/>
                  <a:pt x="2" y="23"/>
                </a:cubicBezTo>
                <a:cubicBezTo>
                  <a:pt x="1" y="23"/>
                  <a:pt x="0" y="24"/>
                  <a:pt x="0" y="25"/>
                </a:cubicBezTo>
                <a:cubicBezTo>
                  <a:pt x="0" y="33"/>
                  <a:pt x="0" y="33"/>
                  <a:pt x="0" y="33"/>
                </a:cubicBezTo>
                <a:cubicBezTo>
                  <a:pt x="0" y="34"/>
                  <a:pt x="1" y="35"/>
                  <a:pt x="2" y="35"/>
                </a:cubicBezTo>
                <a:cubicBezTo>
                  <a:pt x="5" y="36"/>
                  <a:pt x="5" y="36"/>
                  <a:pt x="5" y="36"/>
                </a:cubicBezTo>
                <a:cubicBezTo>
                  <a:pt x="6" y="38"/>
                  <a:pt x="7" y="40"/>
                  <a:pt x="8" y="42"/>
                </a:cubicBezTo>
                <a:cubicBezTo>
                  <a:pt x="6" y="44"/>
                  <a:pt x="6" y="44"/>
                  <a:pt x="6" y="44"/>
                </a:cubicBezTo>
                <a:cubicBezTo>
                  <a:pt x="6" y="45"/>
                  <a:pt x="5" y="46"/>
                  <a:pt x="6" y="47"/>
                </a:cubicBezTo>
                <a:cubicBezTo>
                  <a:pt x="12" y="53"/>
                  <a:pt x="12" y="53"/>
                  <a:pt x="12" y="53"/>
                </a:cubicBezTo>
                <a:cubicBezTo>
                  <a:pt x="12" y="53"/>
                  <a:pt x="12" y="53"/>
                  <a:pt x="13" y="53"/>
                </a:cubicBezTo>
                <a:cubicBezTo>
                  <a:pt x="13" y="53"/>
                  <a:pt x="14" y="53"/>
                  <a:pt x="14" y="53"/>
                </a:cubicBezTo>
                <a:cubicBezTo>
                  <a:pt x="17" y="51"/>
                  <a:pt x="17" y="51"/>
                  <a:pt x="17" y="51"/>
                </a:cubicBezTo>
                <a:cubicBezTo>
                  <a:pt x="19" y="52"/>
                  <a:pt x="21" y="53"/>
                  <a:pt x="23" y="54"/>
                </a:cubicBezTo>
                <a:cubicBezTo>
                  <a:pt x="24" y="56"/>
                  <a:pt x="24" y="56"/>
                  <a:pt x="24" y="56"/>
                </a:cubicBezTo>
                <a:cubicBezTo>
                  <a:pt x="24" y="57"/>
                  <a:pt x="25" y="58"/>
                  <a:pt x="26" y="58"/>
                </a:cubicBezTo>
                <a:cubicBezTo>
                  <a:pt x="34" y="58"/>
                  <a:pt x="34" y="58"/>
                  <a:pt x="34" y="58"/>
                </a:cubicBezTo>
                <a:cubicBezTo>
                  <a:pt x="35" y="58"/>
                  <a:pt x="35" y="57"/>
                  <a:pt x="36" y="56"/>
                </a:cubicBezTo>
                <a:cubicBezTo>
                  <a:pt x="36" y="54"/>
                  <a:pt x="36" y="54"/>
                  <a:pt x="36" y="54"/>
                </a:cubicBezTo>
                <a:cubicBezTo>
                  <a:pt x="38" y="53"/>
                  <a:pt x="40" y="52"/>
                  <a:pt x="42" y="51"/>
                </a:cubicBezTo>
                <a:cubicBezTo>
                  <a:pt x="45" y="53"/>
                  <a:pt x="45" y="53"/>
                  <a:pt x="45" y="53"/>
                </a:cubicBezTo>
                <a:cubicBezTo>
                  <a:pt x="45" y="53"/>
                  <a:pt x="46" y="53"/>
                  <a:pt x="46" y="53"/>
                </a:cubicBezTo>
                <a:cubicBezTo>
                  <a:pt x="47" y="53"/>
                  <a:pt x="47" y="53"/>
                  <a:pt x="48" y="53"/>
                </a:cubicBezTo>
                <a:cubicBezTo>
                  <a:pt x="53" y="47"/>
                  <a:pt x="53" y="47"/>
                  <a:pt x="53" y="47"/>
                </a:cubicBezTo>
                <a:cubicBezTo>
                  <a:pt x="54" y="46"/>
                  <a:pt x="54" y="45"/>
                  <a:pt x="53" y="44"/>
                </a:cubicBezTo>
                <a:cubicBezTo>
                  <a:pt x="52" y="42"/>
                  <a:pt x="52" y="42"/>
                  <a:pt x="52" y="42"/>
                </a:cubicBezTo>
                <a:cubicBezTo>
                  <a:pt x="53" y="40"/>
                  <a:pt x="54" y="38"/>
                  <a:pt x="54" y="36"/>
                </a:cubicBezTo>
                <a:cubicBezTo>
                  <a:pt x="57" y="35"/>
                  <a:pt x="57" y="35"/>
                  <a:pt x="57" y="35"/>
                </a:cubicBezTo>
                <a:cubicBezTo>
                  <a:pt x="58" y="35"/>
                  <a:pt x="59" y="34"/>
                  <a:pt x="59" y="33"/>
                </a:cubicBezTo>
                <a:cubicBezTo>
                  <a:pt x="59" y="25"/>
                  <a:pt x="59" y="25"/>
                  <a:pt x="59" y="25"/>
                </a:cubicBezTo>
                <a:cubicBezTo>
                  <a:pt x="59" y="24"/>
                  <a:pt x="58" y="23"/>
                  <a:pt x="57" y="23"/>
                </a:cubicBezTo>
                <a:close/>
                <a:moveTo>
                  <a:pt x="56" y="32"/>
                </a:moveTo>
                <a:cubicBezTo>
                  <a:pt x="56" y="32"/>
                  <a:pt x="56" y="32"/>
                  <a:pt x="56" y="32"/>
                </a:cubicBezTo>
                <a:cubicBezTo>
                  <a:pt x="54" y="33"/>
                  <a:pt x="54" y="33"/>
                  <a:pt x="54" y="33"/>
                </a:cubicBezTo>
                <a:cubicBezTo>
                  <a:pt x="53" y="33"/>
                  <a:pt x="52" y="34"/>
                  <a:pt x="52" y="35"/>
                </a:cubicBezTo>
                <a:cubicBezTo>
                  <a:pt x="51" y="37"/>
                  <a:pt x="50" y="39"/>
                  <a:pt x="49" y="40"/>
                </a:cubicBezTo>
                <a:cubicBezTo>
                  <a:pt x="49" y="41"/>
                  <a:pt x="49" y="42"/>
                  <a:pt x="49" y="43"/>
                </a:cubicBezTo>
                <a:cubicBezTo>
                  <a:pt x="51" y="46"/>
                  <a:pt x="51" y="46"/>
                  <a:pt x="51" y="46"/>
                </a:cubicBezTo>
                <a:cubicBezTo>
                  <a:pt x="46" y="50"/>
                  <a:pt x="46" y="50"/>
                  <a:pt x="46" y="50"/>
                </a:cubicBezTo>
                <a:cubicBezTo>
                  <a:pt x="46" y="50"/>
                  <a:pt x="46" y="50"/>
                  <a:pt x="46" y="50"/>
                </a:cubicBezTo>
                <a:cubicBezTo>
                  <a:pt x="44" y="49"/>
                  <a:pt x="44" y="49"/>
                  <a:pt x="44" y="49"/>
                </a:cubicBezTo>
                <a:cubicBezTo>
                  <a:pt x="43" y="48"/>
                  <a:pt x="43" y="48"/>
                  <a:pt x="42" y="48"/>
                </a:cubicBezTo>
                <a:cubicBezTo>
                  <a:pt x="42" y="48"/>
                  <a:pt x="41" y="48"/>
                  <a:pt x="41" y="49"/>
                </a:cubicBezTo>
                <a:cubicBezTo>
                  <a:pt x="39" y="50"/>
                  <a:pt x="37" y="50"/>
                  <a:pt x="36" y="51"/>
                </a:cubicBezTo>
                <a:cubicBezTo>
                  <a:pt x="35" y="51"/>
                  <a:pt x="34" y="52"/>
                  <a:pt x="34" y="53"/>
                </a:cubicBezTo>
                <a:cubicBezTo>
                  <a:pt x="33" y="56"/>
                  <a:pt x="33" y="56"/>
                  <a:pt x="33" y="56"/>
                </a:cubicBezTo>
                <a:cubicBezTo>
                  <a:pt x="33" y="56"/>
                  <a:pt x="33" y="56"/>
                  <a:pt x="33" y="56"/>
                </a:cubicBezTo>
                <a:cubicBezTo>
                  <a:pt x="26" y="56"/>
                  <a:pt x="26" y="56"/>
                  <a:pt x="26" y="56"/>
                </a:cubicBezTo>
                <a:cubicBezTo>
                  <a:pt x="26" y="53"/>
                  <a:pt x="26" y="53"/>
                  <a:pt x="26" y="53"/>
                </a:cubicBezTo>
                <a:cubicBezTo>
                  <a:pt x="25" y="52"/>
                  <a:pt x="25" y="51"/>
                  <a:pt x="24" y="51"/>
                </a:cubicBezTo>
                <a:cubicBezTo>
                  <a:pt x="22" y="50"/>
                  <a:pt x="20" y="50"/>
                  <a:pt x="18" y="49"/>
                </a:cubicBezTo>
                <a:cubicBezTo>
                  <a:pt x="18" y="48"/>
                  <a:pt x="17" y="48"/>
                  <a:pt x="17" y="48"/>
                </a:cubicBezTo>
                <a:cubicBezTo>
                  <a:pt x="16" y="48"/>
                  <a:pt x="16" y="48"/>
                  <a:pt x="16" y="49"/>
                </a:cubicBezTo>
                <a:cubicBezTo>
                  <a:pt x="13" y="50"/>
                  <a:pt x="13" y="50"/>
                  <a:pt x="13" y="50"/>
                </a:cubicBezTo>
                <a:cubicBezTo>
                  <a:pt x="13" y="50"/>
                  <a:pt x="13" y="50"/>
                  <a:pt x="13" y="50"/>
                </a:cubicBezTo>
                <a:cubicBezTo>
                  <a:pt x="8" y="46"/>
                  <a:pt x="8" y="46"/>
                  <a:pt x="8" y="46"/>
                </a:cubicBezTo>
                <a:cubicBezTo>
                  <a:pt x="10" y="43"/>
                  <a:pt x="10" y="43"/>
                  <a:pt x="10" y="43"/>
                </a:cubicBezTo>
                <a:cubicBezTo>
                  <a:pt x="10" y="42"/>
                  <a:pt x="10" y="41"/>
                  <a:pt x="10" y="40"/>
                </a:cubicBezTo>
                <a:cubicBezTo>
                  <a:pt x="9" y="39"/>
                  <a:pt x="8" y="37"/>
                  <a:pt x="8" y="35"/>
                </a:cubicBezTo>
                <a:cubicBezTo>
                  <a:pt x="7" y="34"/>
                  <a:pt x="7" y="33"/>
                  <a:pt x="6" y="33"/>
                </a:cubicBezTo>
                <a:cubicBezTo>
                  <a:pt x="3" y="32"/>
                  <a:pt x="3" y="32"/>
                  <a:pt x="3" y="32"/>
                </a:cubicBezTo>
                <a:cubicBezTo>
                  <a:pt x="3" y="32"/>
                  <a:pt x="3" y="32"/>
                  <a:pt x="3" y="32"/>
                </a:cubicBezTo>
                <a:cubicBezTo>
                  <a:pt x="3" y="26"/>
                  <a:pt x="3" y="26"/>
                  <a:pt x="3" y="26"/>
                </a:cubicBezTo>
                <a:cubicBezTo>
                  <a:pt x="6" y="25"/>
                  <a:pt x="6" y="25"/>
                  <a:pt x="6" y="25"/>
                </a:cubicBezTo>
                <a:cubicBezTo>
                  <a:pt x="7" y="25"/>
                  <a:pt x="7" y="24"/>
                  <a:pt x="8" y="23"/>
                </a:cubicBezTo>
                <a:cubicBezTo>
                  <a:pt x="8" y="21"/>
                  <a:pt x="9" y="19"/>
                  <a:pt x="10" y="18"/>
                </a:cubicBezTo>
                <a:cubicBezTo>
                  <a:pt x="10" y="17"/>
                  <a:pt x="10" y="16"/>
                  <a:pt x="10" y="15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2"/>
                  <a:pt x="8" y="12"/>
                  <a:pt x="8" y="12"/>
                </a:cubicBezTo>
                <a:cubicBezTo>
                  <a:pt x="13" y="8"/>
                  <a:pt x="13" y="8"/>
                  <a:pt x="13" y="8"/>
                </a:cubicBezTo>
                <a:cubicBezTo>
                  <a:pt x="16" y="9"/>
                  <a:pt x="16" y="9"/>
                  <a:pt x="16" y="9"/>
                </a:cubicBezTo>
                <a:cubicBezTo>
                  <a:pt x="16" y="10"/>
                  <a:pt x="16" y="10"/>
                  <a:pt x="17" y="10"/>
                </a:cubicBezTo>
                <a:cubicBezTo>
                  <a:pt x="17" y="10"/>
                  <a:pt x="18" y="10"/>
                  <a:pt x="18" y="9"/>
                </a:cubicBezTo>
                <a:cubicBezTo>
                  <a:pt x="20" y="8"/>
                  <a:pt x="22" y="8"/>
                  <a:pt x="24" y="7"/>
                </a:cubicBezTo>
                <a:cubicBezTo>
                  <a:pt x="25" y="7"/>
                  <a:pt x="25" y="6"/>
                  <a:pt x="26" y="5"/>
                </a:cubicBezTo>
                <a:cubicBezTo>
                  <a:pt x="26" y="2"/>
                  <a:pt x="26" y="2"/>
                  <a:pt x="26" y="2"/>
                </a:cubicBezTo>
                <a:cubicBezTo>
                  <a:pt x="33" y="2"/>
                  <a:pt x="33" y="2"/>
                  <a:pt x="33" y="2"/>
                </a:cubicBezTo>
                <a:cubicBezTo>
                  <a:pt x="33" y="2"/>
                  <a:pt x="33" y="2"/>
                  <a:pt x="33" y="2"/>
                </a:cubicBezTo>
                <a:cubicBezTo>
                  <a:pt x="34" y="5"/>
                  <a:pt x="34" y="5"/>
                  <a:pt x="34" y="5"/>
                </a:cubicBezTo>
                <a:cubicBezTo>
                  <a:pt x="34" y="6"/>
                  <a:pt x="35" y="7"/>
                  <a:pt x="36" y="7"/>
                </a:cubicBezTo>
                <a:cubicBezTo>
                  <a:pt x="37" y="8"/>
                  <a:pt x="39" y="8"/>
                  <a:pt x="41" y="9"/>
                </a:cubicBezTo>
                <a:cubicBezTo>
                  <a:pt x="41" y="10"/>
                  <a:pt x="42" y="10"/>
                  <a:pt x="42" y="10"/>
                </a:cubicBezTo>
                <a:cubicBezTo>
                  <a:pt x="43" y="10"/>
                  <a:pt x="43" y="10"/>
                  <a:pt x="44" y="9"/>
                </a:cubicBezTo>
                <a:cubicBezTo>
                  <a:pt x="46" y="8"/>
                  <a:pt x="46" y="8"/>
                  <a:pt x="46" y="8"/>
                </a:cubicBezTo>
                <a:cubicBezTo>
                  <a:pt x="51" y="12"/>
                  <a:pt x="51" y="12"/>
                  <a:pt x="51" y="12"/>
                </a:cubicBezTo>
                <a:cubicBezTo>
                  <a:pt x="51" y="12"/>
                  <a:pt x="51" y="12"/>
                  <a:pt x="51" y="13"/>
                </a:cubicBezTo>
                <a:cubicBezTo>
                  <a:pt x="49" y="15"/>
                  <a:pt x="49" y="15"/>
                  <a:pt x="49" y="15"/>
                </a:cubicBezTo>
                <a:cubicBezTo>
                  <a:pt x="49" y="16"/>
                  <a:pt x="49" y="17"/>
                  <a:pt x="49" y="18"/>
                </a:cubicBezTo>
                <a:cubicBezTo>
                  <a:pt x="50" y="19"/>
                  <a:pt x="51" y="21"/>
                  <a:pt x="52" y="23"/>
                </a:cubicBezTo>
                <a:cubicBezTo>
                  <a:pt x="52" y="24"/>
                  <a:pt x="53" y="25"/>
                  <a:pt x="54" y="25"/>
                </a:cubicBezTo>
                <a:cubicBezTo>
                  <a:pt x="56" y="26"/>
                  <a:pt x="56" y="26"/>
                  <a:pt x="56" y="26"/>
                </a:cubicBezTo>
                <a:lnTo>
                  <a:pt x="56" y="32"/>
                </a:lnTo>
                <a:close/>
                <a:moveTo>
                  <a:pt x="30" y="16"/>
                </a:moveTo>
                <a:cubicBezTo>
                  <a:pt x="22" y="16"/>
                  <a:pt x="16" y="22"/>
                  <a:pt x="16" y="29"/>
                </a:cubicBezTo>
                <a:cubicBezTo>
                  <a:pt x="16" y="36"/>
                  <a:pt x="22" y="42"/>
                  <a:pt x="30" y="42"/>
                </a:cubicBezTo>
                <a:cubicBezTo>
                  <a:pt x="37" y="42"/>
                  <a:pt x="43" y="36"/>
                  <a:pt x="43" y="29"/>
                </a:cubicBezTo>
                <a:cubicBezTo>
                  <a:pt x="43" y="22"/>
                  <a:pt x="37" y="16"/>
                  <a:pt x="30" y="16"/>
                </a:cubicBezTo>
                <a:close/>
                <a:moveTo>
                  <a:pt x="30" y="40"/>
                </a:moveTo>
                <a:cubicBezTo>
                  <a:pt x="24" y="40"/>
                  <a:pt x="19" y="35"/>
                  <a:pt x="19" y="29"/>
                </a:cubicBezTo>
                <a:cubicBezTo>
                  <a:pt x="19" y="23"/>
                  <a:pt x="24" y="18"/>
                  <a:pt x="30" y="18"/>
                </a:cubicBezTo>
                <a:cubicBezTo>
                  <a:pt x="36" y="18"/>
                  <a:pt x="40" y="23"/>
                  <a:pt x="40" y="29"/>
                </a:cubicBezTo>
                <a:cubicBezTo>
                  <a:pt x="40" y="35"/>
                  <a:pt x="36" y="40"/>
                  <a:pt x="30" y="4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th-TH" sz="1800" b="0" i="0" u="none" strike="noStrike" kern="1200" cap="none" spc="0" normalizeH="0" baseline="0" noProof="0">
              <a:ln>
                <a:noFill/>
              </a:ln>
              <a:solidFill>
                <a:srgbClr val="56BDBD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8324095" y="2397524"/>
            <a:ext cx="2801722" cy="1135358"/>
            <a:chOff x="1626835" y="2349127"/>
            <a:chExt cx="2492110" cy="1009892"/>
          </a:xfrm>
        </p:grpSpPr>
        <p:sp>
          <p:nvSpPr>
            <p:cNvPr id="24" name="文本框 23"/>
            <p:cNvSpPr txBox="1"/>
            <p:nvPr/>
          </p:nvSpPr>
          <p:spPr>
            <a:xfrm>
              <a:off x="1806000" y="2349127"/>
              <a:ext cx="2133781" cy="30114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16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text addition</a:t>
              </a:r>
              <a:endPara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626835" y="2687681"/>
              <a:ext cx="2492110" cy="67133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print the presentation and make it </a:t>
              </a:r>
              <a:r>
                <a:rPr lang="en-US" altLang="zh-CN" sz="1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film</a:t>
              </a:r>
              <a:endPara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8426658" y="5135162"/>
            <a:ext cx="2801722" cy="1135358"/>
            <a:chOff x="1626835" y="2349127"/>
            <a:chExt cx="2492110" cy="1009892"/>
          </a:xfrm>
        </p:grpSpPr>
        <p:sp>
          <p:nvSpPr>
            <p:cNvPr id="27" name="文本框 26"/>
            <p:cNvSpPr txBox="1"/>
            <p:nvPr/>
          </p:nvSpPr>
          <p:spPr>
            <a:xfrm>
              <a:off x="1806000" y="2349127"/>
              <a:ext cx="2133781" cy="30114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16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text addition</a:t>
              </a:r>
              <a:endPara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626835" y="2687681"/>
              <a:ext cx="2492110" cy="67133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print the presentation and make it </a:t>
              </a:r>
              <a:r>
                <a:rPr lang="en-US" altLang="zh-CN" sz="1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film</a:t>
              </a:r>
              <a:endPara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1091537" y="2397524"/>
            <a:ext cx="2801722" cy="1135358"/>
            <a:chOff x="1626835" y="2349127"/>
            <a:chExt cx="2492110" cy="1009892"/>
          </a:xfrm>
        </p:grpSpPr>
        <p:sp>
          <p:nvSpPr>
            <p:cNvPr id="30" name="文本框 29"/>
            <p:cNvSpPr txBox="1"/>
            <p:nvPr/>
          </p:nvSpPr>
          <p:spPr>
            <a:xfrm>
              <a:off x="1806000" y="2349127"/>
              <a:ext cx="2133781" cy="30114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16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text addition</a:t>
              </a:r>
              <a:endPara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626835" y="2687681"/>
              <a:ext cx="2492110" cy="67133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print the presentation and make it </a:t>
              </a:r>
              <a:r>
                <a:rPr lang="en-US" altLang="zh-CN" sz="1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film</a:t>
              </a:r>
              <a:endPara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1194100" y="5135162"/>
            <a:ext cx="2801722" cy="1135358"/>
            <a:chOff x="1626835" y="2349127"/>
            <a:chExt cx="2492110" cy="1009892"/>
          </a:xfrm>
        </p:grpSpPr>
        <p:sp>
          <p:nvSpPr>
            <p:cNvPr id="33" name="文本框 32"/>
            <p:cNvSpPr txBox="1"/>
            <p:nvPr/>
          </p:nvSpPr>
          <p:spPr>
            <a:xfrm>
              <a:off x="1806000" y="2349127"/>
              <a:ext cx="2133781" cy="30114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16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text addition</a:t>
              </a:r>
              <a:endPara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1626835" y="2687681"/>
              <a:ext cx="2492110" cy="67133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print the presentation and make it </a:t>
              </a:r>
              <a:r>
                <a:rPr lang="en-US" altLang="zh-CN" sz="1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film</a:t>
              </a:r>
              <a:endPara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</p:grpSp>
      <p:sp>
        <p:nvSpPr>
          <p:cNvPr id="35" name="文本框 34"/>
          <p:cNvSpPr txBox="1"/>
          <p:nvPr/>
        </p:nvSpPr>
        <p:spPr>
          <a:xfrm>
            <a:off x="2325370" y="537845"/>
            <a:ext cx="551942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4400" b="1" dirty="0">
                <a:gradFill>
                  <a:gsLst>
                    <a:gs pos="0">
                      <a:srgbClr val="3A543B"/>
                    </a:gs>
                    <a:gs pos="100000">
                      <a:srgbClr val="AA9D67"/>
                    </a:gs>
                  </a:gsLst>
                  <a:lin ang="0" scaled="0"/>
                </a:gradFill>
                <a:latin typeface="Arial" panose="020B0604020202090204" pitchFamily="34" charset="0"/>
                <a:ea typeface="张海山锐线体2.0" panose="02000000000000000000" pitchFamily="2" charset="-122"/>
                <a:cs typeface="Arial" panose="020B0604020202090204" pitchFamily="34" charset="0"/>
              </a:rPr>
              <a:t>Title text addition</a:t>
            </a:r>
            <a:endParaRPr lang="en-US" altLang="zh-CN" sz="4400" b="1" dirty="0">
              <a:gradFill>
                <a:gsLst>
                  <a:gs pos="0">
                    <a:srgbClr val="3A543B"/>
                  </a:gs>
                  <a:gs pos="100000">
                    <a:srgbClr val="AA9D67"/>
                  </a:gs>
                </a:gsLst>
                <a:lin ang="0" scaled="0"/>
              </a:gradFill>
              <a:latin typeface="Arial" panose="020B0604020202090204" pitchFamily="34" charset="0"/>
              <a:ea typeface="张海山锐线体2.0" panose="02000000000000000000" pitchFamily="2" charset="-122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4E5E0"/>
            </a:gs>
            <a:gs pos="100000">
              <a:srgbClr val="F0F0F0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"/>
          <p:cNvSpPr>
            <a:spLocks noChangeArrowheads="1"/>
          </p:cNvSpPr>
          <p:nvPr/>
        </p:nvSpPr>
        <p:spPr bwMode="auto">
          <a:xfrm rot="5400000">
            <a:off x="2598761" y="-1180800"/>
            <a:ext cx="915746" cy="869424"/>
          </a:xfrm>
          <a:prstGeom prst="rect">
            <a:avLst/>
          </a:prstGeom>
          <a:solidFill>
            <a:srgbClr val="3A543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 bwMode="auto">
          <a:xfrm rot="5400000">
            <a:off x="3468185" y="-1180800"/>
            <a:ext cx="915746" cy="869424"/>
          </a:xfrm>
          <a:prstGeom prst="rect">
            <a:avLst/>
          </a:prstGeom>
          <a:solidFill>
            <a:srgbClr val="AA9D6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840" t="6602" r="6244" b="6074"/>
          <a:stretch>
            <a:fillRect/>
          </a:stretch>
        </p:blipFill>
        <p:spPr>
          <a:xfrm flipH="1" flipV="1">
            <a:off x="3079508" y="872695"/>
            <a:ext cx="3924619" cy="5289705"/>
          </a:xfrm>
          <a:custGeom>
            <a:avLst/>
            <a:gdLst>
              <a:gd name="connsiteX0" fmla="*/ 180303 w 2369712"/>
              <a:gd name="connsiteY0" fmla="*/ 180304 h 3193960"/>
              <a:gd name="connsiteX1" fmla="*/ 180303 w 2369712"/>
              <a:gd name="connsiteY1" fmla="*/ 2991118 h 3193960"/>
              <a:gd name="connsiteX2" fmla="*/ 2176528 w 2369712"/>
              <a:gd name="connsiteY2" fmla="*/ 2991118 h 3193960"/>
              <a:gd name="connsiteX3" fmla="*/ 2176528 w 2369712"/>
              <a:gd name="connsiteY3" fmla="*/ 180304 h 3193960"/>
              <a:gd name="connsiteX4" fmla="*/ 0 w 2369712"/>
              <a:gd name="connsiteY4" fmla="*/ 0 h 3193960"/>
              <a:gd name="connsiteX5" fmla="*/ 2369712 w 2369712"/>
              <a:gd name="connsiteY5" fmla="*/ 0 h 3193960"/>
              <a:gd name="connsiteX6" fmla="*/ 2369712 w 2369712"/>
              <a:gd name="connsiteY6" fmla="*/ 3193960 h 3193960"/>
              <a:gd name="connsiteX7" fmla="*/ 0 w 2369712"/>
              <a:gd name="connsiteY7" fmla="*/ 3193960 h 3193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69712" h="3193960">
                <a:moveTo>
                  <a:pt x="180303" y="180304"/>
                </a:moveTo>
                <a:lnTo>
                  <a:pt x="180303" y="2991118"/>
                </a:lnTo>
                <a:lnTo>
                  <a:pt x="2176528" y="2991118"/>
                </a:lnTo>
                <a:lnTo>
                  <a:pt x="2176528" y="180304"/>
                </a:lnTo>
                <a:close/>
                <a:moveTo>
                  <a:pt x="0" y="0"/>
                </a:moveTo>
                <a:lnTo>
                  <a:pt x="2369712" y="0"/>
                </a:lnTo>
                <a:lnTo>
                  <a:pt x="2369712" y="3193960"/>
                </a:lnTo>
                <a:lnTo>
                  <a:pt x="0" y="3193960"/>
                </a:lnTo>
                <a:close/>
              </a:path>
            </a:pathLst>
          </a:custGeom>
        </p:spPr>
      </p:pic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5" t="5898" r="33568" b="7130"/>
          <a:stretch>
            <a:fillRect/>
          </a:stretch>
        </p:blipFill>
        <p:spPr>
          <a:xfrm flipH="1" flipV="1">
            <a:off x="2141181" y="-443489"/>
            <a:ext cx="8814613" cy="5016612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3817136" y="1403097"/>
            <a:ext cx="125867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0" b="1" dirty="0" smtClean="0">
                <a:solidFill>
                  <a:srgbClr val="3A543B"/>
                </a:solidFill>
                <a:latin typeface="张海山锐线体2.0" panose="02000000000000000000" pitchFamily="2" charset="-122"/>
                <a:ea typeface="张海山锐线体2.0" panose="02000000000000000000" pitchFamily="2" charset="-122"/>
              </a:rPr>
              <a:t>04</a:t>
            </a:r>
            <a:endParaRPr lang="zh-CN" altLang="en-US" sz="8000" b="1" dirty="0">
              <a:solidFill>
                <a:srgbClr val="3A543B"/>
              </a:solidFill>
              <a:latin typeface="张海山锐线体2.0" panose="02000000000000000000" pitchFamily="2" charset="-122"/>
              <a:ea typeface="张海山锐线体2.0" panose="02000000000000000000" pitchFamily="2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122505" y="4380250"/>
            <a:ext cx="3838623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4000" b="1" dirty="0">
                <a:solidFill>
                  <a:srgbClr val="AA9D67"/>
                </a:solidFill>
                <a:latin typeface="Arial" panose="020B0604020202090204" pitchFamily="34" charset="0"/>
                <a:ea typeface="张海山锐线体2.0" panose="02000000000000000000" pitchFamily="2" charset="-122"/>
                <a:cs typeface="Arial" panose="020B0604020202090204" pitchFamily="34" charset="0"/>
              </a:rPr>
              <a:t>Education reflection</a:t>
            </a:r>
            <a:endParaRPr lang="en-US" altLang="zh-CN" sz="4000" b="1" dirty="0">
              <a:solidFill>
                <a:srgbClr val="AA9D67"/>
              </a:solidFill>
              <a:latin typeface="Arial" panose="020B0604020202090204" pitchFamily="34" charset="0"/>
              <a:ea typeface="张海山锐线体2.0" panose="02000000000000000000" pitchFamily="2" charset="-122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4E5E0"/>
            </a:gs>
            <a:gs pos="100000">
              <a:srgbClr val="F0F0F0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3"/>
          <p:cNvSpPr>
            <a:spLocks noChangeArrowheads="1"/>
          </p:cNvSpPr>
          <p:nvPr/>
        </p:nvSpPr>
        <p:spPr bwMode="auto">
          <a:xfrm rot="16200000" flipH="1">
            <a:off x="3468750" y="-2103914"/>
            <a:ext cx="1189584" cy="6089247"/>
          </a:xfrm>
          <a:prstGeom prst="rect">
            <a:avLst/>
          </a:prstGeom>
          <a:noFill/>
          <a:ln w="38100">
            <a:gradFill>
              <a:gsLst>
                <a:gs pos="0">
                  <a:srgbClr val="3A543B"/>
                </a:gs>
                <a:gs pos="100000">
                  <a:srgbClr val="AA9D67"/>
                </a:gs>
              </a:gsLst>
              <a:lin ang="5400000" scaled="1"/>
            </a:gra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 rot="5400000">
            <a:off x="2598761" y="-1180800"/>
            <a:ext cx="915746" cy="869424"/>
          </a:xfrm>
          <a:prstGeom prst="rect">
            <a:avLst/>
          </a:prstGeom>
          <a:solidFill>
            <a:srgbClr val="3A543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 bwMode="auto">
          <a:xfrm rot="5400000">
            <a:off x="3468185" y="-1180800"/>
            <a:ext cx="915746" cy="869424"/>
          </a:xfrm>
          <a:prstGeom prst="rect">
            <a:avLst/>
          </a:prstGeom>
          <a:solidFill>
            <a:srgbClr val="AA9D6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5" t="5898" r="33568" b="7130"/>
          <a:stretch>
            <a:fillRect/>
          </a:stretch>
        </p:blipFill>
        <p:spPr>
          <a:xfrm flipV="1">
            <a:off x="0" y="0"/>
            <a:ext cx="2325299" cy="1323385"/>
          </a:xfrm>
          <a:prstGeom prst="rect">
            <a:avLst/>
          </a:prstGeom>
        </p:spPr>
      </p:pic>
      <p:sp>
        <p:nvSpPr>
          <p:cNvPr id="13" name="Freeform 186"/>
          <p:cNvSpPr/>
          <p:nvPr/>
        </p:nvSpPr>
        <p:spPr bwMode="auto">
          <a:xfrm>
            <a:off x="5391830" y="3128589"/>
            <a:ext cx="2738437" cy="942975"/>
          </a:xfrm>
          <a:custGeom>
            <a:avLst/>
            <a:gdLst>
              <a:gd name="T0" fmla="*/ 638 w 1490"/>
              <a:gd name="T1" fmla="*/ 513 h 513"/>
              <a:gd name="T2" fmla="*/ 1490 w 1490"/>
              <a:gd name="T3" fmla="*/ 0 h 513"/>
              <a:gd name="T4" fmla="*/ 0 w 1490"/>
              <a:gd name="T5" fmla="*/ 0 h 513"/>
              <a:gd name="T6" fmla="*/ 263 w 1490"/>
              <a:gd name="T7" fmla="*/ 433 h 513"/>
              <a:gd name="T8" fmla="*/ 638 w 1490"/>
              <a:gd name="T9" fmla="*/ 513 h 5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90" h="513">
                <a:moveTo>
                  <a:pt x="638" y="513"/>
                </a:moveTo>
                <a:cubicBezTo>
                  <a:pt x="1490" y="0"/>
                  <a:pt x="1490" y="0"/>
                  <a:pt x="1490" y="0"/>
                </a:cubicBezTo>
                <a:cubicBezTo>
                  <a:pt x="0" y="0"/>
                  <a:pt x="0" y="0"/>
                  <a:pt x="0" y="0"/>
                </a:cubicBezTo>
                <a:cubicBezTo>
                  <a:pt x="263" y="433"/>
                  <a:pt x="263" y="433"/>
                  <a:pt x="263" y="433"/>
                </a:cubicBezTo>
                <a:cubicBezTo>
                  <a:pt x="393" y="374"/>
                  <a:pt x="545" y="407"/>
                  <a:pt x="638" y="513"/>
                </a:cubicBezTo>
                <a:close/>
              </a:path>
            </a:pathLst>
          </a:custGeom>
          <a:solidFill>
            <a:srgbClr val="AA9D6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4" name="Freeform 187"/>
          <p:cNvSpPr/>
          <p:nvPr/>
        </p:nvSpPr>
        <p:spPr bwMode="auto">
          <a:xfrm>
            <a:off x="5944280" y="3962027"/>
            <a:ext cx="508000" cy="225425"/>
          </a:xfrm>
          <a:custGeom>
            <a:avLst/>
            <a:gdLst>
              <a:gd name="T0" fmla="*/ 232 w 277"/>
              <a:gd name="T1" fmla="*/ 123 h 123"/>
              <a:gd name="T2" fmla="*/ 277 w 277"/>
              <a:gd name="T3" fmla="*/ 97 h 123"/>
              <a:gd name="T4" fmla="*/ 0 w 277"/>
              <a:gd name="T5" fmla="*/ 41 h 123"/>
              <a:gd name="T6" fmla="*/ 27 w 277"/>
              <a:gd name="T7" fmla="*/ 84 h 123"/>
              <a:gd name="T8" fmla="*/ 232 w 277"/>
              <a:gd name="T9" fmla="*/ 123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7" h="123">
                <a:moveTo>
                  <a:pt x="232" y="123"/>
                </a:moveTo>
                <a:cubicBezTo>
                  <a:pt x="277" y="97"/>
                  <a:pt x="277" y="97"/>
                  <a:pt x="277" y="97"/>
                </a:cubicBezTo>
                <a:cubicBezTo>
                  <a:pt x="205" y="23"/>
                  <a:pt x="95" y="0"/>
                  <a:pt x="0" y="41"/>
                </a:cubicBezTo>
                <a:cubicBezTo>
                  <a:pt x="27" y="84"/>
                  <a:pt x="27" y="84"/>
                  <a:pt x="27" y="84"/>
                </a:cubicBezTo>
                <a:cubicBezTo>
                  <a:pt x="97" y="58"/>
                  <a:pt x="177" y="73"/>
                  <a:pt x="232" y="123"/>
                </a:cubicBezTo>
                <a:close/>
              </a:path>
            </a:pathLst>
          </a:custGeom>
          <a:solidFill>
            <a:srgbClr val="AA9D6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5" name="Freeform 188"/>
          <p:cNvSpPr/>
          <p:nvPr/>
        </p:nvSpPr>
        <p:spPr bwMode="auto">
          <a:xfrm>
            <a:off x="6374493" y="4303339"/>
            <a:ext cx="244475" cy="503238"/>
          </a:xfrm>
          <a:custGeom>
            <a:avLst/>
            <a:gdLst>
              <a:gd name="T0" fmla="*/ 0 w 133"/>
              <a:gd name="T1" fmla="*/ 229 h 274"/>
              <a:gd name="T2" fmla="*/ 26 w 133"/>
              <a:gd name="T3" fmla="*/ 274 h 274"/>
              <a:gd name="T4" fmla="*/ 98 w 133"/>
              <a:gd name="T5" fmla="*/ 0 h 274"/>
              <a:gd name="T6" fmla="*/ 54 w 133"/>
              <a:gd name="T7" fmla="*/ 27 h 274"/>
              <a:gd name="T8" fmla="*/ 0 w 133"/>
              <a:gd name="T9" fmla="*/ 229 h 2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3" h="274">
                <a:moveTo>
                  <a:pt x="0" y="229"/>
                </a:moveTo>
                <a:cubicBezTo>
                  <a:pt x="26" y="274"/>
                  <a:pt x="26" y="274"/>
                  <a:pt x="26" y="274"/>
                </a:cubicBezTo>
                <a:cubicBezTo>
                  <a:pt x="105" y="206"/>
                  <a:pt x="133" y="97"/>
                  <a:pt x="98" y="0"/>
                </a:cubicBezTo>
                <a:cubicBezTo>
                  <a:pt x="54" y="27"/>
                  <a:pt x="54" y="27"/>
                  <a:pt x="54" y="27"/>
                </a:cubicBezTo>
                <a:cubicBezTo>
                  <a:pt x="76" y="99"/>
                  <a:pt x="55" y="178"/>
                  <a:pt x="0" y="229"/>
                </a:cubicBezTo>
                <a:close/>
              </a:path>
            </a:pathLst>
          </a:custGeom>
          <a:solidFill>
            <a:srgbClr val="3A543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6" name="Freeform 189"/>
          <p:cNvSpPr/>
          <p:nvPr/>
        </p:nvSpPr>
        <p:spPr bwMode="auto">
          <a:xfrm>
            <a:off x="6490380" y="3765177"/>
            <a:ext cx="952500" cy="2738438"/>
          </a:xfrm>
          <a:custGeom>
            <a:avLst/>
            <a:gdLst>
              <a:gd name="T0" fmla="*/ 96 w 519"/>
              <a:gd name="T1" fmla="*/ 256 h 1490"/>
              <a:gd name="T2" fmla="*/ 0 w 519"/>
              <a:gd name="T3" fmla="*/ 627 h 1490"/>
              <a:gd name="T4" fmla="*/ 519 w 519"/>
              <a:gd name="T5" fmla="*/ 1490 h 1490"/>
              <a:gd name="T6" fmla="*/ 519 w 519"/>
              <a:gd name="T7" fmla="*/ 0 h 1490"/>
              <a:gd name="T8" fmla="*/ 96 w 519"/>
              <a:gd name="T9" fmla="*/ 256 h 1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9" h="1490">
                <a:moveTo>
                  <a:pt x="96" y="256"/>
                </a:moveTo>
                <a:cubicBezTo>
                  <a:pt x="150" y="387"/>
                  <a:pt x="111" y="539"/>
                  <a:pt x="0" y="627"/>
                </a:cubicBezTo>
                <a:cubicBezTo>
                  <a:pt x="519" y="1490"/>
                  <a:pt x="519" y="1490"/>
                  <a:pt x="519" y="1490"/>
                </a:cubicBezTo>
                <a:cubicBezTo>
                  <a:pt x="519" y="0"/>
                  <a:pt x="519" y="0"/>
                  <a:pt x="519" y="0"/>
                </a:cubicBezTo>
                <a:lnTo>
                  <a:pt x="96" y="256"/>
                </a:lnTo>
                <a:close/>
              </a:path>
            </a:pathLst>
          </a:custGeom>
          <a:solidFill>
            <a:srgbClr val="3A543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7" name="Freeform 190"/>
          <p:cNvSpPr/>
          <p:nvPr/>
        </p:nvSpPr>
        <p:spPr bwMode="auto">
          <a:xfrm>
            <a:off x="5793468" y="4727202"/>
            <a:ext cx="457200" cy="219075"/>
          </a:xfrm>
          <a:custGeom>
            <a:avLst/>
            <a:gdLst>
              <a:gd name="T0" fmla="*/ 249 w 249"/>
              <a:gd name="T1" fmla="*/ 93 h 119"/>
              <a:gd name="T2" fmla="*/ 222 w 249"/>
              <a:gd name="T3" fmla="*/ 48 h 119"/>
              <a:gd name="T4" fmla="*/ 45 w 249"/>
              <a:gd name="T5" fmla="*/ 0 h 119"/>
              <a:gd name="T6" fmla="*/ 0 w 249"/>
              <a:gd name="T7" fmla="*/ 27 h 119"/>
              <a:gd name="T8" fmla="*/ 249 w 249"/>
              <a:gd name="T9" fmla="*/ 93 h 1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9" h="119">
                <a:moveTo>
                  <a:pt x="249" y="93"/>
                </a:moveTo>
                <a:cubicBezTo>
                  <a:pt x="222" y="48"/>
                  <a:pt x="222" y="48"/>
                  <a:pt x="222" y="48"/>
                </a:cubicBezTo>
                <a:cubicBezTo>
                  <a:pt x="159" y="62"/>
                  <a:pt x="92" y="44"/>
                  <a:pt x="45" y="0"/>
                </a:cubicBezTo>
                <a:cubicBezTo>
                  <a:pt x="0" y="27"/>
                  <a:pt x="0" y="27"/>
                  <a:pt x="0" y="27"/>
                </a:cubicBezTo>
                <a:cubicBezTo>
                  <a:pt x="64" y="94"/>
                  <a:pt x="161" y="119"/>
                  <a:pt x="249" y="93"/>
                </a:cubicBezTo>
                <a:close/>
              </a:path>
            </a:pathLst>
          </a:custGeom>
          <a:solidFill>
            <a:srgbClr val="AA9D6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8" name="Freeform 191"/>
          <p:cNvSpPr/>
          <p:nvPr/>
        </p:nvSpPr>
        <p:spPr bwMode="auto">
          <a:xfrm>
            <a:off x="4069443" y="4846264"/>
            <a:ext cx="2738437" cy="968375"/>
          </a:xfrm>
          <a:custGeom>
            <a:avLst/>
            <a:gdLst>
              <a:gd name="T0" fmla="*/ 1225 w 1490"/>
              <a:gd name="T1" fmla="*/ 91 h 527"/>
              <a:gd name="T2" fmla="*/ 877 w 1490"/>
              <a:gd name="T3" fmla="*/ 0 h 527"/>
              <a:gd name="T4" fmla="*/ 0 w 1490"/>
              <a:gd name="T5" fmla="*/ 527 h 527"/>
              <a:gd name="T6" fmla="*/ 1490 w 1490"/>
              <a:gd name="T7" fmla="*/ 527 h 527"/>
              <a:gd name="T8" fmla="*/ 1225 w 1490"/>
              <a:gd name="T9" fmla="*/ 91 h 5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90" h="527">
                <a:moveTo>
                  <a:pt x="1225" y="91"/>
                </a:moveTo>
                <a:cubicBezTo>
                  <a:pt x="1101" y="135"/>
                  <a:pt x="963" y="99"/>
                  <a:pt x="877" y="0"/>
                </a:cubicBezTo>
                <a:cubicBezTo>
                  <a:pt x="0" y="527"/>
                  <a:pt x="0" y="527"/>
                  <a:pt x="0" y="527"/>
                </a:cubicBezTo>
                <a:cubicBezTo>
                  <a:pt x="1490" y="527"/>
                  <a:pt x="1490" y="527"/>
                  <a:pt x="1490" y="527"/>
                </a:cubicBezTo>
                <a:lnTo>
                  <a:pt x="1225" y="91"/>
                </a:lnTo>
                <a:close/>
              </a:path>
            </a:pathLst>
          </a:custGeom>
          <a:solidFill>
            <a:srgbClr val="AA9D6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9" name="Freeform 192"/>
          <p:cNvSpPr/>
          <p:nvPr/>
        </p:nvSpPr>
        <p:spPr bwMode="auto">
          <a:xfrm>
            <a:off x="5633130" y="4149352"/>
            <a:ext cx="201612" cy="463550"/>
          </a:xfrm>
          <a:custGeom>
            <a:avLst/>
            <a:gdLst>
              <a:gd name="T0" fmla="*/ 110 w 110"/>
              <a:gd name="T1" fmla="*/ 45 h 252"/>
              <a:gd name="T2" fmla="*/ 82 w 110"/>
              <a:gd name="T3" fmla="*/ 0 h 252"/>
              <a:gd name="T4" fmla="*/ 31 w 110"/>
              <a:gd name="T5" fmla="*/ 252 h 252"/>
              <a:gd name="T6" fmla="*/ 75 w 110"/>
              <a:gd name="T7" fmla="*/ 225 h 252"/>
              <a:gd name="T8" fmla="*/ 110 w 110"/>
              <a:gd name="T9" fmla="*/ 45 h 2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0" h="252">
                <a:moveTo>
                  <a:pt x="110" y="45"/>
                </a:moveTo>
                <a:cubicBezTo>
                  <a:pt x="82" y="0"/>
                  <a:pt x="82" y="0"/>
                  <a:pt x="82" y="0"/>
                </a:cubicBezTo>
                <a:cubicBezTo>
                  <a:pt x="20" y="67"/>
                  <a:pt x="0" y="165"/>
                  <a:pt x="31" y="252"/>
                </a:cubicBezTo>
                <a:cubicBezTo>
                  <a:pt x="75" y="225"/>
                  <a:pt x="75" y="225"/>
                  <a:pt x="75" y="225"/>
                </a:cubicBezTo>
                <a:cubicBezTo>
                  <a:pt x="57" y="163"/>
                  <a:pt x="70" y="96"/>
                  <a:pt x="110" y="45"/>
                </a:cubicBezTo>
                <a:close/>
              </a:path>
            </a:pathLst>
          </a:custGeom>
          <a:solidFill>
            <a:srgbClr val="3A543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0" name="Freeform 193"/>
          <p:cNvSpPr/>
          <p:nvPr/>
        </p:nvSpPr>
        <p:spPr bwMode="auto">
          <a:xfrm>
            <a:off x="4756830" y="2441202"/>
            <a:ext cx="958850" cy="2736850"/>
          </a:xfrm>
          <a:custGeom>
            <a:avLst/>
            <a:gdLst>
              <a:gd name="T0" fmla="*/ 522 w 522"/>
              <a:gd name="T1" fmla="*/ 867 h 1489"/>
              <a:gd name="T2" fmla="*/ 0 w 522"/>
              <a:gd name="T3" fmla="*/ 0 h 1489"/>
              <a:gd name="T4" fmla="*/ 0 w 522"/>
              <a:gd name="T5" fmla="*/ 1489 h 1489"/>
              <a:gd name="T6" fmla="*/ 447 w 522"/>
              <a:gd name="T7" fmla="*/ 1218 h 1489"/>
              <a:gd name="T8" fmla="*/ 522 w 522"/>
              <a:gd name="T9" fmla="*/ 867 h 14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2" h="1489">
                <a:moveTo>
                  <a:pt x="522" y="867"/>
                </a:moveTo>
                <a:cubicBezTo>
                  <a:pt x="0" y="0"/>
                  <a:pt x="0" y="0"/>
                  <a:pt x="0" y="0"/>
                </a:cubicBezTo>
                <a:cubicBezTo>
                  <a:pt x="0" y="1489"/>
                  <a:pt x="0" y="1489"/>
                  <a:pt x="0" y="1489"/>
                </a:cubicBezTo>
                <a:cubicBezTo>
                  <a:pt x="447" y="1218"/>
                  <a:pt x="447" y="1218"/>
                  <a:pt x="447" y="1218"/>
                </a:cubicBezTo>
                <a:cubicBezTo>
                  <a:pt x="398" y="1096"/>
                  <a:pt x="428" y="957"/>
                  <a:pt x="522" y="867"/>
                </a:cubicBezTo>
                <a:close/>
              </a:path>
            </a:pathLst>
          </a:custGeom>
          <a:solidFill>
            <a:srgbClr val="3A543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21" name="组合 20"/>
          <p:cNvGrpSpPr/>
          <p:nvPr/>
        </p:nvGrpSpPr>
        <p:grpSpPr>
          <a:xfrm>
            <a:off x="668803" y="2856799"/>
            <a:ext cx="2801722" cy="1135358"/>
            <a:chOff x="1626835" y="2349127"/>
            <a:chExt cx="2492110" cy="1009892"/>
          </a:xfrm>
        </p:grpSpPr>
        <p:sp>
          <p:nvSpPr>
            <p:cNvPr id="22" name="文本框 21"/>
            <p:cNvSpPr txBox="1"/>
            <p:nvPr/>
          </p:nvSpPr>
          <p:spPr>
            <a:xfrm>
              <a:off x="1806000" y="2349127"/>
              <a:ext cx="2133781" cy="30114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16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text addition</a:t>
              </a:r>
              <a:endPara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626835" y="2687681"/>
              <a:ext cx="2492110" cy="67133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print the presentation and make it </a:t>
              </a:r>
              <a:r>
                <a:rPr lang="en-US" altLang="zh-CN" sz="1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film</a:t>
              </a:r>
              <a:endPara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738888" y="5046942"/>
            <a:ext cx="2801722" cy="1135358"/>
            <a:chOff x="1626835" y="2349127"/>
            <a:chExt cx="2492110" cy="1009892"/>
          </a:xfrm>
        </p:grpSpPr>
        <p:sp>
          <p:nvSpPr>
            <p:cNvPr id="28" name="文本框 27"/>
            <p:cNvSpPr txBox="1"/>
            <p:nvPr/>
          </p:nvSpPr>
          <p:spPr>
            <a:xfrm>
              <a:off x="1806000" y="2349127"/>
              <a:ext cx="2133781" cy="30114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16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text addition</a:t>
              </a:r>
              <a:endPara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626835" y="2687681"/>
              <a:ext cx="2492110" cy="67133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print the presentation and make it </a:t>
              </a:r>
              <a:r>
                <a:rPr lang="en-US" altLang="zh-CN" sz="1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film</a:t>
              </a:r>
              <a:endPara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8714427" y="2848662"/>
            <a:ext cx="2801722" cy="1135358"/>
            <a:chOff x="1626835" y="2349127"/>
            <a:chExt cx="2492110" cy="1009892"/>
          </a:xfrm>
        </p:grpSpPr>
        <p:sp>
          <p:nvSpPr>
            <p:cNvPr id="31" name="文本框 30"/>
            <p:cNvSpPr txBox="1"/>
            <p:nvPr/>
          </p:nvSpPr>
          <p:spPr>
            <a:xfrm>
              <a:off x="1806000" y="2349127"/>
              <a:ext cx="2133781" cy="30114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16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text addition</a:t>
              </a:r>
              <a:endPara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626835" y="2687681"/>
              <a:ext cx="2492110" cy="67133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print the presentation and make it </a:t>
              </a:r>
              <a:r>
                <a:rPr lang="en-US" altLang="zh-CN" sz="1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film</a:t>
              </a:r>
              <a:endPara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8784512" y="5038805"/>
            <a:ext cx="2801722" cy="1135358"/>
            <a:chOff x="1626835" y="2349127"/>
            <a:chExt cx="2492110" cy="1009892"/>
          </a:xfrm>
        </p:grpSpPr>
        <p:sp>
          <p:nvSpPr>
            <p:cNvPr id="35" name="文本框 34"/>
            <p:cNvSpPr txBox="1"/>
            <p:nvPr/>
          </p:nvSpPr>
          <p:spPr>
            <a:xfrm>
              <a:off x="1806000" y="2349127"/>
              <a:ext cx="2133781" cy="30114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16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text addition</a:t>
              </a:r>
              <a:endPara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1626835" y="2687681"/>
              <a:ext cx="2492110" cy="67133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print the presentation and make it </a:t>
              </a:r>
              <a:r>
                <a:rPr lang="en-US" altLang="zh-CN" sz="1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film</a:t>
              </a:r>
              <a:endPara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</p:grpSp>
      <p:sp>
        <p:nvSpPr>
          <p:cNvPr id="37" name="Freeform 49"/>
          <p:cNvSpPr>
            <a:spLocks noEditPoints="1"/>
          </p:cNvSpPr>
          <p:nvPr/>
        </p:nvSpPr>
        <p:spPr bwMode="auto">
          <a:xfrm>
            <a:off x="5603722" y="5200652"/>
            <a:ext cx="401263" cy="401263"/>
          </a:xfrm>
          <a:custGeom>
            <a:avLst/>
            <a:gdLst>
              <a:gd name="T0" fmla="*/ 2147483646 w 103"/>
              <a:gd name="T1" fmla="*/ 2147483646 h 103"/>
              <a:gd name="T2" fmla="*/ 2147483646 w 103"/>
              <a:gd name="T3" fmla="*/ 2147483646 h 103"/>
              <a:gd name="T4" fmla="*/ 2147483646 w 103"/>
              <a:gd name="T5" fmla="*/ 2147483646 h 103"/>
              <a:gd name="T6" fmla="*/ 2147483646 w 103"/>
              <a:gd name="T7" fmla="*/ 2147483646 h 103"/>
              <a:gd name="T8" fmla="*/ 2147483646 w 103"/>
              <a:gd name="T9" fmla="*/ 2147483646 h 103"/>
              <a:gd name="T10" fmla="*/ 0 w 103"/>
              <a:gd name="T11" fmla="*/ 2147483646 h 103"/>
              <a:gd name="T12" fmla="*/ 2147483646 w 103"/>
              <a:gd name="T13" fmla="*/ 2147483646 h 103"/>
              <a:gd name="T14" fmla="*/ 2147483646 w 103"/>
              <a:gd name="T15" fmla="*/ 2147483646 h 103"/>
              <a:gd name="T16" fmla="*/ 2147483646 w 103"/>
              <a:gd name="T17" fmla="*/ 2147483646 h 103"/>
              <a:gd name="T18" fmla="*/ 2147483646 w 103"/>
              <a:gd name="T19" fmla="*/ 2147483646 h 103"/>
              <a:gd name="T20" fmla="*/ 2147483646 w 103"/>
              <a:gd name="T21" fmla="*/ 0 h 103"/>
              <a:gd name="T22" fmla="*/ 2147483646 w 103"/>
              <a:gd name="T23" fmla="*/ 2147483646 h 103"/>
              <a:gd name="T24" fmla="*/ 2147483646 w 103"/>
              <a:gd name="T25" fmla="*/ 2147483646 h 103"/>
              <a:gd name="T26" fmla="*/ 2147483646 w 103"/>
              <a:gd name="T27" fmla="*/ 2147483646 h 103"/>
              <a:gd name="T28" fmla="*/ 2147483646 w 103"/>
              <a:gd name="T29" fmla="*/ 2147483646 h 103"/>
              <a:gd name="T30" fmla="*/ 2147483646 w 103"/>
              <a:gd name="T31" fmla="*/ 2147483646 h 103"/>
              <a:gd name="T32" fmla="*/ 2147483646 w 103"/>
              <a:gd name="T33" fmla="*/ 2147483646 h 103"/>
              <a:gd name="T34" fmla="*/ 2147483646 w 103"/>
              <a:gd name="T35" fmla="*/ 2147483646 h 103"/>
              <a:gd name="T36" fmla="*/ 2147483646 w 103"/>
              <a:gd name="T37" fmla="*/ 2147483646 h 103"/>
              <a:gd name="T38" fmla="*/ 2147483646 w 103"/>
              <a:gd name="T39" fmla="*/ 2147483646 h 103"/>
              <a:gd name="T40" fmla="*/ 2147483646 w 103"/>
              <a:gd name="T41" fmla="*/ 2147483646 h 103"/>
              <a:gd name="T42" fmla="*/ 2147483646 w 103"/>
              <a:gd name="T43" fmla="*/ 2147483646 h 103"/>
              <a:gd name="T44" fmla="*/ 2147483646 w 103"/>
              <a:gd name="T45" fmla="*/ 2147483646 h 103"/>
              <a:gd name="T46" fmla="*/ 2147483646 w 103"/>
              <a:gd name="T47" fmla="*/ 2147483646 h 103"/>
              <a:gd name="T48" fmla="*/ 2147483646 w 103"/>
              <a:gd name="T49" fmla="*/ 2147483646 h 103"/>
              <a:gd name="T50" fmla="*/ 2147483646 w 103"/>
              <a:gd name="T51" fmla="*/ 2147483646 h 103"/>
              <a:gd name="T52" fmla="*/ 2147483646 w 103"/>
              <a:gd name="T53" fmla="*/ 2147483646 h 103"/>
              <a:gd name="T54" fmla="*/ 2147483646 w 103"/>
              <a:gd name="T55" fmla="*/ 2147483646 h 103"/>
              <a:gd name="T56" fmla="*/ 2147483646 w 103"/>
              <a:gd name="T57" fmla="*/ 2147483646 h 103"/>
              <a:gd name="T58" fmla="*/ 2147483646 w 103"/>
              <a:gd name="T59" fmla="*/ 2147483646 h 103"/>
              <a:gd name="T60" fmla="*/ 2147483646 w 103"/>
              <a:gd name="T61" fmla="*/ 2147483646 h 103"/>
              <a:gd name="T62" fmla="*/ 2147483646 w 103"/>
              <a:gd name="T63" fmla="*/ 2147483646 h 103"/>
              <a:gd name="T64" fmla="*/ 2147483646 w 103"/>
              <a:gd name="T65" fmla="*/ 2147483646 h 103"/>
              <a:gd name="T66" fmla="*/ 2147483646 w 103"/>
              <a:gd name="T67" fmla="*/ 2147483646 h 103"/>
              <a:gd name="T68" fmla="*/ 2147483646 w 103"/>
              <a:gd name="T69" fmla="*/ 2147483646 h 103"/>
              <a:gd name="T70" fmla="*/ 2147483646 w 103"/>
              <a:gd name="T71" fmla="*/ 2147483646 h 103"/>
              <a:gd name="T72" fmla="*/ 2147483646 w 103"/>
              <a:gd name="T73" fmla="*/ 2147483646 h 103"/>
              <a:gd name="T74" fmla="*/ 2147483646 w 103"/>
              <a:gd name="T75" fmla="*/ 2147483646 h 103"/>
              <a:gd name="T76" fmla="*/ 2147483646 w 103"/>
              <a:gd name="T77" fmla="*/ 2147483646 h 103"/>
              <a:gd name="T78" fmla="*/ 2147483646 w 103"/>
              <a:gd name="T79" fmla="*/ 2147483646 h 103"/>
              <a:gd name="T80" fmla="*/ 2147483646 w 103"/>
              <a:gd name="T81" fmla="*/ 2147483646 h 103"/>
              <a:gd name="T82" fmla="*/ 2147483646 w 103"/>
              <a:gd name="T83" fmla="*/ 2147483646 h 103"/>
              <a:gd name="T84" fmla="*/ 2147483646 w 103"/>
              <a:gd name="T85" fmla="*/ 2147483646 h 103"/>
              <a:gd name="T86" fmla="*/ 2147483646 w 103"/>
              <a:gd name="T87" fmla="*/ 2147483646 h 103"/>
              <a:gd name="T88" fmla="*/ 2147483646 w 103"/>
              <a:gd name="T89" fmla="*/ 2147483646 h 103"/>
              <a:gd name="T90" fmla="*/ 2147483646 w 103"/>
              <a:gd name="T91" fmla="*/ 2147483646 h 103"/>
              <a:gd name="T92" fmla="*/ 2147483646 w 103"/>
              <a:gd name="T93" fmla="*/ 2147483646 h 103"/>
              <a:gd name="T94" fmla="*/ 2147483646 w 103"/>
              <a:gd name="T95" fmla="*/ 2147483646 h 103"/>
              <a:gd name="T96" fmla="*/ 2147483646 w 103"/>
              <a:gd name="T97" fmla="*/ 2147483646 h 103"/>
              <a:gd name="T98" fmla="*/ 2147483646 w 103"/>
              <a:gd name="T99" fmla="*/ 2147483646 h 103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103" h="103">
                <a:moveTo>
                  <a:pt x="57" y="103"/>
                </a:moveTo>
                <a:cubicBezTo>
                  <a:pt x="47" y="103"/>
                  <a:pt x="47" y="103"/>
                  <a:pt x="47" y="103"/>
                </a:cubicBezTo>
                <a:cubicBezTo>
                  <a:pt x="45" y="103"/>
                  <a:pt x="43" y="101"/>
                  <a:pt x="42" y="99"/>
                </a:cubicBezTo>
                <a:cubicBezTo>
                  <a:pt x="41" y="89"/>
                  <a:pt x="41" y="89"/>
                  <a:pt x="41" y="89"/>
                </a:cubicBezTo>
                <a:cubicBezTo>
                  <a:pt x="41" y="88"/>
                  <a:pt x="40" y="88"/>
                  <a:pt x="40" y="88"/>
                </a:cubicBezTo>
                <a:cubicBezTo>
                  <a:pt x="38" y="87"/>
                  <a:pt x="36" y="87"/>
                  <a:pt x="34" y="86"/>
                </a:cubicBezTo>
                <a:cubicBezTo>
                  <a:pt x="34" y="85"/>
                  <a:pt x="33" y="85"/>
                  <a:pt x="33" y="86"/>
                </a:cubicBezTo>
                <a:cubicBezTo>
                  <a:pt x="25" y="92"/>
                  <a:pt x="25" y="92"/>
                  <a:pt x="25" y="92"/>
                </a:cubicBezTo>
                <a:cubicBezTo>
                  <a:pt x="23" y="93"/>
                  <a:pt x="20" y="93"/>
                  <a:pt x="19" y="91"/>
                </a:cubicBezTo>
                <a:cubicBezTo>
                  <a:pt x="12" y="84"/>
                  <a:pt x="12" y="84"/>
                  <a:pt x="12" y="84"/>
                </a:cubicBezTo>
                <a:cubicBezTo>
                  <a:pt x="10" y="83"/>
                  <a:pt x="10" y="80"/>
                  <a:pt x="11" y="78"/>
                </a:cubicBezTo>
                <a:cubicBezTo>
                  <a:pt x="17" y="70"/>
                  <a:pt x="17" y="70"/>
                  <a:pt x="17" y="70"/>
                </a:cubicBezTo>
                <a:cubicBezTo>
                  <a:pt x="18" y="70"/>
                  <a:pt x="18" y="69"/>
                  <a:pt x="17" y="69"/>
                </a:cubicBezTo>
                <a:cubicBezTo>
                  <a:pt x="16" y="67"/>
                  <a:pt x="16" y="65"/>
                  <a:pt x="15" y="63"/>
                </a:cubicBezTo>
                <a:cubicBezTo>
                  <a:pt x="15" y="63"/>
                  <a:pt x="14" y="62"/>
                  <a:pt x="14" y="62"/>
                </a:cubicBezTo>
                <a:cubicBezTo>
                  <a:pt x="4" y="61"/>
                  <a:pt x="4" y="61"/>
                  <a:pt x="4" y="61"/>
                </a:cubicBezTo>
                <a:cubicBezTo>
                  <a:pt x="2" y="60"/>
                  <a:pt x="0" y="58"/>
                  <a:pt x="0" y="56"/>
                </a:cubicBezTo>
                <a:cubicBezTo>
                  <a:pt x="0" y="46"/>
                  <a:pt x="0" y="46"/>
                  <a:pt x="0" y="46"/>
                </a:cubicBezTo>
                <a:cubicBezTo>
                  <a:pt x="0" y="44"/>
                  <a:pt x="2" y="42"/>
                  <a:pt x="4" y="42"/>
                </a:cubicBezTo>
                <a:cubicBezTo>
                  <a:pt x="14" y="40"/>
                  <a:pt x="14" y="40"/>
                  <a:pt x="14" y="40"/>
                </a:cubicBezTo>
                <a:cubicBezTo>
                  <a:pt x="14" y="40"/>
                  <a:pt x="15" y="40"/>
                  <a:pt x="15" y="39"/>
                </a:cubicBezTo>
                <a:cubicBezTo>
                  <a:pt x="16" y="37"/>
                  <a:pt x="16" y="35"/>
                  <a:pt x="17" y="34"/>
                </a:cubicBezTo>
                <a:cubicBezTo>
                  <a:pt x="18" y="33"/>
                  <a:pt x="18" y="33"/>
                  <a:pt x="17" y="32"/>
                </a:cubicBezTo>
                <a:cubicBezTo>
                  <a:pt x="11" y="24"/>
                  <a:pt x="11" y="24"/>
                  <a:pt x="11" y="24"/>
                </a:cubicBezTo>
                <a:cubicBezTo>
                  <a:pt x="10" y="22"/>
                  <a:pt x="10" y="20"/>
                  <a:pt x="12" y="18"/>
                </a:cubicBezTo>
                <a:cubicBezTo>
                  <a:pt x="19" y="11"/>
                  <a:pt x="19" y="11"/>
                  <a:pt x="19" y="11"/>
                </a:cubicBezTo>
                <a:cubicBezTo>
                  <a:pt x="20" y="10"/>
                  <a:pt x="23" y="9"/>
                  <a:pt x="25" y="11"/>
                </a:cubicBezTo>
                <a:cubicBezTo>
                  <a:pt x="33" y="17"/>
                  <a:pt x="33" y="17"/>
                  <a:pt x="33" y="17"/>
                </a:cubicBezTo>
                <a:cubicBezTo>
                  <a:pt x="33" y="17"/>
                  <a:pt x="34" y="17"/>
                  <a:pt x="34" y="17"/>
                </a:cubicBezTo>
                <a:cubicBezTo>
                  <a:pt x="36" y="16"/>
                  <a:pt x="38" y="15"/>
                  <a:pt x="40" y="14"/>
                </a:cubicBezTo>
                <a:cubicBezTo>
                  <a:pt x="40" y="14"/>
                  <a:pt x="41" y="14"/>
                  <a:pt x="41" y="14"/>
                </a:cubicBezTo>
                <a:cubicBezTo>
                  <a:pt x="42" y="3"/>
                  <a:pt x="42" y="3"/>
                  <a:pt x="42" y="3"/>
                </a:cubicBezTo>
                <a:cubicBezTo>
                  <a:pt x="43" y="1"/>
                  <a:pt x="45" y="0"/>
                  <a:pt x="47" y="0"/>
                </a:cubicBezTo>
                <a:cubicBezTo>
                  <a:pt x="57" y="0"/>
                  <a:pt x="57" y="0"/>
                  <a:pt x="57" y="0"/>
                </a:cubicBezTo>
                <a:cubicBezTo>
                  <a:pt x="59" y="0"/>
                  <a:pt x="61" y="1"/>
                  <a:pt x="61" y="3"/>
                </a:cubicBezTo>
                <a:cubicBezTo>
                  <a:pt x="63" y="14"/>
                  <a:pt x="63" y="14"/>
                  <a:pt x="63" y="14"/>
                </a:cubicBezTo>
                <a:cubicBezTo>
                  <a:pt x="63" y="14"/>
                  <a:pt x="63" y="14"/>
                  <a:pt x="64" y="14"/>
                </a:cubicBezTo>
                <a:cubicBezTo>
                  <a:pt x="66" y="15"/>
                  <a:pt x="68" y="16"/>
                  <a:pt x="69" y="17"/>
                </a:cubicBezTo>
                <a:cubicBezTo>
                  <a:pt x="70" y="17"/>
                  <a:pt x="70" y="17"/>
                  <a:pt x="71" y="17"/>
                </a:cubicBezTo>
                <a:cubicBezTo>
                  <a:pt x="79" y="11"/>
                  <a:pt x="79" y="11"/>
                  <a:pt x="79" y="11"/>
                </a:cubicBezTo>
                <a:cubicBezTo>
                  <a:pt x="81" y="9"/>
                  <a:pt x="83" y="10"/>
                  <a:pt x="85" y="11"/>
                </a:cubicBezTo>
                <a:cubicBezTo>
                  <a:pt x="92" y="18"/>
                  <a:pt x="92" y="18"/>
                  <a:pt x="92" y="18"/>
                </a:cubicBezTo>
                <a:cubicBezTo>
                  <a:pt x="93" y="20"/>
                  <a:pt x="94" y="22"/>
                  <a:pt x="92" y="24"/>
                </a:cubicBezTo>
                <a:cubicBezTo>
                  <a:pt x="86" y="32"/>
                  <a:pt x="86" y="32"/>
                  <a:pt x="86" y="32"/>
                </a:cubicBezTo>
                <a:cubicBezTo>
                  <a:pt x="86" y="33"/>
                  <a:pt x="86" y="33"/>
                  <a:pt x="86" y="34"/>
                </a:cubicBezTo>
                <a:cubicBezTo>
                  <a:pt x="87" y="35"/>
                  <a:pt x="88" y="37"/>
                  <a:pt x="89" y="39"/>
                </a:cubicBezTo>
                <a:cubicBezTo>
                  <a:pt x="89" y="40"/>
                  <a:pt x="89" y="40"/>
                  <a:pt x="89" y="40"/>
                </a:cubicBezTo>
                <a:cubicBezTo>
                  <a:pt x="100" y="42"/>
                  <a:pt x="100" y="42"/>
                  <a:pt x="100" y="42"/>
                </a:cubicBezTo>
                <a:cubicBezTo>
                  <a:pt x="100" y="42"/>
                  <a:pt x="100" y="42"/>
                  <a:pt x="100" y="42"/>
                </a:cubicBezTo>
                <a:cubicBezTo>
                  <a:pt x="102" y="42"/>
                  <a:pt x="103" y="44"/>
                  <a:pt x="103" y="46"/>
                </a:cubicBezTo>
                <a:cubicBezTo>
                  <a:pt x="103" y="56"/>
                  <a:pt x="103" y="56"/>
                  <a:pt x="103" y="56"/>
                </a:cubicBezTo>
                <a:cubicBezTo>
                  <a:pt x="103" y="58"/>
                  <a:pt x="102" y="60"/>
                  <a:pt x="100" y="61"/>
                </a:cubicBezTo>
                <a:cubicBezTo>
                  <a:pt x="89" y="62"/>
                  <a:pt x="89" y="62"/>
                  <a:pt x="89" y="62"/>
                </a:cubicBezTo>
                <a:cubicBezTo>
                  <a:pt x="89" y="62"/>
                  <a:pt x="89" y="63"/>
                  <a:pt x="89" y="63"/>
                </a:cubicBezTo>
                <a:cubicBezTo>
                  <a:pt x="88" y="65"/>
                  <a:pt x="87" y="67"/>
                  <a:pt x="86" y="69"/>
                </a:cubicBezTo>
                <a:cubicBezTo>
                  <a:pt x="86" y="69"/>
                  <a:pt x="86" y="70"/>
                  <a:pt x="86" y="70"/>
                </a:cubicBezTo>
                <a:cubicBezTo>
                  <a:pt x="92" y="78"/>
                  <a:pt x="92" y="78"/>
                  <a:pt x="92" y="78"/>
                </a:cubicBezTo>
                <a:cubicBezTo>
                  <a:pt x="94" y="80"/>
                  <a:pt x="93" y="83"/>
                  <a:pt x="92" y="84"/>
                </a:cubicBezTo>
                <a:cubicBezTo>
                  <a:pt x="85" y="91"/>
                  <a:pt x="85" y="91"/>
                  <a:pt x="85" y="91"/>
                </a:cubicBezTo>
                <a:cubicBezTo>
                  <a:pt x="83" y="93"/>
                  <a:pt x="81" y="93"/>
                  <a:pt x="79" y="92"/>
                </a:cubicBezTo>
                <a:cubicBezTo>
                  <a:pt x="71" y="86"/>
                  <a:pt x="71" y="86"/>
                  <a:pt x="71" y="86"/>
                </a:cubicBezTo>
                <a:cubicBezTo>
                  <a:pt x="70" y="85"/>
                  <a:pt x="70" y="85"/>
                  <a:pt x="69" y="86"/>
                </a:cubicBezTo>
                <a:cubicBezTo>
                  <a:pt x="68" y="87"/>
                  <a:pt x="66" y="87"/>
                  <a:pt x="64" y="88"/>
                </a:cubicBezTo>
                <a:cubicBezTo>
                  <a:pt x="63" y="88"/>
                  <a:pt x="63" y="89"/>
                  <a:pt x="63" y="89"/>
                </a:cubicBezTo>
                <a:cubicBezTo>
                  <a:pt x="61" y="99"/>
                  <a:pt x="61" y="99"/>
                  <a:pt x="61" y="99"/>
                </a:cubicBezTo>
                <a:cubicBezTo>
                  <a:pt x="61" y="101"/>
                  <a:pt x="59" y="103"/>
                  <a:pt x="57" y="103"/>
                </a:cubicBezTo>
                <a:close/>
                <a:moveTo>
                  <a:pt x="47" y="98"/>
                </a:moveTo>
                <a:cubicBezTo>
                  <a:pt x="57" y="98"/>
                  <a:pt x="57" y="98"/>
                  <a:pt x="57" y="98"/>
                </a:cubicBezTo>
                <a:cubicBezTo>
                  <a:pt x="58" y="88"/>
                  <a:pt x="58" y="88"/>
                  <a:pt x="58" y="88"/>
                </a:cubicBezTo>
                <a:cubicBezTo>
                  <a:pt x="58" y="86"/>
                  <a:pt x="60" y="84"/>
                  <a:pt x="62" y="84"/>
                </a:cubicBezTo>
                <a:cubicBezTo>
                  <a:pt x="64" y="83"/>
                  <a:pt x="66" y="82"/>
                  <a:pt x="67" y="81"/>
                </a:cubicBezTo>
                <a:cubicBezTo>
                  <a:pt x="69" y="80"/>
                  <a:pt x="72" y="81"/>
                  <a:pt x="73" y="82"/>
                </a:cubicBezTo>
                <a:cubicBezTo>
                  <a:pt x="82" y="88"/>
                  <a:pt x="82" y="88"/>
                  <a:pt x="82" y="88"/>
                </a:cubicBezTo>
                <a:cubicBezTo>
                  <a:pt x="88" y="81"/>
                  <a:pt x="88" y="81"/>
                  <a:pt x="88" y="81"/>
                </a:cubicBezTo>
                <a:cubicBezTo>
                  <a:pt x="82" y="73"/>
                  <a:pt x="82" y="73"/>
                  <a:pt x="82" y="73"/>
                </a:cubicBezTo>
                <a:cubicBezTo>
                  <a:pt x="81" y="71"/>
                  <a:pt x="81" y="69"/>
                  <a:pt x="82" y="67"/>
                </a:cubicBezTo>
                <a:cubicBezTo>
                  <a:pt x="83" y="65"/>
                  <a:pt x="84" y="63"/>
                  <a:pt x="84" y="62"/>
                </a:cubicBezTo>
                <a:cubicBezTo>
                  <a:pt x="85" y="60"/>
                  <a:pt x="87" y="58"/>
                  <a:pt x="89" y="58"/>
                </a:cubicBezTo>
                <a:cubicBezTo>
                  <a:pt x="99" y="56"/>
                  <a:pt x="99" y="56"/>
                  <a:pt x="99" y="56"/>
                </a:cubicBezTo>
                <a:cubicBezTo>
                  <a:pt x="99" y="46"/>
                  <a:pt x="99" y="46"/>
                  <a:pt x="99" y="46"/>
                </a:cubicBezTo>
                <a:cubicBezTo>
                  <a:pt x="89" y="45"/>
                  <a:pt x="89" y="45"/>
                  <a:pt x="89" y="45"/>
                </a:cubicBezTo>
                <a:cubicBezTo>
                  <a:pt x="87" y="45"/>
                  <a:pt x="85" y="43"/>
                  <a:pt x="84" y="41"/>
                </a:cubicBezTo>
                <a:cubicBezTo>
                  <a:pt x="84" y="39"/>
                  <a:pt x="83" y="37"/>
                  <a:pt x="82" y="36"/>
                </a:cubicBezTo>
                <a:cubicBezTo>
                  <a:pt x="81" y="34"/>
                  <a:pt x="81" y="31"/>
                  <a:pt x="82" y="30"/>
                </a:cubicBezTo>
                <a:cubicBezTo>
                  <a:pt x="88" y="22"/>
                  <a:pt x="88" y="22"/>
                  <a:pt x="88" y="22"/>
                </a:cubicBezTo>
                <a:cubicBezTo>
                  <a:pt x="82" y="15"/>
                  <a:pt x="82" y="15"/>
                  <a:pt x="82" y="15"/>
                </a:cubicBezTo>
                <a:cubicBezTo>
                  <a:pt x="73" y="21"/>
                  <a:pt x="73" y="21"/>
                  <a:pt x="73" y="21"/>
                </a:cubicBezTo>
                <a:cubicBezTo>
                  <a:pt x="72" y="22"/>
                  <a:pt x="69" y="22"/>
                  <a:pt x="67" y="21"/>
                </a:cubicBezTo>
                <a:cubicBezTo>
                  <a:pt x="66" y="20"/>
                  <a:pt x="64" y="19"/>
                  <a:pt x="62" y="19"/>
                </a:cubicBezTo>
                <a:cubicBezTo>
                  <a:pt x="60" y="18"/>
                  <a:pt x="58" y="16"/>
                  <a:pt x="58" y="14"/>
                </a:cubicBezTo>
                <a:cubicBezTo>
                  <a:pt x="57" y="4"/>
                  <a:pt x="57" y="4"/>
                  <a:pt x="57" y="4"/>
                </a:cubicBezTo>
                <a:cubicBezTo>
                  <a:pt x="47" y="4"/>
                  <a:pt x="47" y="4"/>
                  <a:pt x="47" y="4"/>
                </a:cubicBezTo>
                <a:cubicBezTo>
                  <a:pt x="45" y="14"/>
                  <a:pt x="45" y="14"/>
                  <a:pt x="45" y="14"/>
                </a:cubicBezTo>
                <a:cubicBezTo>
                  <a:pt x="45" y="16"/>
                  <a:pt x="44" y="18"/>
                  <a:pt x="41" y="19"/>
                </a:cubicBezTo>
                <a:cubicBezTo>
                  <a:pt x="40" y="19"/>
                  <a:pt x="38" y="20"/>
                  <a:pt x="36" y="21"/>
                </a:cubicBezTo>
                <a:cubicBezTo>
                  <a:pt x="34" y="22"/>
                  <a:pt x="32" y="22"/>
                  <a:pt x="30" y="21"/>
                </a:cubicBezTo>
                <a:cubicBezTo>
                  <a:pt x="22" y="15"/>
                  <a:pt x="22" y="15"/>
                  <a:pt x="22" y="15"/>
                </a:cubicBezTo>
                <a:cubicBezTo>
                  <a:pt x="15" y="21"/>
                  <a:pt x="15" y="21"/>
                  <a:pt x="15" y="21"/>
                </a:cubicBezTo>
                <a:cubicBezTo>
                  <a:pt x="21" y="30"/>
                  <a:pt x="21" y="30"/>
                  <a:pt x="21" y="30"/>
                </a:cubicBezTo>
                <a:cubicBezTo>
                  <a:pt x="22" y="31"/>
                  <a:pt x="23" y="34"/>
                  <a:pt x="22" y="36"/>
                </a:cubicBezTo>
                <a:cubicBezTo>
                  <a:pt x="21" y="37"/>
                  <a:pt x="20" y="39"/>
                  <a:pt x="19" y="41"/>
                </a:cubicBezTo>
                <a:cubicBezTo>
                  <a:pt x="19" y="43"/>
                  <a:pt x="17" y="45"/>
                  <a:pt x="15" y="45"/>
                </a:cubicBezTo>
                <a:cubicBezTo>
                  <a:pt x="5" y="46"/>
                  <a:pt x="5" y="46"/>
                  <a:pt x="5" y="46"/>
                </a:cubicBezTo>
                <a:cubicBezTo>
                  <a:pt x="5" y="56"/>
                  <a:pt x="5" y="56"/>
                  <a:pt x="5" y="56"/>
                </a:cubicBezTo>
                <a:cubicBezTo>
                  <a:pt x="15" y="58"/>
                  <a:pt x="15" y="58"/>
                  <a:pt x="15" y="58"/>
                </a:cubicBezTo>
                <a:cubicBezTo>
                  <a:pt x="17" y="58"/>
                  <a:pt x="19" y="60"/>
                  <a:pt x="19" y="62"/>
                </a:cubicBezTo>
                <a:cubicBezTo>
                  <a:pt x="20" y="63"/>
                  <a:pt x="21" y="65"/>
                  <a:pt x="22" y="67"/>
                </a:cubicBezTo>
                <a:cubicBezTo>
                  <a:pt x="23" y="69"/>
                  <a:pt x="22" y="71"/>
                  <a:pt x="21" y="73"/>
                </a:cubicBezTo>
                <a:cubicBezTo>
                  <a:pt x="15" y="81"/>
                  <a:pt x="15" y="81"/>
                  <a:pt x="15" y="81"/>
                </a:cubicBezTo>
                <a:cubicBezTo>
                  <a:pt x="22" y="88"/>
                  <a:pt x="22" y="88"/>
                  <a:pt x="22" y="88"/>
                </a:cubicBezTo>
                <a:cubicBezTo>
                  <a:pt x="30" y="82"/>
                  <a:pt x="30" y="82"/>
                  <a:pt x="30" y="82"/>
                </a:cubicBezTo>
                <a:cubicBezTo>
                  <a:pt x="32" y="81"/>
                  <a:pt x="34" y="80"/>
                  <a:pt x="36" y="81"/>
                </a:cubicBezTo>
                <a:cubicBezTo>
                  <a:pt x="38" y="82"/>
                  <a:pt x="40" y="83"/>
                  <a:pt x="41" y="84"/>
                </a:cubicBezTo>
                <a:cubicBezTo>
                  <a:pt x="44" y="84"/>
                  <a:pt x="45" y="86"/>
                  <a:pt x="45" y="88"/>
                </a:cubicBezTo>
                <a:lnTo>
                  <a:pt x="47" y="98"/>
                </a:lnTo>
                <a:close/>
                <a:moveTo>
                  <a:pt x="15" y="81"/>
                </a:moveTo>
                <a:cubicBezTo>
                  <a:pt x="15" y="81"/>
                  <a:pt x="15" y="81"/>
                  <a:pt x="15" y="81"/>
                </a:cubicBezTo>
                <a:close/>
                <a:moveTo>
                  <a:pt x="88" y="81"/>
                </a:moveTo>
                <a:cubicBezTo>
                  <a:pt x="88" y="81"/>
                  <a:pt x="88" y="81"/>
                  <a:pt x="88" y="81"/>
                </a:cubicBezTo>
                <a:close/>
                <a:moveTo>
                  <a:pt x="99" y="56"/>
                </a:moveTo>
                <a:cubicBezTo>
                  <a:pt x="99" y="56"/>
                  <a:pt x="99" y="56"/>
                  <a:pt x="99" y="56"/>
                </a:cubicBezTo>
                <a:close/>
                <a:moveTo>
                  <a:pt x="5" y="56"/>
                </a:moveTo>
                <a:cubicBezTo>
                  <a:pt x="5" y="56"/>
                  <a:pt x="5" y="56"/>
                  <a:pt x="5" y="56"/>
                </a:cubicBezTo>
                <a:close/>
                <a:moveTo>
                  <a:pt x="99" y="56"/>
                </a:moveTo>
                <a:cubicBezTo>
                  <a:pt x="99" y="56"/>
                  <a:pt x="99" y="56"/>
                  <a:pt x="99" y="56"/>
                </a:cubicBezTo>
                <a:close/>
                <a:moveTo>
                  <a:pt x="5" y="56"/>
                </a:moveTo>
                <a:cubicBezTo>
                  <a:pt x="5" y="56"/>
                  <a:pt x="5" y="56"/>
                  <a:pt x="5" y="56"/>
                </a:cubicBezTo>
                <a:cubicBezTo>
                  <a:pt x="5" y="56"/>
                  <a:pt x="5" y="56"/>
                  <a:pt x="5" y="56"/>
                </a:cubicBezTo>
                <a:close/>
                <a:moveTo>
                  <a:pt x="82" y="15"/>
                </a:moveTo>
                <a:cubicBezTo>
                  <a:pt x="82" y="15"/>
                  <a:pt x="82" y="15"/>
                  <a:pt x="82" y="15"/>
                </a:cubicBezTo>
                <a:cubicBezTo>
                  <a:pt x="82" y="15"/>
                  <a:pt x="82" y="15"/>
                  <a:pt x="82" y="15"/>
                </a:cubicBezTo>
                <a:close/>
                <a:moveTo>
                  <a:pt x="81" y="15"/>
                </a:moveTo>
                <a:cubicBezTo>
                  <a:pt x="81" y="15"/>
                  <a:pt x="81" y="15"/>
                  <a:pt x="81" y="15"/>
                </a:cubicBezTo>
                <a:close/>
                <a:moveTo>
                  <a:pt x="52" y="72"/>
                </a:moveTo>
                <a:cubicBezTo>
                  <a:pt x="46" y="72"/>
                  <a:pt x="41" y="70"/>
                  <a:pt x="37" y="66"/>
                </a:cubicBezTo>
                <a:cubicBezTo>
                  <a:pt x="32" y="61"/>
                  <a:pt x="30" y="54"/>
                  <a:pt x="32" y="46"/>
                </a:cubicBezTo>
                <a:cubicBezTo>
                  <a:pt x="34" y="39"/>
                  <a:pt x="40" y="33"/>
                  <a:pt x="47" y="31"/>
                </a:cubicBezTo>
                <a:cubicBezTo>
                  <a:pt x="54" y="30"/>
                  <a:pt x="61" y="32"/>
                  <a:pt x="66" y="37"/>
                </a:cubicBezTo>
                <a:cubicBezTo>
                  <a:pt x="71" y="42"/>
                  <a:pt x="73" y="49"/>
                  <a:pt x="72" y="56"/>
                </a:cubicBezTo>
                <a:cubicBezTo>
                  <a:pt x="70" y="63"/>
                  <a:pt x="64" y="70"/>
                  <a:pt x="56" y="71"/>
                </a:cubicBezTo>
                <a:cubicBezTo>
                  <a:pt x="55" y="72"/>
                  <a:pt x="53" y="72"/>
                  <a:pt x="52" y="72"/>
                </a:cubicBezTo>
                <a:close/>
                <a:moveTo>
                  <a:pt x="52" y="35"/>
                </a:moveTo>
                <a:cubicBezTo>
                  <a:pt x="51" y="35"/>
                  <a:pt x="49" y="36"/>
                  <a:pt x="48" y="36"/>
                </a:cubicBezTo>
                <a:cubicBezTo>
                  <a:pt x="42" y="37"/>
                  <a:pt x="38" y="42"/>
                  <a:pt x="36" y="48"/>
                </a:cubicBezTo>
                <a:cubicBezTo>
                  <a:pt x="35" y="53"/>
                  <a:pt x="37" y="59"/>
                  <a:pt x="41" y="62"/>
                </a:cubicBezTo>
                <a:cubicBezTo>
                  <a:pt x="44" y="66"/>
                  <a:pt x="50" y="68"/>
                  <a:pt x="55" y="67"/>
                </a:cubicBezTo>
                <a:cubicBezTo>
                  <a:pt x="55" y="67"/>
                  <a:pt x="55" y="67"/>
                  <a:pt x="55" y="67"/>
                </a:cubicBezTo>
                <a:cubicBezTo>
                  <a:pt x="61" y="65"/>
                  <a:pt x="66" y="61"/>
                  <a:pt x="67" y="55"/>
                </a:cubicBezTo>
                <a:cubicBezTo>
                  <a:pt x="68" y="49"/>
                  <a:pt x="67" y="44"/>
                  <a:pt x="63" y="40"/>
                </a:cubicBezTo>
                <a:cubicBezTo>
                  <a:pt x="60" y="37"/>
                  <a:pt x="56" y="35"/>
                  <a:pt x="52" y="3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Freeform 52"/>
          <p:cNvSpPr>
            <a:spLocks noEditPoints="1"/>
          </p:cNvSpPr>
          <p:nvPr/>
        </p:nvSpPr>
        <p:spPr bwMode="auto">
          <a:xfrm>
            <a:off x="6895168" y="4526999"/>
            <a:ext cx="420742" cy="362306"/>
          </a:xfrm>
          <a:custGeom>
            <a:avLst/>
            <a:gdLst>
              <a:gd name="T0" fmla="*/ 2147483646 w 108"/>
              <a:gd name="T1" fmla="*/ 2147483646 h 93"/>
              <a:gd name="T2" fmla="*/ 0 w 108"/>
              <a:gd name="T3" fmla="*/ 2147483646 h 93"/>
              <a:gd name="T4" fmla="*/ 2147483646 w 108"/>
              <a:gd name="T5" fmla="*/ 2147483646 h 93"/>
              <a:gd name="T6" fmla="*/ 2147483646 w 108"/>
              <a:gd name="T7" fmla="*/ 2147483646 h 93"/>
              <a:gd name="T8" fmla="*/ 2147483646 w 108"/>
              <a:gd name="T9" fmla="*/ 2147483646 h 93"/>
              <a:gd name="T10" fmla="*/ 2147483646 w 108"/>
              <a:gd name="T11" fmla="*/ 2147483646 h 93"/>
              <a:gd name="T12" fmla="*/ 2147483646 w 108"/>
              <a:gd name="T13" fmla="*/ 2147483646 h 93"/>
              <a:gd name="T14" fmla="*/ 2147483646 w 108"/>
              <a:gd name="T15" fmla="*/ 2147483646 h 93"/>
              <a:gd name="T16" fmla="*/ 2147483646 w 108"/>
              <a:gd name="T17" fmla="*/ 2147483646 h 93"/>
              <a:gd name="T18" fmla="*/ 2147483646 w 108"/>
              <a:gd name="T19" fmla="*/ 2147483646 h 93"/>
              <a:gd name="T20" fmla="*/ 2147483646 w 108"/>
              <a:gd name="T21" fmla="*/ 2147483646 h 93"/>
              <a:gd name="T22" fmla="*/ 2147483646 w 108"/>
              <a:gd name="T23" fmla="*/ 2147483646 h 93"/>
              <a:gd name="T24" fmla="*/ 2147483646 w 108"/>
              <a:gd name="T25" fmla="*/ 2147483646 h 93"/>
              <a:gd name="T26" fmla="*/ 2147483646 w 108"/>
              <a:gd name="T27" fmla="*/ 2147483646 h 93"/>
              <a:gd name="T28" fmla="*/ 2147483646 w 108"/>
              <a:gd name="T29" fmla="*/ 2147483646 h 93"/>
              <a:gd name="T30" fmla="*/ 2147483646 w 108"/>
              <a:gd name="T31" fmla="*/ 2147483646 h 93"/>
              <a:gd name="T32" fmla="*/ 2147483646 w 108"/>
              <a:gd name="T33" fmla="*/ 2147483646 h 93"/>
              <a:gd name="T34" fmla="*/ 2147483646 w 108"/>
              <a:gd name="T35" fmla="*/ 2147483646 h 93"/>
              <a:gd name="T36" fmla="*/ 2147483646 w 108"/>
              <a:gd name="T37" fmla="*/ 2147483646 h 93"/>
              <a:gd name="T38" fmla="*/ 2147483646 w 108"/>
              <a:gd name="T39" fmla="*/ 2147483646 h 93"/>
              <a:gd name="T40" fmla="*/ 2147483646 w 108"/>
              <a:gd name="T41" fmla="*/ 2147483646 h 93"/>
              <a:gd name="T42" fmla="*/ 2147483646 w 108"/>
              <a:gd name="T43" fmla="*/ 2147483646 h 93"/>
              <a:gd name="T44" fmla="*/ 2147483646 w 108"/>
              <a:gd name="T45" fmla="*/ 2147483646 h 93"/>
              <a:gd name="T46" fmla="*/ 2147483646 w 108"/>
              <a:gd name="T47" fmla="*/ 2147483646 h 93"/>
              <a:gd name="T48" fmla="*/ 0 w 108"/>
              <a:gd name="T49" fmla="*/ 2147483646 h 93"/>
              <a:gd name="T50" fmla="*/ 2147483646 w 108"/>
              <a:gd name="T51" fmla="*/ 2147483646 h 93"/>
              <a:gd name="T52" fmla="*/ 2147483646 w 108"/>
              <a:gd name="T53" fmla="*/ 2147483646 h 93"/>
              <a:gd name="T54" fmla="*/ 2147483646 w 108"/>
              <a:gd name="T55" fmla="*/ 2147483646 h 93"/>
              <a:gd name="T56" fmla="*/ 2147483646 w 108"/>
              <a:gd name="T57" fmla="*/ 2147483646 h 93"/>
              <a:gd name="T58" fmla="*/ 2147483646 w 108"/>
              <a:gd name="T59" fmla="*/ 2147483646 h 93"/>
              <a:gd name="T60" fmla="*/ 2147483646 w 108"/>
              <a:gd name="T61" fmla="*/ 2147483646 h 93"/>
              <a:gd name="T62" fmla="*/ 2147483646 w 108"/>
              <a:gd name="T63" fmla="*/ 2147483646 h 93"/>
              <a:gd name="T64" fmla="*/ 2147483646 w 108"/>
              <a:gd name="T65" fmla="*/ 0 h 93"/>
              <a:gd name="T66" fmla="*/ 2147483646 w 108"/>
              <a:gd name="T67" fmla="*/ 2147483646 h 9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108" h="93">
                <a:moveTo>
                  <a:pt x="95" y="93"/>
                </a:moveTo>
                <a:cubicBezTo>
                  <a:pt x="12" y="93"/>
                  <a:pt x="12" y="93"/>
                  <a:pt x="12" y="93"/>
                </a:cubicBezTo>
                <a:cubicBezTo>
                  <a:pt x="6" y="93"/>
                  <a:pt x="0" y="88"/>
                  <a:pt x="0" y="81"/>
                </a:cubicBezTo>
                <a:cubicBezTo>
                  <a:pt x="0" y="60"/>
                  <a:pt x="0" y="60"/>
                  <a:pt x="0" y="60"/>
                </a:cubicBezTo>
                <a:cubicBezTo>
                  <a:pt x="0" y="59"/>
                  <a:pt x="1" y="58"/>
                  <a:pt x="2" y="58"/>
                </a:cubicBezTo>
                <a:cubicBezTo>
                  <a:pt x="4" y="58"/>
                  <a:pt x="5" y="59"/>
                  <a:pt x="5" y="60"/>
                </a:cubicBezTo>
                <a:cubicBezTo>
                  <a:pt x="5" y="81"/>
                  <a:pt x="5" y="81"/>
                  <a:pt x="5" y="81"/>
                </a:cubicBezTo>
                <a:cubicBezTo>
                  <a:pt x="5" y="85"/>
                  <a:pt x="8" y="89"/>
                  <a:pt x="12" y="89"/>
                </a:cubicBezTo>
                <a:cubicBezTo>
                  <a:pt x="95" y="89"/>
                  <a:pt x="95" y="89"/>
                  <a:pt x="95" y="89"/>
                </a:cubicBezTo>
                <a:cubicBezTo>
                  <a:pt x="100" y="89"/>
                  <a:pt x="103" y="85"/>
                  <a:pt x="103" y="81"/>
                </a:cubicBezTo>
                <a:cubicBezTo>
                  <a:pt x="103" y="61"/>
                  <a:pt x="103" y="61"/>
                  <a:pt x="103" y="61"/>
                </a:cubicBezTo>
                <a:cubicBezTo>
                  <a:pt x="103" y="59"/>
                  <a:pt x="104" y="58"/>
                  <a:pt x="106" y="58"/>
                </a:cubicBezTo>
                <a:cubicBezTo>
                  <a:pt x="107" y="58"/>
                  <a:pt x="108" y="59"/>
                  <a:pt x="108" y="61"/>
                </a:cubicBezTo>
                <a:cubicBezTo>
                  <a:pt x="108" y="81"/>
                  <a:pt x="108" y="81"/>
                  <a:pt x="108" y="81"/>
                </a:cubicBezTo>
                <a:cubicBezTo>
                  <a:pt x="108" y="88"/>
                  <a:pt x="102" y="93"/>
                  <a:pt x="95" y="93"/>
                </a:cubicBezTo>
                <a:close/>
                <a:moveTo>
                  <a:pt x="58" y="67"/>
                </a:moveTo>
                <a:cubicBezTo>
                  <a:pt x="50" y="67"/>
                  <a:pt x="50" y="67"/>
                  <a:pt x="50" y="67"/>
                </a:cubicBezTo>
                <a:cubicBezTo>
                  <a:pt x="46" y="67"/>
                  <a:pt x="43" y="64"/>
                  <a:pt x="43" y="60"/>
                </a:cubicBezTo>
                <a:cubicBezTo>
                  <a:pt x="43" y="50"/>
                  <a:pt x="43" y="50"/>
                  <a:pt x="43" y="50"/>
                </a:cubicBezTo>
                <a:cubicBezTo>
                  <a:pt x="43" y="46"/>
                  <a:pt x="46" y="43"/>
                  <a:pt x="50" y="43"/>
                </a:cubicBezTo>
                <a:cubicBezTo>
                  <a:pt x="58" y="43"/>
                  <a:pt x="58" y="43"/>
                  <a:pt x="58" y="43"/>
                </a:cubicBezTo>
                <a:cubicBezTo>
                  <a:pt x="62" y="43"/>
                  <a:pt x="64" y="46"/>
                  <a:pt x="64" y="50"/>
                </a:cubicBezTo>
                <a:cubicBezTo>
                  <a:pt x="64" y="60"/>
                  <a:pt x="64" y="60"/>
                  <a:pt x="64" y="60"/>
                </a:cubicBezTo>
                <a:cubicBezTo>
                  <a:pt x="64" y="64"/>
                  <a:pt x="62" y="67"/>
                  <a:pt x="58" y="67"/>
                </a:cubicBezTo>
                <a:close/>
                <a:moveTo>
                  <a:pt x="50" y="48"/>
                </a:moveTo>
                <a:cubicBezTo>
                  <a:pt x="49" y="48"/>
                  <a:pt x="48" y="48"/>
                  <a:pt x="48" y="50"/>
                </a:cubicBezTo>
                <a:cubicBezTo>
                  <a:pt x="48" y="60"/>
                  <a:pt x="48" y="60"/>
                  <a:pt x="48" y="60"/>
                </a:cubicBezTo>
                <a:cubicBezTo>
                  <a:pt x="48" y="61"/>
                  <a:pt x="49" y="62"/>
                  <a:pt x="50" y="62"/>
                </a:cubicBezTo>
                <a:cubicBezTo>
                  <a:pt x="58" y="62"/>
                  <a:pt x="58" y="62"/>
                  <a:pt x="58" y="62"/>
                </a:cubicBezTo>
                <a:cubicBezTo>
                  <a:pt x="59" y="62"/>
                  <a:pt x="60" y="61"/>
                  <a:pt x="60" y="60"/>
                </a:cubicBezTo>
                <a:cubicBezTo>
                  <a:pt x="60" y="50"/>
                  <a:pt x="60" y="50"/>
                  <a:pt x="60" y="50"/>
                </a:cubicBezTo>
                <a:cubicBezTo>
                  <a:pt x="60" y="48"/>
                  <a:pt x="59" y="48"/>
                  <a:pt x="58" y="48"/>
                </a:cubicBezTo>
                <a:lnTo>
                  <a:pt x="50" y="48"/>
                </a:lnTo>
                <a:close/>
                <a:moveTo>
                  <a:pt x="95" y="57"/>
                </a:moveTo>
                <a:cubicBezTo>
                  <a:pt x="71" y="57"/>
                  <a:pt x="71" y="57"/>
                  <a:pt x="71" y="57"/>
                </a:cubicBezTo>
                <a:cubicBezTo>
                  <a:pt x="70" y="57"/>
                  <a:pt x="69" y="56"/>
                  <a:pt x="69" y="55"/>
                </a:cubicBezTo>
                <a:cubicBezTo>
                  <a:pt x="69" y="53"/>
                  <a:pt x="70" y="52"/>
                  <a:pt x="71" y="52"/>
                </a:cubicBezTo>
                <a:cubicBezTo>
                  <a:pt x="95" y="52"/>
                  <a:pt x="95" y="52"/>
                  <a:pt x="95" y="52"/>
                </a:cubicBezTo>
                <a:cubicBezTo>
                  <a:pt x="100" y="52"/>
                  <a:pt x="103" y="49"/>
                  <a:pt x="103" y="45"/>
                </a:cubicBezTo>
                <a:cubicBezTo>
                  <a:pt x="103" y="29"/>
                  <a:pt x="103" y="29"/>
                  <a:pt x="103" y="29"/>
                </a:cubicBezTo>
                <a:cubicBezTo>
                  <a:pt x="103" y="24"/>
                  <a:pt x="100" y="21"/>
                  <a:pt x="95" y="21"/>
                </a:cubicBezTo>
                <a:cubicBezTo>
                  <a:pt x="12" y="21"/>
                  <a:pt x="12" y="21"/>
                  <a:pt x="12" y="21"/>
                </a:cubicBezTo>
                <a:cubicBezTo>
                  <a:pt x="8" y="21"/>
                  <a:pt x="5" y="24"/>
                  <a:pt x="5" y="29"/>
                </a:cubicBezTo>
                <a:cubicBezTo>
                  <a:pt x="5" y="45"/>
                  <a:pt x="5" y="45"/>
                  <a:pt x="5" y="45"/>
                </a:cubicBezTo>
                <a:cubicBezTo>
                  <a:pt x="5" y="49"/>
                  <a:pt x="8" y="52"/>
                  <a:pt x="12" y="52"/>
                </a:cubicBezTo>
                <a:cubicBezTo>
                  <a:pt x="37" y="52"/>
                  <a:pt x="37" y="52"/>
                  <a:pt x="37" y="52"/>
                </a:cubicBezTo>
                <a:cubicBezTo>
                  <a:pt x="38" y="52"/>
                  <a:pt x="39" y="53"/>
                  <a:pt x="39" y="55"/>
                </a:cubicBezTo>
                <a:cubicBezTo>
                  <a:pt x="39" y="56"/>
                  <a:pt x="38" y="57"/>
                  <a:pt x="37" y="57"/>
                </a:cubicBezTo>
                <a:cubicBezTo>
                  <a:pt x="12" y="57"/>
                  <a:pt x="12" y="57"/>
                  <a:pt x="12" y="57"/>
                </a:cubicBezTo>
                <a:cubicBezTo>
                  <a:pt x="6" y="57"/>
                  <a:pt x="0" y="52"/>
                  <a:pt x="0" y="45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22"/>
                  <a:pt x="6" y="16"/>
                  <a:pt x="12" y="16"/>
                </a:cubicBezTo>
                <a:cubicBezTo>
                  <a:pt x="95" y="16"/>
                  <a:pt x="95" y="16"/>
                  <a:pt x="95" y="16"/>
                </a:cubicBezTo>
                <a:cubicBezTo>
                  <a:pt x="102" y="16"/>
                  <a:pt x="108" y="22"/>
                  <a:pt x="108" y="29"/>
                </a:cubicBezTo>
                <a:cubicBezTo>
                  <a:pt x="108" y="46"/>
                  <a:pt x="108" y="46"/>
                  <a:pt x="108" y="46"/>
                </a:cubicBezTo>
                <a:cubicBezTo>
                  <a:pt x="108" y="47"/>
                  <a:pt x="108" y="47"/>
                  <a:pt x="108" y="48"/>
                </a:cubicBezTo>
                <a:cubicBezTo>
                  <a:pt x="106" y="53"/>
                  <a:pt x="101" y="57"/>
                  <a:pt x="95" y="57"/>
                </a:cubicBezTo>
                <a:close/>
                <a:moveTo>
                  <a:pt x="72" y="12"/>
                </a:moveTo>
                <a:cubicBezTo>
                  <a:pt x="71" y="12"/>
                  <a:pt x="69" y="11"/>
                  <a:pt x="69" y="10"/>
                </a:cubicBezTo>
                <a:cubicBezTo>
                  <a:pt x="69" y="7"/>
                  <a:pt x="67" y="4"/>
                  <a:pt x="63" y="4"/>
                </a:cubicBezTo>
                <a:cubicBezTo>
                  <a:pt x="45" y="4"/>
                  <a:pt x="45" y="4"/>
                  <a:pt x="45" y="4"/>
                </a:cubicBezTo>
                <a:cubicBezTo>
                  <a:pt x="41" y="4"/>
                  <a:pt x="38" y="7"/>
                  <a:pt x="38" y="10"/>
                </a:cubicBezTo>
                <a:cubicBezTo>
                  <a:pt x="38" y="11"/>
                  <a:pt x="37" y="12"/>
                  <a:pt x="36" y="12"/>
                </a:cubicBezTo>
                <a:cubicBezTo>
                  <a:pt x="35" y="12"/>
                  <a:pt x="34" y="11"/>
                  <a:pt x="34" y="10"/>
                </a:cubicBezTo>
                <a:cubicBezTo>
                  <a:pt x="34" y="4"/>
                  <a:pt x="39" y="0"/>
                  <a:pt x="45" y="0"/>
                </a:cubicBezTo>
                <a:cubicBezTo>
                  <a:pt x="63" y="0"/>
                  <a:pt x="63" y="0"/>
                  <a:pt x="63" y="0"/>
                </a:cubicBezTo>
                <a:cubicBezTo>
                  <a:pt x="69" y="0"/>
                  <a:pt x="74" y="4"/>
                  <a:pt x="74" y="10"/>
                </a:cubicBezTo>
                <a:cubicBezTo>
                  <a:pt x="74" y="11"/>
                  <a:pt x="73" y="12"/>
                  <a:pt x="72" y="1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Freeform 53"/>
          <p:cNvSpPr>
            <a:spLocks noEditPoints="1"/>
          </p:cNvSpPr>
          <p:nvPr/>
        </p:nvSpPr>
        <p:spPr bwMode="auto">
          <a:xfrm>
            <a:off x="6099855" y="3314144"/>
            <a:ext cx="428533" cy="381784"/>
          </a:xfrm>
          <a:custGeom>
            <a:avLst/>
            <a:gdLst>
              <a:gd name="T0" fmla="*/ 2147483646 w 110"/>
              <a:gd name="T1" fmla="*/ 2147483646 h 98"/>
              <a:gd name="T2" fmla="*/ 2147483646 w 110"/>
              <a:gd name="T3" fmla="*/ 2147483646 h 98"/>
              <a:gd name="T4" fmla="*/ 2147483646 w 110"/>
              <a:gd name="T5" fmla="*/ 2147483646 h 98"/>
              <a:gd name="T6" fmla="*/ 2147483646 w 110"/>
              <a:gd name="T7" fmla="*/ 2147483646 h 98"/>
              <a:gd name="T8" fmla="*/ 2147483646 w 110"/>
              <a:gd name="T9" fmla="*/ 2147483646 h 98"/>
              <a:gd name="T10" fmla="*/ 2147483646 w 110"/>
              <a:gd name="T11" fmla="*/ 2147483646 h 98"/>
              <a:gd name="T12" fmla="*/ 2147483646 w 110"/>
              <a:gd name="T13" fmla="*/ 2147483646 h 98"/>
              <a:gd name="T14" fmla="*/ 2147483646 w 110"/>
              <a:gd name="T15" fmla="*/ 2147483646 h 98"/>
              <a:gd name="T16" fmla="*/ 2147483646 w 110"/>
              <a:gd name="T17" fmla="*/ 2147483646 h 98"/>
              <a:gd name="T18" fmla="*/ 2147483646 w 110"/>
              <a:gd name="T19" fmla="*/ 2147483646 h 98"/>
              <a:gd name="T20" fmla="*/ 2147483646 w 110"/>
              <a:gd name="T21" fmla="*/ 2147483646 h 98"/>
              <a:gd name="T22" fmla="*/ 2147483646 w 110"/>
              <a:gd name="T23" fmla="*/ 2147483646 h 98"/>
              <a:gd name="T24" fmla="*/ 2147483646 w 110"/>
              <a:gd name="T25" fmla="*/ 2147483646 h 98"/>
              <a:gd name="T26" fmla="*/ 2147483646 w 110"/>
              <a:gd name="T27" fmla="*/ 2147483646 h 98"/>
              <a:gd name="T28" fmla="*/ 2147483646 w 110"/>
              <a:gd name="T29" fmla="*/ 2147483646 h 98"/>
              <a:gd name="T30" fmla="*/ 2147483646 w 110"/>
              <a:gd name="T31" fmla="*/ 2147483646 h 98"/>
              <a:gd name="T32" fmla="*/ 2147483646 w 110"/>
              <a:gd name="T33" fmla="*/ 2147483646 h 98"/>
              <a:gd name="T34" fmla="*/ 2147483646 w 110"/>
              <a:gd name="T35" fmla="*/ 2147483646 h 98"/>
              <a:gd name="T36" fmla="*/ 2147483646 w 110"/>
              <a:gd name="T37" fmla="*/ 2147483646 h 98"/>
              <a:gd name="T38" fmla="*/ 2147483646 w 110"/>
              <a:gd name="T39" fmla="*/ 2147483646 h 98"/>
              <a:gd name="T40" fmla="*/ 2147483646 w 110"/>
              <a:gd name="T41" fmla="*/ 2147483646 h 98"/>
              <a:gd name="T42" fmla="*/ 2147483646 w 110"/>
              <a:gd name="T43" fmla="*/ 2147483646 h 98"/>
              <a:gd name="T44" fmla="*/ 2147483646 w 110"/>
              <a:gd name="T45" fmla="*/ 2147483646 h 98"/>
              <a:gd name="T46" fmla="*/ 2147483646 w 110"/>
              <a:gd name="T47" fmla="*/ 2147483646 h 98"/>
              <a:gd name="T48" fmla="*/ 2147483646 w 110"/>
              <a:gd name="T49" fmla="*/ 2147483646 h 98"/>
              <a:gd name="T50" fmla="*/ 2147483646 w 110"/>
              <a:gd name="T51" fmla="*/ 2147483646 h 98"/>
              <a:gd name="T52" fmla="*/ 2147483646 w 110"/>
              <a:gd name="T53" fmla="*/ 2147483646 h 98"/>
              <a:gd name="T54" fmla="*/ 2147483646 w 110"/>
              <a:gd name="T55" fmla="*/ 2147483646 h 98"/>
              <a:gd name="T56" fmla="*/ 2147483646 w 110"/>
              <a:gd name="T57" fmla="*/ 2147483646 h 98"/>
              <a:gd name="T58" fmla="*/ 2147483646 w 110"/>
              <a:gd name="T59" fmla="*/ 2147483646 h 98"/>
              <a:gd name="T60" fmla="*/ 2147483646 w 110"/>
              <a:gd name="T61" fmla="*/ 2147483646 h 98"/>
              <a:gd name="T62" fmla="*/ 2147483646 w 110"/>
              <a:gd name="T63" fmla="*/ 2147483646 h 98"/>
              <a:gd name="T64" fmla="*/ 2147483646 w 110"/>
              <a:gd name="T65" fmla="*/ 2147483646 h 98"/>
              <a:gd name="T66" fmla="*/ 2147483646 w 110"/>
              <a:gd name="T67" fmla="*/ 2147483646 h 98"/>
              <a:gd name="T68" fmla="*/ 2147483646 w 110"/>
              <a:gd name="T69" fmla="*/ 2147483646 h 98"/>
              <a:gd name="T70" fmla="*/ 2147483646 w 110"/>
              <a:gd name="T71" fmla="*/ 2147483646 h 98"/>
              <a:gd name="T72" fmla="*/ 2147483646 w 110"/>
              <a:gd name="T73" fmla="*/ 2147483646 h 98"/>
              <a:gd name="T74" fmla="*/ 2147483646 w 110"/>
              <a:gd name="T75" fmla="*/ 2147483646 h 98"/>
              <a:gd name="T76" fmla="*/ 2147483646 w 110"/>
              <a:gd name="T77" fmla="*/ 2147483646 h 98"/>
              <a:gd name="T78" fmla="*/ 2147483646 w 110"/>
              <a:gd name="T79" fmla="*/ 2147483646 h 98"/>
              <a:gd name="T80" fmla="*/ 2147483646 w 110"/>
              <a:gd name="T81" fmla="*/ 2147483646 h 98"/>
              <a:gd name="T82" fmla="*/ 2147483646 w 110"/>
              <a:gd name="T83" fmla="*/ 2147483646 h 98"/>
              <a:gd name="T84" fmla="*/ 2147483646 w 110"/>
              <a:gd name="T85" fmla="*/ 2147483646 h 98"/>
              <a:gd name="T86" fmla="*/ 2147483646 w 110"/>
              <a:gd name="T87" fmla="*/ 2147483646 h 98"/>
              <a:gd name="T88" fmla="*/ 2147483646 w 110"/>
              <a:gd name="T89" fmla="*/ 2147483646 h 98"/>
              <a:gd name="T90" fmla="*/ 2147483646 w 110"/>
              <a:gd name="T91" fmla="*/ 2147483646 h 98"/>
              <a:gd name="T92" fmla="*/ 0 w 110"/>
              <a:gd name="T93" fmla="*/ 2147483646 h 98"/>
              <a:gd name="T94" fmla="*/ 2147483646 w 110"/>
              <a:gd name="T95" fmla="*/ 2147483646 h 98"/>
              <a:gd name="T96" fmla="*/ 2147483646 w 110"/>
              <a:gd name="T97" fmla="*/ 2147483646 h 98"/>
              <a:gd name="T98" fmla="*/ 2147483646 w 110"/>
              <a:gd name="T99" fmla="*/ 2147483646 h 98"/>
              <a:gd name="T100" fmla="*/ 2147483646 w 110"/>
              <a:gd name="T101" fmla="*/ 2147483646 h 98"/>
              <a:gd name="T102" fmla="*/ 2147483646 w 110"/>
              <a:gd name="T103" fmla="*/ 2147483646 h 98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110" h="98">
                <a:moveTo>
                  <a:pt x="24" y="44"/>
                </a:moveTo>
                <a:cubicBezTo>
                  <a:pt x="21" y="44"/>
                  <a:pt x="18" y="47"/>
                  <a:pt x="18" y="50"/>
                </a:cubicBezTo>
                <a:cubicBezTo>
                  <a:pt x="18" y="76"/>
                  <a:pt x="18" y="76"/>
                  <a:pt x="18" y="76"/>
                </a:cubicBezTo>
                <a:cubicBezTo>
                  <a:pt x="18" y="79"/>
                  <a:pt x="21" y="82"/>
                  <a:pt x="24" y="82"/>
                </a:cubicBezTo>
                <a:cubicBezTo>
                  <a:pt x="30" y="82"/>
                  <a:pt x="30" y="82"/>
                  <a:pt x="30" y="82"/>
                </a:cubicBezTo>
                <a:cubicBezTo>
                  <a:pt x="33" y="82"/>
                  <a:pt x="36" y="79"/>
                  <a:pt x="36" y="76"/>
                </a:cubicBezTo>
                <a:cubicBezTo>
                  <a:pt x="36" y="50"/>
                  <a:pt x="36" y="50"/>
                  <a:pt x="36" y="50"/>
                </a:cubicBezTo>
                <a:cubicBezTo>
                  <a:pt x="36" y="47"/>
                  <a:pt x="33" y="44"/>
                  <a:pt x="30" y="44"/>
                </a:cubicBezTo>
                <a:lnTo>
                  <a:pt x="24" y="44"/>
                </a:lnTo>
                <a:close/>
                <a:moveTo>
                  <a:pt x="31" y="50"/>
                </a:moveTo>
                <a:cubicBezTo>
                  <a:pt x="31" y="76"/>
                  <a:pt x="31" y="76"/>
                  <a:pt x="31" y="76"/>
                </a:cubicBezTo>
                <a:cubicBezTo>
                  <a:pt x="31" y="76"/>
                  <a:pt x="31" y="77"/>
                  <a:pt x="30" y="77"/>
                </a:cubicBezTo>
                <a:cubicBezTo>
                  <a:pt x="24" y="77"/>
                  <a:pt x="24" y="77"/>
                  <a:pt x="24" y="77"/>
                </a:cubicBezTo>
                <a:cubicBezTo>
                  <a:pt x="23" y="77"/>
                  <a:pt x="23" y="76"/>
                  <a:pt x="23" y="76"/>
                </a:cubicBezTo>
                <a:cubicBezTo>
                  <a:pt x="23" y="50"/>
                  <a:pt x="23" y="50"/>
                  <a:pt x="23" y="50"/>
                </a:cubicBezTo>
                <a:cubicBezTo>
                  <a:pt x="23" y="50"/>
                  <a:pt x="23" y="49"/>
                  <a:pt x="24" y="49"/>
                </a:cubicBezTo>
                <a:cubicBezTo>
                  <a:pt x="30" y="49"/>
                  <a:pt x="30" y="49"/>
                  <a:pt x="30" y="49"/>
                </a:cubicBezTo>
                <a:cubicBezTo>
                  <a:pt x="31" y="49"/>
                  <a:pt x="31" y="50"/>
                  <a:pt x="31" y="50"/>
                </a:cubicBezTo>
                <a:close/>
                <a:moveTo>
                  <a:pt x="46" y="35"/>
                </a:moveTo>
                <a:cubicBezTo>
                  <a:pt x="43" y="35"/>
                  <a:pt x="40" y="38"/>
                  <a:pt x="40" y="41"/>
                </a:cubicBezTo>
                <a:cubicBezTo>
                  <a:pt x="40" y="76"/>
                  <a:pt x="40" y="76"/>
                  <a:pt x="40" y="76"/>
                </a:cubicBezTo>
                <a:cubicBezTo>
                  <a:pt x="40" y="79"/>
                  <a:pt x="43" y="82"/>
                  <a:pt x="46" y="82"/>
                </a:cubicBezTo>
                <a:cubicBezTo>
                  <a:pt x="52" y="82"/>
                  <a:pt x="52" y="82"/>
                  <a:pt x="52" y="82"/>
                </a:cubicBezTo>
                <a:cubicBezTo>
                  <a:pt x="56" y="82"/>
                  <a:pt x="58" y="79"/>
                  <a:pt x="58" y="76"/>
                </a:cubicBezTo>
                <a:cubicBezTo>
                  <a:pt x="58" y="41"/>
                  <a:pt x="58" y="41"/>
                  <a:pt x="58" y="41"/>
                </a:cubicBezTo>
                <a:cubicBezTo>
                  <a:pt x="58" y="38"/>
                  <a:pt x="56" y="35"/>
                  <a:pt x="52" y="35"/>
                </a:cubicBezTo>
                <a:lnTo>
                  <a:pt x="46" y="35"/>
                </a:lnTo>
                <a:close/>
                <a:moveTo>
                  <a:pt x="54" y="41"/>
                </a:moveTo>
                <a:cubicBezTo>
                  <a:pt x="54" y="76"/>
                  <a:pt x="54" y="76"/>
                  <a:pt x="54" y="76"/>
                </a:cubicBezTo>
                <a:cubicBezTo>
                  <a:pt x="54" y="76"/>
                  <a:pt x="53" y="77"/>
                  <a:pt x="52" y="77"/>
                </a:cubicBezTo>
                <a:cubicBezTo>
                  <a:pt x="46" y="77"/>
                  <a:pt x="46" y="77"/>
                  <a:pt x="46" y="77"/>
                </a:cubicBezTo>
                <a:cubicBezTo>
                  <a:pt x="46" y="77"/>
                  <a:pt x="45" y="76"/>
                  <a:pt x="45" y="76"/>
                </a:cubicBezTo>
                <a:cubicBezTo>
                  <a:pt x="45" y="41"/>
                  <a:pt x="45" y="41"/>
                  <a:pt x="45" y="41"/>
                </a:cubicBezTo>
                <a:cubicBezTo>
                  <a:pt x="45" y="41"/>
                  <a:pt x="46" y="40"/>
                  <a:pt x="46" y="40"/>
                </a:cubicBezTo>
                <a:cubicBezTo>
                  <a:pt x="52" y="40"/>
                  <a:pt x="52" y="40"/>
                  <a:pt x="52" y="40"/>
                </a:cubicBezTo>
                <a:cubicBezTo>
                  <a:pt x="53" y="40"/>
                  <a:pt x="54" y="41"/>
                  <a:pt x="54" y="41"/>
                </a:cubicBezTo>
                <a:close/>
                <a:moveTo>
                  <a:pt x="69" y="28"/>
                </a:moveTo>
                <a:cubicBezTo>
                  <a:pt x="65" y="28"/>
                  <a:pt x="63" y="30"/>
                  <a:pt x="63" y="34"/>
                </a:cubicBezTo>
                <a:cubicBezTo>
                  <a:pt x="63" y="76"/>
                  <a:pt x="63" y="76"/>
                  <a:pt x="63" y="76"/>
                </a:cubicBezTo>
                <a:cubicBezTo>
                  <a:pt x="63" y="79"/>
                  <a:pt x="65" y="82"/>
                  <a:pt x="69" y="82"/>
                </a:cubicBezTo>
                <a:cubicBezTo>
                  <a:pt x="75" y="82"/>
                  <a:pt x="75" y="82"/>
                  <a:pt x="75" y="82"/>
                </a:cubicBezTo>
                <a:cubicBezTo>
                  <a:pt x="78" y="82"/>
                  <a:pt x="81" y="79"/>
                  <a:pt x="81" y="76"/>
                </a:cubicBezTo>
                <a:cubicBezTo>
                  <a:pt x="81" y="34"/>
                  <a:pt x="81" y="34"/>
                  <a:pt x="81" y="34"/>
                </a:cubicBezTo>
                <a:cubicBezTo>
                  <a:pt x="81" y="30"/>
                  <a:pt x="78" y="28"/>
                  <a:pt x="75" y="28"/>
                </a:cubicBezTo>
                <a:lnTo>
                  <a:pt x="69" y="28"/>
                </a:lnTo>
                <a:close/>
                <a:moveTo>
                  <a:pt x="76" y="34"/>
                </a:moveTo>
                <a:cubicBezTo>
                  <a:pt x="76" y="76"/>
                  <a:pt x="76" y="76"/>
                  <a:pt x="76" y="76"/>
                </a:cubicBezTo>
                <a:cubicBezTo>
                  <a:pt x="76" y="76"/>
                  <a:pt x="76" y="77"/>
                  <a:pt x="75" y="77"/>
                </a:cubicBezTo>
                <a:cubicBezTo>
                  <a:pt x="69" y="77"/>
                  <a:pt x="69" y="77"/>
                  <a:pt x="69" y="77"/>
                </a:cubicBezTo>
                <a:cubicBezTo>
                  <a:pt x="68" y="77"/>
                  <a:pt x="67" y="76"/>
                  <a:pt x="67" y="76"/>
                </a:cubicBezTo>
                <a:cubicBezTo>
                  <a:pt x="67" y="34"/>
                  <a:pt x="67" y="34"/>
                  <a:pt x="67" y="34"/>
                </a:cubicBezTo>
                <a:cubicBezTo>
                  <a:pt x="67" y="33"/>
                  <a:pt x="68" y="32"/>
                  <a:pt x="69" y="32"/>
                </a:cubicBezTo>
                <a:cubicBezTo>
                  <a:pt x="75" y="32"/>
                  <a:pt x="75" y="32"/>
                  <a:pt x="75" y="32"/>
                </a:cubicBezTo>
                <a:cubicBezTo>
                  <a:pt x="76" y="32"/>
                  <a:pt x="76" y="33"/>
                  <a:pt x="76" y="34"/>
                </a:cubicBezTo>
                <a:close/>
                <a:moveTo>
                  <a:pt x="85" y="26"/>
                </a:moveTo>
                <a:cubicBezTo>
                  <a:pt x="85" y="76"/>
                  <a:pt x="85" y="76"/>
                  <a:pt x="85" y="76"/>
                </a:cubicBezTo>
                <a:cubicBezTo>
                  <a:pt x="85" y="79"/>
                  <a:pt x="88" y="82"/>
                  <a:pt x="91" y="82"/>
                </a:cubicBezTo>
                <a:cubicBezTo>
                  <a:pt x="97" y="82"/>
                  <a:pt x="97" y="82"/>
                  <a:pt x="97" y="82"/>
                </a:cubicBezTo>
                <a:cubicBezTo>
                  <a:pt x="101" y="82"/>
                  <a:pt x="103" y="79"/>
                  <a:pt x="103" y="76"/>
                </a:cubicBezTo>
                <a:cubicBezTo>
                  <a:pt x="103" y="26"/>
                  <a:pt x="103" y="26"/>
                  <a:pt x="103" y="26"/>
                </a:cubicBezTo>
                <a:cubicBezTo>
                  <a:pt x="103" y="23"/>
                  <a:pt x="101" y="20"/>
                  <a:pt x="97" y="20"/>
                </a:cubicBezTo>
                <a:cubicBezTo>
                  <a:pt x="91" y="20"/>
                  <a:pt x="91" y="20"/>
                  <a:pt x="91" y="20"/>
                </a:cubicBezTo>
                <a:cubicBezTo>
                  <a:pt x="88" y="20"/>
                  <a:pt x="85" y="23"/>
                  <a:pt x="85" y="26"/>
                </a:cubicBezTo>
                <a:close/>
                <a:moveTo>
                  <a:pt x="99" y="26"/>
                </a:moveTo>
                <a:cubicBezTo>
                  <a:pt x="99" y="76"/>
                  <a:pt x="99" y="76"/>
                  <a:pt x="99" y="76"/>
                </a:cubicBezTo>
                <a:cubicBezTo>
                  <a:pt x="99" y="76"/>
                  <a:pt x="98" y="77"/>
                  <a:pt x="97" y="77"/>
                </a:cubicBezTo>
                <a:cubicBezTo>
                  <a:pt x="91" y="77"/>
                  <a:pt x="91" y="77"/>
                  <a:pt x="91" y="77"/>
                </a:cubicBezTo>
                <a:cubicBezTo>
                  <a:pt x="90" y="77"/>
                  <a:pt x="90" y="76"/>
                  <a:pt x="90" y="76"/>
                </a:cubicBezTo>
                <a:cubicBezTo>
                  <a:pt x="90" y="26"/>
                  <a:pt x="90" y="26"/>
                  <a:pt x="90" y="26"/>
                </a:cubicBezTo>
                <a:cubicBezTo>
                  <a:pt x="90" y="25"/>
                  <a:pt x="90" y="25"/>
                  <a:pt x="91" y="25"/>
                </a:cubicBezTo>
                <a:cubicBezTo>
                  <a:pt x="97" y="25"/>
                  <a:pt x="97" y="25"/>
                  <a:pt x="97" y="25"/>
                </a:cubicBezTo>
                <a:cubicBezTo>
                  <a:pt x="98" y="25"/>
                  <a:pt x="99" y="25"/>
                  <a:pt x="99" y="26"/>
                </a:cubicBezTo>
                <a:close/>
                <a:moveTo>
                  <a:pt x="57" y="19"/>
                </a:moveTo>
                <a:cubicBezTo>
                  <a:pt x="72" y="14"/>
                  <a:pt x="86" y="5"/>
                  <a:pt x="86" y="5"/>
                </a:cubicBezTo>
                <a:cubicBezTo>
                  <a:pt x="84" y="0"/>
                  <a:pt x="84" y="0"/>
                  <a:pt x="84" y="0"/>
                </a:cubicBezTo>
                <a:cubicBezTo>
                  <a:pt x="89" y="2"/>
                  <a:pt x="89" y="2"/>
                  <a:pt x="89" y="2"/>
                </a:cubicBezTo>
                <a:cubicBezTo>
                  <a:pt x="94" y="4"/>
                  <a:pt x="94" y="4"/>
                  <a:pt x="94" y="4"/>
                </a:cubicBezTo>
                <a:cubicBezTo>
                  <a:pt x="92" y="9"/>
                  <a:pt x="92" y="9"/>
                  <a:pt x="92" y="9"/>
                </a:cubicBezTo>
                <a:cubicBezTo>
                  <a:pt x="91" y="14"/>
                  <a:pt x="91" y="14"/>
                  <a:pt x="91" y="14"/>
                </a:cubicBezTo>
                <a:cubicBezTo>
                  <a:pt x="88" y="9"/>
                  <a:pt x="88" y="9"/>
                  <a:pt x="88" y="9"/>
                </a:cubicBezTo>
                <a:cubicBezTo>
                  <a:pt x="86" y="10"/>
                  <a:pt x="73" y="18"/>
                  <a:pt x="59" y="24"/>
                </a:cubicBezTo>
                <a:cubicBezTo>
                  <a:pt x="42" y="30"/>
                  <a:pt x="22" y="34"/>
                  <a:pt x="21" y="34"/>
                </a:cubicBezTo>
                <a:cubicBezTo>
                  <a:pt x="21" y="34"/>
                  <a:pt x="21" y="34"/>
                  <a:pt x="21" y="34"/>
                </a:cubicBezTo>
                <a:cubicBezTo>
                  <a:pt x="20" y="34"/>
                  <a:pt x="19" y="33"/>
                  <a:pt x="19" y="32"/>
                </a:cubicBezTo>
                <a:cubicBezTo>
                  <a:pt x="18" y="31"/>
                  <a:pt x="19" y="30"/>
                  <a:pt x="20" y="29"/>
                </a:cubicBezTo>
                <a:cubicBezTo>
                  <a:pt x="21" y="29"/>
                  <a:pt x="41" y="25"/>
                  <a:pt x="57" y="19"/>
                </a:cubicBezTo>
                <a:close/>
                <a:moveTo>
                  <a:pt x="110" y="90"/>
                </a:moveTo>
                <a:cubicBezTo>
                  <a:pt x="106" y="94"/>
                  <a:pt x="106" y="94"/>
                  <a:pt x="106" y="94"/>
                </a:cubicBezTo>
                <a:cubicBezTo>
                  <a:pt x="103" y="98"/>
                  <a:pt x="103" y="98"/>
                  <a:pt x="103" y="98"/>
                </a:cubicBezTo>
                <a:cubicBezTo>
                  <a:pt x="103" y="93"/>
                  <a:pt x="103" y="93"/>
                  <a:pt x="103" y="93"/>
                </a:cubicBezTo>
                <a:cubicBezTo>
                  <a:pt x="9" y="93"/>
                  <a:pt x="9" y="93"/>
                  <a:pt x="9" y="93"/>
                </a:cubicBezTo>
                <a:cubicBezTo>
                  <a:pt x="8" y="93"/>
                  <a:pt x="7" y="91"/>
                  <a:pt x="7" y="90"/>
                </a:cubicBezTo>
                <a:cubicBezTo>
                  <a:pt x="7" y="15"/>
                  <a:pt x="7" y="15"/>
                  <a:pt x="7" y="15"/>
                </a:cubicBezTo>
                <a:cubicBezTo>
                  <a:pt x="0" y="15"/>
                  <a:pt x="0" y="15"/>
                  <a:pt x="0" y="15"/>
                </a:cubicBezTo>
                <a:cubicBezTo>
                  <a:pt x="5" y="11"/>
                  <a:pt x="5" y="11"/>
                  <a:pt x="5" y="11"/>
                </a:cubicBezTo>
                <a:cubicBezTo>
                  <a:pt x="9" y="7"/>
                  <a:pt x="9" y="7"/>
                  <a:pt x="9" y="7"/>
                </a:cubicBezTo>
                <a:cubicBezTo>
                  <a:pt x="14" y="11"/>
                  <a:pt x="14" y="11"/>
                  <a:pt x="14" y="11"/>
                </a:cubicBezTo>
                <a:cubicBezTo>
                  <a:pt x="19" y="15"/>
                  <a:pt x="19" y="15"/>
                  <a:pt x="19" y="15"/>
                </a:cubicBezTo>
                <a:cubicBezTo>
                  <a:pt x="12" y="15"/>
                  <a:pt x="12" y="15"/>
                  <a:pt x="12" y="15"/>
                </a:cubicBezTo>
                <a:cubicBezTo>
                  <a:pt x="12" y="88"/>
                  <a:pt x="12" y="88"/>
                  <a:pt x="12" y="88"/>
                </a:cubicBezTo>
                <a:cubicBezTo>
                  <a:pt x="103" y="88"/>
                  <a:pt x="103" y="88"/>
                  <a:pt x="103" y="88"/>
                </a:cubicBezTo>
                <a:cubicBezTo>
                  <a:pt x="103" y="82"/>
                  <a:pt x="103" y="82"/>
                  <a:pt x="103" y="82"/>
                </a:cubicBezTo>
                <a:cubicBezTo>
                  <a:pt x="106" y="86"/>
                  <a:pt x="106" y="86"/>
                  <a:pt x="106" y="86"/>
                </a:cubicBezTo>
                <a:lnTo>
                  <a:pt x="110" y="9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" name="Freeform 54"/>
          <p:cNvSpPr>
            <a:spLocks noEditPoints="1"/>
          </p:cNvSpPr>
          <p:nvPr/>
        </p:nvSpPr>
        <p:spPr bwMode="auto">
          <a:xfrm>
            <a:off x="4985441" y="3942019"/>
            <a:ext cx="416846" cy="490865"/>
          </a:xfrm>
          <a:custGeom>
            <a:avLst/>
            <a:gdLst>
              <a:gd name="T0" fmla="*/ 2147483646 w 107"/>
              <a:gd name="T1" fmla="*/ 2147483646 h 126"/>
              <a:gd name="T2" fmla="*/ 2147483646 w 107"/>
              <a:gd name="T3" fmla="*/ 2147483646 h 126"/>
              <a:gd name="T4" fmla="*/ 2147483646 w 107"/>
              <a:gd name="T5" fmla="*/ 2147483646 h 126"/>
              <a:gd name="T6" fmla="*/ 2147483646 w 107"/>
              <a:gd name="T7" fmla="*/ 2147483646 h 126"/>
              <a:gd name="T8" fmla="*/ 2147483646 w 107"/>
              <a:gd name="T9" fmla="*/ 2147483646 h 126"/>
              <a:gd name="T10" fmla="*/ 2147483646 w 107"/>
              <a:gd name="T11" fmla="*/ 2147483646 h 126"/>
              <a:gd name="T12" fmla="*/ 2147483646 w 107"/>
              <a:gd name="T13" fmla="*/ 2147483646 h 126"/>
              <a:gd name="T14" fmla="*/ 2147483646 w 107"/>
              <a:gd name="T15" fmla="*/ 2147483646 h 126"/>
              <a:gd name="T16" fmla="*/ 2147483646 w 107"/>
              <a:gd name="T17" fmla="*/ 2147483646 h 126"/>
              <a:gd name="T18" fmla="*/ 2147483646 w 107"/>
              <a:gd name="T19" fmla="*/ 2147483646 h 126"/>
              <a:gd name="T20" fmla="*/ 2147483646 w 107"/>
              <a:gd name="T21" fmla="*/ 2147483646 h 126"/>
              <a:gd name="T22" fmla="*/ 2147483646 w 107"/>
              <a:gd name="T23" fmla="*/ 2147483646 h 126"/>
              <a:gd name="T24" fmla="*/ 2147483646 w 107"/>
              <a:gd name="T25" fmla="*/ 2147483646 h 126"/>
              <a:gd name="T26" fmla="*/ 2147483646 w 107"/>
              <a:gd name="T27" fmla="*/ 2147483646 h 126"/>
              <a:gd name="T28" fmla="*/ 2147483646 w 107"/>
              <a:gd name="T29" fmla="*/ 2147483646 h 126"/>
              <a:gd name="T30" fmla="*/ 2147483646 w 107"/>
              <a:gd name="T31" fmla="*/ 2147483646 h 126"/>
              <a:gd name="T32" fmla="*/ 2147483646 w 107"/>
              <a:gd name="T33" fmla="*/ 2147483646 h 126"/>
              <a:gd name="T34" fmla="*/ 2147483646 w 107"/>
              <a:gd name="T35" fmla="*/ 2147483646 h 126"/>
              <a:gd name="T36" fmla="*/ 2147483646 w 107"/>
              <a:gd name="T37" fmla="*/ 2147483646 h 126"/>
              <a:gd name="T38" fmla="*/ 2147483646 w 107"/>
              <a:gd name="T39" fmla="*/ 2147483646 h 126"/>
              <a:gd name="T40" fmla="*/ 2147483646 w 107"/>
              <a:gd name="T41" fmla="*/ 2147483646 h 126"/>
              <a:gd name="T42" fmla="*/ 2147483646 w 107"/>
              <a:gd name="T43" fmla="*/ 2147483646 h 126"/>
              <a:gd name="T44" fmla="*/ 2147483646 w 107"/>
              <a:gd name="T45" fmla="*/ 2147483646 h 126"/>
              <a:gd name="T46" fmla="*/ 0 w 107"/>
              <a:gd name="T47" fmla="*/ 2147483646 h 126"/>
              <a:gd name="T48" fmla="*/ 2147483646 w 107"/>
              <a:gd name="T49" fmla="*/ 2147483646 h 126"/>
              <a:gd name="T50" fmla="*/ 2147483646 w 107"/>
              <a:gd name="T51" fmla="*/ 2147483646 h 126"/>
              <a:gd name="T52" fmla="*/ 2147483646 w 107"/>
              <a:gd name="T53" fmla="*/ 2147483646 h 126"/>
              <a:gd name="T54" fmla="*/ 2147483646 w 107"/>
              <a:gd name="T55" fmla="*/ 2147483646 h 126"/>
              <a:gd name="T56" fmla="*/ 2147483646 w 107"/>
              <a:gd name="T57" fmla="*/ 2147483646 h 126"/>
              <a:gd name="T58" fmla="*/ 2147483646 w 107"/>
              <a:gd name="T59" fmla="*/ 2147483646 h 126"/>
              <a:gd name="T60" fmla="*/ 2147483646 w 107"/>
              <a:gd name="T61" fmla="*/ 2147483646 h 126"/>
              <a:gd name="T62" fmla="*/ 2147483646 w 107"/>
              <a:gd name="T63" fmla="*/ 2147483646 h 126"/>
              <a:gd name="T64" fmla="*/ 2147483646 w 107"/>
              <a:gd name="T65" fmla="*/ 2147483646 h 126"/>
              <a:gd name="T66" fmla="*/ 2147483646 w 107"/>
              <a:gd name="T67" fmla="*/ 2147483646 h 126"/>
              <a:gd name="T68" fmla="*/ 2147483646 w 107"/>
              <a:gd name="T69" fmla="*/ 2147483646 h 126"/>
              <a:gd name="T70" fmla="*/ 2147483646 w 107"/>
              <a:gd name="T71" fmla="*/ 2147483646 h 126"/>
              <a:gd name="T72" fmla="*/ 2147483646 w 107"/>
              <a:gd name="T73" fmla="*/ 2147483646 h 126"/>
              <a:gd name="T74" fmla="*/ 2147483646 w 107"/>
              <a:gd name="T75" fmla="*/ 2147483646 h 126"/>
              <a:gd name="T76" fmla="*/ 2147483646 w 107"/>
              <a:gd name="T77" fmla="*/ 2147483646 h 126"/>
              <a:gd name="T78" fmla="*/ 2147483646 w 107"/>
              <a:gd name="T79" fmla="*/ 2147483646 h 126"/>
              <a:gd name="T80" fmla="*/ 2147483646 w 107"/>
              <a:gd name="T81" fmla="*/ 2147483646 h 126"/>
              <a:gd name="T82" fmla="*/ 2147483646 w 107"/>
              <a:gd name="T83" fmla="*/ 2147483646 h 126"/>
              <a:gd name="T84" fmla="*/ 2147483646 w 107"/>
              <a:gd name="T85" fmla="*/ 2147483646 h 126"/>
              <a:gd name="T86" fmla="*/ 2147483646 w 107"/>
              <a:gd name="T87" fmla="*/ 0 h 126"/>
              <a:gd name="T88" fmla="*/ 2147483646 w 107"/>
              <a:gd name="T89" fmla="*/ 2147483646 h 12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107" h="126">
                <a:moveTo>
                  <a:pt x="62" y="126"/>
                </a:moveTo>
                <a:cubicBezTo>
                  <a:pt x="44" y="126"/>
                  <a:pt x="44" y="126"/>
                  <a:pt x="44" y="126"/>
                </a:cubicBezTo>
                <a:cubicBezTo>
                  <a:pt x="43" y="126"/>
                  <a:pt x="42" y="125"/>
                  <a:pt x="42" y="123"/>
                </a:cubicBezTo>
                <a:cubicBezTo>
                  <a:pt x="42" y="122"/>
                  <a:pt x="43" y="121"/>
                  <a:pt x="44" y="121"/>
                </a:cubicBezTo>
                <a:cubicBezTo>
                  <a:pt x="62" y="121"/>
                  <a:pt x="62" y="121"/>
                  <a:pt x="62" y="121"/>
                </a:cubicBezTo>
                <a:cubicBezTo>
                  <a:pt x="63" y="121"/>
                  <a:pt x="64" y="122"/>
                  <a:pt x="64" y="123"/>
                </a:cubicBezTo>
                <a:cubicBezTo>
                  <a:pt x="64" y="125"/>
                  <a:pt x="63" y="126"/>
                  <a:pt x="62" y="126"/>
                </a:cubicBezTo>
                <a:close/>
                <a:moveTo>
                  <a:pt x="67" y="118"/>
                </a:moveTo>
                <a:cubicBezTo>
                  <a:pt x="39" y="118"/>
                  <a:pt x="39" y="118"/>
                  <a:pt x="39" y="118"/>
                </a:cubicBezTo>
                <a:cubicBezTo>
                  <a:pt x="38" y="118"/>
                  <a:pt x="37" y="117"/>
                  <a:pt x="37" y="115"/>
                </a:cubicBezTo>
                <a:cubicBezTo>
                  <a:pt x="37" y="114"/>
                  <a:pt x="38" y="113"/>
                  <a:pt x="39" y="113"/>
                </a:cubicBezTo>
                <a:cubicBezTo>
                  <a:pt x="67" y="113"/>
                  <a:pt x="67" y="113"/>
                  <a:pt x="67" y="113"/>
                </a:cubicBezTo>
                <a:cubicBezTo>
                  <a:pt x="68" y="113"/>
                  <a:pt x="69" y="114"/>
                  <a:pt x="69" y="115"/>
                </a:cubicBezTo>
                <a:cubicBezTo>
                  <a:pt x="69" y="117"/>
                  <a:pt x="68" y="118"/>
                  <a:pt x="67" y="118"/>
                </a:cubicBezTo>
                <a:close/>
                <a:moveTo>
                  <a:pt x="53" y="109"/>
                </a:moveTo>
                <a:cubicBezTo>
                  <a:pt x="48" y="109"/>
                  <a:pt x="43" y="109"/>
                  <a:pt x="42" y="109"/>
                </a:cubicBezTo>
                <a:cubicBezTo>
                  <a:pt x="42" y="109"/>
                  <a:pt x="42" y="109"/>
                  <a:pt x="42" y="109"/>
                </a:cubicBezTo>
                <a:cubicBezTo>
                  <a:pt x="38" y="109"/>
                  <a:pt x="35" y="107"/>
                  <a:pt x="34" y="103"/>
                </a:cubicBezTo>
                <a:cubicBezTo>
                  <a:pt x="34" y="101"/>
                  <a:pt x="34" y="99"/>
                  <a:pt x="34" y="97"/>
                </a:cubicBezTo>
                <a:cubicBezTo>
                  <a:pt x="34" y="95"/>
                  <a:pt x="34" y="93"/>
                  <a:pt x="33" y="91"/>
                </a:cubicBezTo>
                <a:cubicBezTo>
                  <a:pt x="29" y="84"/>
                  <a:pt x="27" y="80"/>
                  <a:pt x="23" y="73"/>
                </a:cubicBezTo>
                <a:cubicBezTo>
                  <a:pt x="19" y="66"/>
                  <a:pt x="16" y="56"/>
                  <a:pt x="18" y="46"/>
                </a:cubicBezTo>
                <a:cubicBezTo>
                  <a:pt x="21" y="34"/>
                  <a:pt x="34" y="22"/>
                  <a:pt x="53" y="22"/>
                </a:cubicBezTo>
                <a:cubicBezTo>
                  <a:pt x="71" y="22"/>
                  <a:pt x="84" y="34"/>
                  <a:pt x="87" y="46"/>
                </a:cubicBezTo>
                <a:cubicBezTo>
                  <a:pt x="90" y="56"/>
                  <a:pt x="86" y="66"/>
                  <a:pt x="82" y="73"/>
                </a:cubicBezTo>
                <a:cubicBezTo>
                  <a:pt x="79" y="80"/>
                  <a:pt x="76" y="84"/>
                  <a:pt x="73" y="91"/>
                </a:cubicBezTo>
                <a:cubicBezTo>
                  <a:pt x="72" y="93"/>
                  <a:pt x="72" y="95"/>
                  <a:pt x="72" y="97"/>
                </a:cubicBezTo>
                <a:cubicBezTo>
                  <a:pt x="71" y="99"/>
                  <a:pt x="71" y="101"/>
                  <a:pt x="71" y="103"/>
                </a:cubicBezTo>
                <a:cubicBezTo>
                  <a:pt x="70" y="107"/>
                  <a:pt x="68" y="109"/>
                  <a:pt x="63" y="109"/>
                </a:cubicBezTo>
                <a:cubicBezTo>
                  <a:pt x="63" y="109"/>
                  <a:pt x="58" y="109"/>
                  <a:pt x="53" y="109"/>
                </a:cubicBezTo>
                <a:close/>
                <a:moveTo>
                  <a:pt x="42" y="104"/>
                </a:moveTo>
                <a:cubicBezTo>
                  <a:pt x="43" y="104"/>
                  <a:pt x="62" y="104"/>
                  <a:pt x="63" y="104"/>
                </a:cubicBezTo>
                <a:cubicBezTo>
                  <a:pt x="66" y="104"/>
                  <a:pt x="66" y="104"/>
                  <a:pt x="66" y="102"/>
                </a:cubicBezTo>
                <a:cubicBezTo>
                  <a:pt x="67" y="100"/>
                  <a:pt x="67" y="99"/>
                  <a:pt x="67" y="97"/>
                </a:cubicBezTo>
                <a:cubicBezTo>
                  <a:pt x="67" y="94"/>
                  <a:pt x="67" y="91"/>
                  <a:pt x="69" y="89"/>
                </a:cubicBezTo>
                <a:cubicBezTo>
                  <a:pt x="72" y="82"/>
                  <a:pt x="75" y="77"/>
                  <a:pt x="78" y="71"/>
                </a:cubicBezTo>
                <a:cubicBezTo>
                  <a:pt x="81" y="66"/>
                  <a:pt x="85" y="56"/>
                  <a:pt x="83" y="48"/>
                </a:cubicBezTo>
                <a:cubicBezTo>
                  <a:pt x="80" y="38"/>
                  <a:pt x="69" y="27"/>
                  <a:pt x="53" y="27"/>
                </a:cubicBezTo>
                <a:cubicBezTo>
                  <a:pt x="37" y="27"/>
                  <a:pt x="25" y="38"/>
                  <a:pt x="23" y="48"/>
                </a:cubicBezTo>
                <a:cubicBezTo>
                  <a:pt x="21" y="56"/>
                  <a:pt x="25" y="66"/>
                  <a:pt x="27" y="71"/>
                </a:cubicBezTo>
                <a:cubicBezTo>
                  <a:pt x="31" y="77"/>
                  <a:pt x="33" y="82"/>
                  <a:pt x="37" y="89"/>
                </a:cubicBezTo>
                <a:cubicBezTo>
                  <a:pt x="38" y="91"/>
                  <a:pt x="38" y="94"/>
                  <a:pt x="39" y="97"/>
                </a:cubicBezTo>
                <a:cubicBezTo>
                  <a:pt x="39" y="99"/>
                  <a:pt x="39" y="100"/>
                  <a:pt x="39" y="102"/>
                </a:cubicBezTo>
                <a:cubicBezTo>
                  <a:pt x="39" y="104"/>
                  <a:pt x="39" y="104"/>
                  <a:pt x="42" y="104"/>
                </a:cubicBezTo>
                <a:cubicBezTo>
                  <a:pt x="42" y="104"/>
                  <a:pt x="42" y="104"/>
                  <a:pt x="42" y="104"/>
                </a:cubicBezTo>
                <a:close/>
                <a:moveTo>
                  <a:pt x="11" y="58"/>
                </a:moveTo>
                <a:cubicBezTo>
                  <a:pt x="2" y="58"/>
                  <a:pt x="2" y="58"/>
                  <a:pt x="2" y="58"/>
                </a:cubicBezTo>
                <a:cubicBezTo>
                  <a:pt x="1" y="58"/>
                  <a:pt x="0" y="57"/>
                  <a:pt x="0" y="55"/>
                </a:cubicBezTo>
                <a:cubicBezTo>
                  <a:pt x="0" y="54"/>
                  <a:pt x="1" y="53"/>
                  <a:pt x="2" y="53"/>
                </a:cubicBezTo>
                <a:cubicBezTo>
                  <a:pt x="11" y="53"/>
                  <a:pt x="11" y="53"/>
                  <a:pt x="11" y="53"/>
                </a:cubicBezTo>
                <a:cubicBezTo>
                  <a:pt x="13" y="53"/>
                  <a:pt x="14" y="54"/>
                  <a:pt x="14" y="55"/>
                </a:cubicBezTo>
                <a:cubicBezTo>
                  <a:pt x="14" y="57"/>
                  <a:pt x="13" y="58"/>
                  <a:pt x="11" y="58"/>
                </a:cubicBezTo>
                <a:close/>
                <a:moveTo>
                  <a:pt x="105" y="56"/>
                </a:moveTo>
                <a:cubicBezTo>
                  <a:pt x="94" y="56"/>
                  <a:pt x="94" y="56"/>
                  <a:pt x="94" y="56"/>
                </a:cubicBezTo>
                <a:cubicBezTo>
                  <a:pt x="93" y="56"/>
                  <a:pt x="92" y="55"/>
                  <a:pt x="92" y="54"/>
                </a:cubicBezTo>
                <a:cubicBezTo>
                  <a:pt x="92" y="52"/>
                  <a:pt x="93" y="51"/>
                  <a:pt x="94" y="51"/>
                </a:cubicBezTo>
                <a:cubicBezTo>
                  <a:pt x="105" y="51"/>
                  <a:pt x="105" y="51"/>
                  <a:pt x="105" y="51"/>
                </a:cubicBezTo>
                <a:cubicBezTo>
                  <a:pt x="106" y="51"/>
                  <a:pt x="107" y="52"/>
                  <a:pt x="107" y="54"/>
                </a:cubicBezTo>
                <a:cubicBezTo>
                  <a:pt x="107" y="55"/>
                  <a:pt x="106" y="56"/>
                  <a:pt x="105" y="56"/>
                </a:cubicBezTo>
                <a:close/>
                <a:moveTo>
                  <a:pt x="32" y="54"/>
                </a:moveTo>
                <a:cubicBezTo>
                  <a:pt x="31" y="54"/>
                  <a:pt x="31" y="54"/>
                  <a:pt x="31" y="54"/>
                </a:cubicBezTo>
                <a:cubicBezTo>
                  <a:pt x="30" y="54"/>
                  <a:pt x="29" y="52"/>
                  <a:pt x="29" y="51"/>
                </a:cubicBezTo>
                <a:cubicBezTo>
                  <a:pt x="31" y="42"/>
                  <a:pt x="41" y="34"/>
                  <a:pt x="54" y="34"/>
                </a:cubicBezTo>
                <a:cubicBezTo>
                  <a:pt x="54" y="34"/>
                  <a:pt x="54" y="34"/>
                  <a:pt x="54" y="34"/>
                </a:cubicBezTo>
                <a:cubicBezTo>
                  <a:pt x="55" y="34"/>
                  <a:pt x="56" y="35"/>
                  <a:pt x="56" y="36"/>
                </a:cubicBezTo>
                <a:cubicBezTo>
                  <a:pt x="56" y="37"/>
                  <a:pt x="55" y="38"/>
                  <a:pt x="54" y="38"/>
                </a:cubicBezTo>
                <a:cubicBezTo>
                  <a:pt x="43" y="38"/>
                  <a:pt x="36" y="46"/>
                  <a:pt x="34" y="52"/>
                </a:cubicBezTo>
                <a:cubicBezTo>
                  <a:pt x="34" y="53"/>
                  <a:pt x="33" y="54"/>
                  <a:pt x="32" y="54"/>
                </a:cubicBezTo>
                <a:close/>
                <a:moveTo>
                  <a:pt x="83" y="28"/>
                </a:moveTo>
                <a:cubicBezTo>
                  <a:pt x="82" y="28"/>
                  <a:pt x="81" y="28"/>
                  <a:pt x="81" y="28"/>
                </a:cubicBezTo>
                <a:cubicBezTo>
                  <a:pt x="80" y="27"/>
                  <a:pt x="80" y="25"/>
                  <a:pt x="81" y="24"/>
                </a:cubicBezTo>
                <a:cubicBezTo>
                  <a:pt x="89" y="16"/>
                  <a:pt x="89" y="16"/>
                  <a:pt x="89" y="16"/>
                </a:cubicBezTo>
                <a:cubicBezTo>
                  <a:pt x="90" y="15"/>
                  <a:pt x="91" y="15"/>
                  <a:pt x="92" y="16"/>
                </a:cubicBezTo>
                <a:cubicBezTo>
                  <a:pt x="93" y="17"/>
                  <a:pt x="93" y="19"/>
                  <a:pt x="92" y="20"/>
                </a:cubicBezTo>
                <a:cubicBezTo>
                  <a:pt x="84" y="28"/>
                  <a:pt x="84" y="28"/>
                  <a:pt x="84" y="28"/>
                </a:cubicBezTo>
                <a:cubicBezTo>
                  <a:pt x="84" y="28"/>
                  <a:pt x="83" y="28"/>
                  <a:pt x="83" y="28"/>
                </a:cubicBezTo>
                <a:close/>
                <a:moveTo>
                  <a:pt x="23" y="28"/>
                </a:moveTo>
                <a:cubicBezTo>
                  <a:pt x="23" y="28"/>
                  <a:pt x="22" y="28"/>
                  <a:pt x="22" y="28"/>
                </a:cubicBezTo>
                <a:cubicBezTo>
                  <a:pt x="14" y="20"/>
                  <a:pt x="14" y="20"/>
                  <a:pt x="14" y="20"/>
                </a:cubicBezTo>
                <a:cubicBezTo>
                  <a:pt x="13" y="19"/>
                  <a:pt x="13" y="17"/>
                  <a:pt x="14" y="16"/>
                </a:cubicBezTo>
                <a:cubicBezTo>
                  <a:pt x="15" y="15"/>
                  <a:pt x="16" y="15"/>
                  <a:pt x="17" y="16"/>
                </a:cubicBezTo>
                <a:cubicBezTo>
                  <a:pt x="25" y="24"/>
                  <a:pt x="25" y="24"/>
                  <a:pt x="25" y="24"/>
                </a:cubicBezTo>
                <a:cubicBezTo>
                  <a:pt x="26" y="25"/>
                  <a:pt x="26" y="27"/>
                  <a:pt x="25" y="28"/>
                </a:cubicBezTo>
                <a:cubicBezTo>
                  <a:pt x="24" y="28"/>
                  <a:pt x="24" y="28"/>
                  <a:pt x="23" y="28"/>
                </a:cubicBezTo>
                <a:close/>
                <a:moveTo>
                  <a:pt x="53" y="18"/>
                </a:moveTo>
                <a:cubicBezTo>
                  <a:pt x="51" y="18"/>
                  <a:pt x="50" y="17"/>
                  <a:pt x="50" y="15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1"/>
                  <a:pt x="51" y="0"/>
                  <a:pt x="53" y="0"/>
                </a:cubicBezTo>
                <a:cubicBezTo>
                  <a:pt x="54" y="0"/>
                  <a:pt x="55" y="1"/>
                  <a:pt x="55" y="2"/>
                </a:cubicBezTo>
                <a:cubicBezTo>
                  <a:pt x="55" y="15"/>
                  <a:pt x="55" y="15"/>
                  <a:pt x="55" y="15"/>
                </a:cubicBezTo>
                <a:cubicBezTo>
                  <a:pt x="55" y="17"/>
                  <a:pt x="54" y="18"/>
                  <a:pt x="53" y="1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文本框 31"/>
          <p:cNvSpPr txBox="1"/>
          <p:nvPr/>
        </p:nvSpPr>
        <p:spPr>
          <a:xfrm>
            <a:off x="2325370" y="537845"/>
            <a:ext cx="572770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4400" b="1" dirty="0">
                <a:gradFill>
                  <a:gsLst>
                    <a:gs pos="0">
                      <a:srgbClr val="3A543B"/>
                    </a:gs>
                    <a:gs pos="100000">
                      <a:srgbClr val="AA9D67"/>
                    </a:gs>
                  </a:gsLst>
                  <a:lin ang="0" scaled="0"/>
                </a:gradFill>
                <a:latin typeface="Arial" panose="020B0604020202090204" pitchFamily="34" charset="0"/>
                <a:ea typeface="张海山锐线体2.0" panose="02000000000000000000" pitchFamily="2" charset="-122"/>
                <a:cs typeface="Arial" panose="020B0604020202090204" pitchFamily="34" charset="0"/>
              </a:rPr>
              <a:t>Title text addition</a:t>
            </a:r>
            <a:endParaRPr lang="en-US" altLang="zh-CN" sz="4400" b="1" dirty="0">
              <a:gradFill>
                <a:gsLst>
                  <a:gs pos="0">
                    <a:srgbClr val="3A543B"/>
                  </a:gs>
                  <a:gs pos="100000">
                    <a:srgbClr val="AA9D67"/>
                  </a:gs>
                </a:gsLst>
                <a:lin ang="0" scaled="0"/>
              </a:gradFill>
              <a:latin typeface="Arial" panose="020B0604020202090204" pitchFamily="34" charset="0"/>
              <a:ea typeface="张海山锐线体2.0" panose="02000000000000000000" pitchFamily="2" charset="-122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4E5E0"/>
            </a:gs>
            <a:gs pos="100000">
              <a:srgbClr val="F0F0F0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3"/>
          <p:cNvSpPr>
            <a:spLocks noChangeArrowheads="1"/>
          </p:cNvSpPr>
          <p:nvPr/>
        </p:nvSpPr>
        <p:spPr bwMode="auto">
          <a:xfrm rot="16200000" flipH="1">
            <a:off x="3468750" y="-2103914"/>
            <a:ext cx="1189584" cy="6089247"/>
          </a:xfrm>
          <a:prstGeom prst="rect">
            <a:avLst/>
          </a:prstGeom>
          <a:noFill/>
          <a:ln w="38100">
            <a:gradFill>
              <a:gsLst>
                <a:gs pos="0">
                  <a:srgbClr val="3A543B"/>
                </a:gs>
                <a:gs pos="100000">
                  <a:srgbClr val="AA9D67"/>
                </a:gs>
              </a:gsLst>
              <a:lin ang="5400000" scaled="1"/>
            </a:gra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 rot="5400000">
            <a:off x="2598761" y="-1180800"/>
            <a:ext cx="915746" cy="869424"/>
          </a:xfrm>
          <a:prstGeom prst="rect">
            <a:avLst/>
          </a:prstGeom>
          <a:solidFill>
            <a:srgbClr val="3A543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 bwMode="auto">
          <a:xfrm rot="5400000">
            <a:off x="3468185" y="-1180800"/>
            <a:ext cx="915746" cy="869424"/>
          </a:xfrm>
          <a:prstGeom prst="rect">
            <a:avLst/>
          </a:prstGeom>
          <a:solidFill>
            <a:srgbClr val="AA9D6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5" t="5898" r="33568" b="7130"/>
          <a:stretch>
            <a:fillRect/>
          </a:stretch>
        </p:blipFill>
        <p:spPr>
          <a:xfrm flipV="1">
            <a:off x="0" y="0"/>
            <a:ext cx="2325299" cy="1323385"/>
          </a:xfrm>
          <a:prstGeom prst="rect">
            <a:avLst/>
          </a:prstGeom>
        </p:spPr>
      </p:pic>
      <p:grpSp>
        <p:nvGrpSpPr>
          <p:cNvPr id="9" name="กลุ่ม 105"/>
          <p:cNvGrpSpPr/>
          <p:nvPr/>
        </p:nvGrpSpPr>
        <p:grpSpPr>
          <a:xfrm>
            <a:off x="4056592" y="2561769"/>
            <a:ext cx="2198298" cy="2198298"/>
            <a:chOff x="7812088" y="3424238"/>
            <a:chExt cx="5151438" cy="5151438"/>
          </a:xfrm>
          <a:solidFill>
            <a:srgbClr val="3A543B"/>
          </a:solidFill>
        </p:grpSpPr>
        <p:sp>
          <p:nvSpPr>
            <p:cNvPr id="12" name="Freeform 9"/>
            <p:cNvSpPr>
              <a:spLocks noEditPoints="1"/>
            </p:cNvSpPr>
            <p:nvPr/>
          </p:nvSpPr>
          <p:spPr bwMode="auto">
            <a:xfrm>
              <a:off x="7812088" y="3424238"/>
              <a:ext cx="5151438" cy="5151438"/>
            </a:xfrm>
            <a:custGeom>
              <a:avLst/>
              <a:gdLst>
                <a:gd name="T0" fmla="*/ 108 w 216"/>
                <a:gd name="T1" fmla="*/ 216 h 216"/>
                <a:gd name="T2" fmla="*/ 0 w 216"/>
                <a:gd name="T3" fmla="*/ 108 h 216"/>
                <a:gd name="T4" fmla="*/ 108 w 216"/>
                <a:gd name="T5" fmla="*/ 0 h 216"/>
                <a:gd name="T6" fmla="*/ 216 w 216"/>
                <a:gd name="T7" fmla="*/ 108 h 216"/>
                <a:gd name="T8" fmla="*/ 108 w 216"/>
                <a:gd name="T9" fmla="*/ 216 h 216"/>
                <a:gd name="T10" fmla="*/ 108 w 216"/>
                <a:gd name="T11" fmla="*/ 6 h 216"/>
                <a:gd name="T12" fmla="*/ 6 w 216"/>
                <a:gd name="T13" fmla="*/ 108 h 216"/>
                <a:gd name="T14" fmla="*/ 108 w 216"/>
                <a:gd name="T15" fmla="*/ 210 h 216"/>
                <a:gd name="T16" fmla="*/ 210 w 216"/>
                <a:gd name="T17" fmla="*/ 108 h 216"/>
                <a:gd name="T18" fmla="*/ 108 w 216"/>
                <a:gd name="T19" fmla="*/ 6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6" h="216">
                  <a:moveTo>
                    <a:pt x="108" y="216"/>
                  </a:moveTo>
                  <a:cubicBezTo>
                    <a:pt x="48" y="216"/>
                    <a:pt x="0" y="167"/>
                    <a:pt x="0" y="108"/>
                  </a:cubicBezTo>
                  <a:cubicBezTo>
                    <a:pt x="0" y="48"/>
                    <a:pt x="48" y="0"/>
                    <a:pt x="108" y="0"/>
                  </a:cubicBezTo>
                  <a:cubicBezTo>
                    <a:pt x="167" y="0"/>
                    <a:pt x="216" y="48"/>
                    <a:pt x="216" y="108"/>
                  </a:cubicBezTo>
                  <a:cubicBezTo>
                    <a:pt x="216" y="167"/>
                    <a:pt x="167" y="216"/>
                    <a:pt x="108" y="216"/>
                  </a:cubicBezTo>
                  <a:close/>
                  <a:moveTo>
                    <a:pt x="108" y="6"/>
                  </a:moveTo>
                  <a:cubicBezTo>
                    <a:pt x="52" y="6"/>
                    <a:pt x="6" y="52"/>
                    <a:pt x="6" y="108"/>
                  </a:cubicBezTo>
                  <a:cubicBezTo>
                    <a:pt x="6" y="164"/>
                    <a:pt x="52" y="210"/>
                    <a:pt x="108" y="210"/>
                  </a:cubicBezTo>
                  <a:cubicBezTo>
                    <a:pt x="164" y="210"/>
                    <a:pt x="210" y="164"/>
                    <a:pt x="210" y="108"/>
                  </a:cubicBezTo>
                  <a:cubicBezTo>
                    <a:pt x="210" y="52"/>
                    <a:pt x="164" y="6"/>
                    <a:pt x="108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45720" tIns="22860" rIns="45720" bIns="22860" numCol="1" anchor="t" anchorCtr="0" compatLnSpc="1"/>
            <a:lstStyle/>
            <a:p>
              <a:endParaRPr lang="th-TH" sz="900"/>
            </a:p>
          </p:txBody>
        </p:sp>
        <p:sp>
          <p:nvSpPr>
            <p:cNvPr id="13" name="Oval 10"/>
            <p:cNvSpPr>
              <a:spLocks noChangeArrowheads="1"/>
            </p:cNvSpPr>
            <p:nvPr/>
          </p:nvSpPr>
          <p:spPr bwMode="auto">
            <a:xfrm>
              <a:off x="8837613" y="4449763"/>
              <a:ext cx="3100388" cy="31003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45720" tIns="22860" rIns="45720" bIns="22860" numCol="1" anchor="t" anchorCtr="0" compatLnSpc="1"/>
            <a:lstStyle/>
            <a:p>
              <a:endParaRPr lang="th-TH" sz="900"/>
            </a:p>
          </p:txBody>
        </p:sp>
      </p:grpSp>
      <p:sp>
        <p:nvSpPr>
          <p:cNvPr id="14" name="Freeform 191"/>
          <p:cNvSpPr>
            <a:spLocks noEditPoints="1"/>
          </p:cNvSpPr>
          <p:nvPr/>
        </p:nvSpPr>
        <p:spPr bwMode="auto">
          <a:xfrm>
            <a:off x="4918626" y="3413694"/>
            <a:ext cx="474230" cy="515829"/>
          </a:xfrm>
          <a:custGeom>
            <a:avLst/>
            <a:gdLst>
              <a:gd name="T0" fmla="*/ 34 w 57"/>
              <a:gd name="T1" fmla="*/ 0 h 62"/>
              <a:gd name="T2" fmla="*/ 32 w 57"/>
              <a:gd name="T3" fmla="*/ 10 h 62"/>
              <a:gd name="T4" fmla="*/ 30 w 57"/>
              <a:gd name="T5" fmla="*/ 25 h 62"/>
              <a:gd name="T6" fmla="*/ 28 w 57"/>
              <a:gd name="T7" fmla="*/ 25 h 62"/>
              <a:gd name="T8" fmla="*/ 24 w 57"/>
              <a:gd name="T9" fmla="*/ 25 h 62"/>
              <a:gd name="T10" fmla="*/ 24 w 57"/>
              <a:gd name="T11" fmla="*/ 2 h 62"/>
              <a:gd name="T12" fmla="*/ 1 w 57"/>
              <a:gd name="T13" fmla="*/ 0 h 62"/>
              <a:gd name="T14" fmla="*/ 0 w 57"/>
              <a:gd name="T15" fmla="*/ 10 h 62"/>
              <a:gd name="T16" fmla="*/ 0 w 57"/>
              <a:gd name="T17" fmla="*/ 28 h 62"/>
              <a:gd name="T18" fmla="*/ 8 w 57"/>
              <a:gd name="T19" fmla="*/ 60 h 62"/>
              <a:gd name="T20" fmla="*/ 27 w 57"/>
              <a:gd name="T21" fmla="*/ 62 h 62"/>
              <a:gd name="T22" fmla="*/ 30 w 57"/>
              <a:gd name="T23" fmla="*/ 62 h 62"/>
              <a:gd name="T24" fmla="*/ 48 w 57"/>
              <a:gd name="T25" fmla="*/ 60 h 62"/>
              <a:gd name="T26" fmla="*/ 56 w 57"/>
              <a:gd name="T27" fmla="*/ 28 h 62"/>
              <a:gd name="T28" fmla="*/ 57 w 57"/>
              <a:gd name="T29" fmla="*/ 10 h 62"/>
              <a:gd name="T30" fmla="*/ 55 w 57"/>
              <a:gd name="T31" fmla="*/ 0 h 62"/>
              <a:gd name="T32" fmla="*/ 21 w 57"/>
              <a:gd name="T33" fmla="*/ 4 h 62"/>
              <a:gd name="T34" fmla="*/ 3 w 57"/>
              <a:gd name="T35" fmla="*/ 9 h 62"/>
              <a:gd name="T36" fmla="*/ 10 w 57"/>
              <a:gd name="T37" fmla="*/ 48 h 62"/>
              <a:gd name="T38" fmla="*/ 3 w 57"/>
              <a:gd name="T39" fmla="*/ 12 h 62"/>
              <a:gd name="T40" fmla="*/ 10 w 57"/>
              <a:gd name="T41" fmla="*/ 48 h 62"/>
              <a:gd name="T42" fmla="*/ 12 w 57"/>
              <a:gd name="T43" fmla="*/ 59 h 62"/>
              <a:gd name="T44" fmla="*/ 25 w 57"/>
              <a:gd name="T45" fmla="*/ 54 h 62"/>
              <a:gd name="T46" fmla="*/ 25 w 57"/>
              <a:gd name="T47" fmla="*/ 43 h 62"/>
              <a:gd name="T48" fmla="*/ 13 w 57"/>
              <a:gd name="T49" fmla="*/ 50 h 62"/>
              <a:gd name="T50" fmla="*/ 21 w 57"/>
              <a:gd name="T51" fmla="*/ 12 h 62"/>
              <a:gd name="T52" fmla="*/ 22 w 57"/>
              <a:gd name="T53" fmla="*/ 29 h 62"/>
              <a:gd name="T54" fmla="*/ 25 w 57"/>
              <a:gd name="T55" fmla="*/ 36 h 62"/>
              <a:gd name="T56" fmla="*/ 31 w 57"/>
              <a:gd name="T57" fmla="*/ 29 h 62"/>
              <a:gd name="T58" fmla="*/ 36 w 57"/>
              <a:gd name="T59" fmla="*/ 27 h 62"/>
              <a:gd name="T60" fmla="*/ 43 w 57"/>
              <a:gd name="T61" fmla="*/ 12 h 62"/>
              <a:gd name="T62" fmla="*/ 31 w 57"/>
              <a:gd name="T63" fmla="*/ 50 h 62"/>
              <a:gd name="T64" fmla="*/ 25 w 57"/>
              <a:gd name="T65" fmla="*/ 43 h 62"/>
              <a:gd name="T66" fmla="*/ 31 w 57"/>
              <a:gd name="T67" fmla="*/ 59 h 62"/>
              <a:gd name="T68" fmla="*/ 45 w 57"/>
              <a:gd name="T69" fmla="*/ 54 h 62"/>
              <a:gd name="T70" fmla="*/ 53 w 57"/>
              <a:gd name="T71" fmla="*/ 27 h 62"/>
              <a:gd name="T72" fmla="*/ 46 w 57"/>
              <a:gd name="T73" fmla="*/ 12 h 62"/>
              <a:gd name="T74" fmla="*/ 53 w 57"/>
              <a:gd name="T75" fmla="*/ 27 h 62"/>
              <a:gd name="T76" fmla="*/ 36 w 57"/>
              <a:gd name="T77" fmla="*/ 9 h 62"/>
              <a:gd name="T78" fmla="*/ 53 w 57"/>
              <a:gd name="T79" fmla="*/ 4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7" h="62">
                <a:moveTo>
                  <a:pt x="55" y="0"/>
                </a:moveTo>
                <a:cubicBezTo>
                  <a:pt x="34" y="0"/>
                  <a:pt x="34" y="0"/>
                  <a:pt x="34" y="0"/>
                </a:cubicBezTo>
                <a:cubicBezTo>
                  <a:pt x="33" y="0"/>
                  <a:pt x="32" y="1"/>
                  <a:pt x="32" y="2"/>
                </a:cubicBezTo>
                <a:cubicBezTo>
                  <a:pt x="32" y="10"/>
                  <a:pt x="32" y="10"/>
                  <a:pt x="32" y="10"/>
                </a:cubicBezTo>
                <a:cubicBezTo>
                  <a:pt x="32" y="25"/>
                  <a:pt x="32" y="25"/>
                  <a:pt x="32" y="25"/>
                </a:cubicBezTo>
                <a:cubicBezTo>
                  <a:pt x="30" y="25"/>
                  <a:pt x="30" y="25"/>
                  <a:pt x="30" y="25"/>
                </a:cubicBezTo>
                <a:cubicBezTo>
                  <a:pt x="28" y="25"/>
                  <a:pt x="28" y="25"/>
                  <a:pt x="28" y="25"/>
                </a:cubicBezTo>
                <a:cubicBezTo>
                  <a:pt x="28" y="25"/>
                  <a:pt x="28" y="25"/>
                  <a:pt x="28" y="25"/>
                </a:cubicBezTo>
                <a:cubicBezTo>
                  <a:pt x="27" y="25"/>
                  <a:pt x="27" y="25"/>
                  <a:pt x="27" y="25"/>
                </a:cubicBezTo>
                <a:cubicBezTo>
                  <a:pt x="24" y="25"/>
                  <a:pt x="24" y="25"/>
                  <a:pt x="24" y="25"/>
                </a:cubicBezTo>
                <a:cubicBezTo>
                  <a:pt x="24" y="10"/>
                  <a:pt x="24" y="10"/>
                  <a:pt x="24" y="10"/>
                </a:cubicBezTo>
                <a:cubicBezTo>
                  <a:pt x="24" y="2"/>
                  <a:pt x="24" y="2"/>
                  <a:pt x="24" y="2"/>
                </a:cubicBezTo>
                <a:cubicBezTo>
                  <a:pt x="24" y="1"/>
                  <a:pt x="23" y="0"/>
                  <a:pt x="22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27"/>
                  <a:pt x="0" y="27"/>
                  <a:pt x="0" y="27"/>
                </a:cubicBezTo>
                <a:cubicBezTo>
                  <a:pt x="0" y="27"/>
                  <a:pt x="0" y="27"/>
                  <a:pt x="0" y="28"/>
                </a:cubicBezTo>
                <a:cubicBezTo>
                  <a:pt x="8" y="52"/>
                  <a:pt x="8" y="52"/>
                  <a:pt x="8" y="52"/>
                </a:cubicBezTo>
                <a:cubicBezTo>
                  <a:pt x="8" y="60"/>
                  <a:pt x="8" y="60"/>
                  <a:pt x="8" y="60"/>
                </a:cubicBezTo>
                <a:cubicBezTo>
                  <a:pt x="8" y="61"/>
                  <a:pt x="9" y="62"/>
                  <a:pt x="10" y="62"/>
                </a:cubicBezTo>
                <a:cubicBezTo>
                  <a:pt x="27" y="62"/>
                  <a:pt x="27" y="62"/>
                  <a:pt x="27" y="62"/>
                </a:cubicBezTo>
                <a:cubicBezTo>
                  <a:pt x="27" y="62"/>
                  <a:pt x="28" y="62"/>
                  <a:pt x="28" y="61"/>
                </a:cubicBezTo>
                <a:cubicBezTo>
                  <a:pt x="28" y="62"/>
                  <a:pt x="29" y="62"/>
                  <a:pt x="30" y="62"/>
                </a:cubicBezTo>
                <a:cubicBezTo>
                  <a:pt x="46" y="62"/>
                  <a:pt x="46" y="62"/>
                  <a:pt x="46" y="62"/>
                </a:cubicBezTo>
                <a:cubicBezTo>
                  <a:pt x="47" y="62"/>
                  <a:pt x="48" y="61"/>
                  <a:pt x="48" y="60"/>
                </a:cubicBezTo>
                <a:cubicBezTo>
                  <a:pt x="48" y="52"/>
                  <a:pt x="48" y="52"/>
                  <a:pt x="48" y="52"/>
                </a:cubicBezTo>
                <a:cubicBezTo>
                  <a:pt x="56" y="28"/>
                  <a:pt x="56" y="28"/>
                  <a:pt x="56" y="28"/>
                </a:cubicBezTo>
                <a:cubicBezTo>
                  <a:pt x="56" y="27"/>
                  <a:pt x="57" y="27"/>
                  <a:pt x="57" y="27"/>
                </a:cubicBezTo>
                <a:cubicBezTo>
                  <a:pt x="57" y="10"/>
                  <a:pt x="57" y="10"/>
                  <a:pt x="57" y="10"/>
                </a:cubicBezTo>
                <a:cubicBezTo>
                  <a:pt x="57" y="2"/>
                  <a:pt x="57" y="2"/>
                  <a:pt x="57" y="2"/>
                </a:cubicBezTo>
                <a:cubicBezTo>
                  <a:pt x="57" y="1"/>
                  <a:pt x="56" y="0"/>
                  <a:pt x="55" y="0"/>
                </a:cubicBezTo>
                <a:close/>
                <a:moveTo>
                  <a:pt x="3" y="4"/>
                </a:moveTo>
                <a:cubicBezTo>
                  <a:pt x="21" y="4"/>
                  <a:pt x="21" y="4"/>
                  <a:pt x="21" y="4"/>
                </a:cubicBezTo>
                <a:cubicBezTo>
                  <a:pt x="21" y="9"/>
                  <a:pt x="21" y="9"/>
                  <a:pt x="21" y="9"/>
                </a:cubicBezTo>
                <a:cubicBezTo>
                  <a:pt x="3" y="9"/>
                  <a:pt x="3" y="9"/>
                  <a:pt x="3" y="9"/>
                </a:cubicBezTo>
                <a:lnTo>
                  <a:pt x="3" y="4"/>
                </a:lnTo>
                <a:close/>
                <a:moveTo>
                  <a:pt x="10" y="48"/>
                </a:moveTo>
                <a:cubicBezTo>
                  <a:pt x="3" y="27"/>
                  <a:pt x="3" y="27"/>
                  <a:pt x="3" y="27"/>
                </a:cubicBezTo>
                <a:cubicBezTo>
                  <a:pt x="3" y="12"/>
                  <a:pt x="3" y="12"/>
                  <a:pt x="3" y="12"/>
                </a:cubicBezTo>
                <a:cubicBezTo>
                  <a:pt x="10" y="12"/>
                  <a:pt x="10" y="12"/>
                  <a:pt x="10" y="12"/>
                </a:cubicBezTo>
                <a:lnTo>
                  <a:pt x="10" y="48"/>
                </a:lnTo>
                <a:close/>
                <a:moveTo>
                  <a:pt x="25" y="59"/>
                </a:moveTo>
                <a:cubicBezTo>
                  <a:pt x="12" y="59"/>
                  <a:pt x="12" y="59"/>
                  <a:pt x="12" y="59"/>
                </a:cubicBezTo>
                <a:cubicBezTo>
                  <a:pt x="12" y="54"/>
                  <a:pt x="12" y="54"/>
                  <a:pt x="12" y="54"/>
                </a:cubicBezTo>
                <a:cubicBezTo>
                  <a:pt x="25" y="54"/>
                  <a:pt x="25" y="54"/>
                  <a:pt x="25" y="54"/>
                </a:cubicBezTo>
                <a:lnTo>
                  <a:pt x="25" y="59"/>
                </a:lnTo>
                <a:close/>
                <a:moveTo>
                  <a:pt x="25" y="43"/>
                </a:moveTo>
                <a:cubicBezTo>
                  <a:pt x="25" y="50"/>
                  <a:pt x="25" y="50"/>
                  <a:pt x="25" y="50"/>
                </a:cubicBezTo>
                <a:cubicBezTo>
                  <a:pt x="13" y="50"/>
                  <a:pt x="13" y="50"/>
                  <a:pt x="13" y="50"/>
                </a:cubicBezTo>
                <a:cubicBezTo>
                  <a:pt x="13" y="12"/>
                  <a:pt x="13" y="12"/>
                  <a:pt x="13" y="12"/>
                </a:cubicBezTo>
                <a:cubicBezTo>
                  <a:pt x="21" y="12"/>
                  <a:pt x="21" y="12"/>
                  <a:pt x="21" y="12"/>
                </a:cubicBezTo>
                <a:cubicBezTo>
                  <a:pt x="21" y="27"/>
                  <a:pt x="21" y="27"/>
                  <a:pt x="21" y="27"/>
                </a:cubicBezTo>
                <a:cubicBezTo>
                  <a:pt x="21" y="28"/>
                  <a:pt x="21" y="29"/>
                  <a:pt x="22" y="29"/>
                </a:cubicBezTo>
                <a:cubicBezTo>
                  <a:pt x="25" y="29"/>
                  <a:pt x="25" y="29"/>
                  <a:pt x="25" y="29"/>
                </a:cubicBezTo>
                <a:cubicBezTo>
                  <a:pt x="25" y="36"/>
                  <a:pt x="25" y="36"/>
                  <a:pt x="25" y="36"/>
                </a:cubicBezTo>
                <a:cubicBezTo>
                  <a:pt x="31" y="36"/>
                  <a:pt x="31" y="36"/>
                  <a:pt x="31" y="36"/>
                </a:cubicBezTo>
                <a:cubicBezTo>
                  <a:pt x="31" y="29"/>
                  <a:pt x="31" y="29"/>
                  <a:pt x="31" y="29"/>
                </a:cubicBezTo>
                <a:cubicBezTo>
                  <a:pt x="34" y="29"/>
                  <a:pt x="34" y="29"/>
                  <a:pt x="34" y="29"/>
                </a:cubicBezTo>
                <a:cubicBezTo>
                  <a:pt x="35" y="29"/>
                  <a:pt x="36" y="28"/>
                  <a:pt x="36" y="27"/>
                </a:cubicBezTo>
                <a:cubicBezTo>
                  <a:pt x="36" y="12"/>
                  <a:pt x="36" y="12"/>
                  <a:pt x="36" y="12"/>
                </a:cubicBezTo>
                <a:cubicBezTo>
                  <a:pt x="43" y="12"/>
                  <a:pt x="43" y="12"/>
                  <a:pt x="43" y="12"/>
                </a:cubicBezTo>
                <a:cubicBezTo>
                  <a:pt x="43" y="50"/>
                  <a:pt x="43" y="50"/>
                  <a:pt x="43" y="50"/>
                </a:cubicBezTo>
                <a:cubicBezTo>
                  <a:pt x="31" y="50"/>
                  <a:pt x="31" y="50"/>
                  <a:pt x="31" y="50"/>
                </a:cubicBezTo>
                <a:cubicBezTo>
                  <a:pt x="31" y="43"/>
                  <a:pt x="31" y="43"/>
                  <a:pt x="31" y="43"/>
                </a:cubicBezTo>
                <a:lnTo>
                  <a:pt x="25" y="43"/>
                </a:lnTo>
                <a:close/>
                <a:moveTo>
                  <a:pt x="45" y="59"/>
                </a:moveTo>
                <a:cubicBezTo>
                  <a:pt x="31" y="59"/>
                  <a:pt x="31" y="59"/>
                  <a:pt x="31" y="59"/>
                </a:cubicBezTo>
                <a:cubicBezTo>
                  <a:pt x="31" y="54"/>
                  <a:pt x="31" y="54"/>
                  <a:pt x="31" y="54"/>
                </a:cubicBezTo>
                <a:cubicBezTo>
                  <a:pt x="45" y="54"/>
                  <a:pt x="45" y="54"/>
                  <a:pt x="45" y="54"/>
                </a:cubicBezTo>
                <a:lnTo>
                  <a:pt x="45" y="59"/>
                </a:lnTo>
                <a:close/>
                <a:moveTo>
                  <a:pt x="53" y="27"/>
                </a:moveTo>
                <a:cubicBezTo>
                  <a:pt x="46" y="48"/>
                  <a:pt x="46" y="48"/>
                  <a:pt x="46" y="48"/>
                </a:cubicBezTo>
                <a:cubicBezTo>
                  <a:pt x="46" y="12"/>
                  <a:pt x="46" y="12"/>
                  <a:pt x="46" y="12"/>
                </a:cubicBezTo>
                <a:cubicBezTo>
                  <a:pt x="53" y="12"/>
                  <a:pt x="53" y="12"/>
                  <a:pt x="53" y="12"/>
                </a:cubicBezTo>
                <a:lnTo>
                  <a:pt x="53" y="27"/>
                </a:lnTo>
                <a:close/>
                <a:moveTo>
                  <a:pt x="53" y="9"/>
                </a:moveTo>
                <a:cubicBezTo>
                  <a:pt x="36" y="9"/>
                  <a:pt x="36" y="9"/>
                  <a:pt x="36" y="9"/>
                </a:cubicBezTo>
                <a:cubicBezTo>
                  <a:pt x="36" y="4"/>
                  <a:pt x="36" y="4"/>
                  <a:pt x="36" y="4"/>
                </a:cubicBezTo>
                <a:cubicBezTo>
                  <a:pt x="53" y="4"/>
                  <a:pt x="53" y="4"/>
                  <a:pt x="53" y="4"/>
                </a:cubicBezTo>
                <a:lnTo>
                  <a:pt x="53" y="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th-TH" sz="900"/>
          </a:p>
        </p:txBody>
      </p:sp>
      <p:grpSp>
        <p:nvGrpSpPr>
          <p:cNvPr id="15" name="กลุ่ม 110"/>
          <p:cNvGrpSpPr/>
          <p:nvPr/>
        </p:nvGrpSpPr>
        <p:grpSpPr>
          <a:xfrm>
            <a:off x="5827424" y="4007430"/>
            <a:ext cx="2198975" cy="2198298"/>
            <a:chOff x="11961813" y="6811963"/>
            <a:chExt cx="5153025" cy="5151438"/>
          </a:xfrm>
          <a:solidFill>
            <a:srgbClr val="3A543B"/>
          </a:solidFill>
        </p:grpSpPr>
        <p:sp>
          <p:nvSpPr>
            <p:cNvPr id="16" name="Freeform 11"/>
            <p:cNvSpPr>
              <a:spLocks noEditPoints="1"/>
            </p:cNvSpPr>
            <p:nvPr/>
          </p:nvSpPr>
          <p:spPr bwMode="auto">
            <a:xfrm>
              <a:off x="11961813" y="6811963"/>
              <a:ext cx="5153025" cy="5151438"/>
            </a:xfrm>
            <a:custGeom>
              <a:avLst/>
              <a:gdLst>
                <a:gd name="T0" fmla="*/ 108 w 216"/>
                <a:gd name="T1" fmla="*/ 216 h 216"/>
                <a:gd name="T2" fmla="*/ 0 w 216"/>
                <a:gd name="T3" fmla="*/ 108 h 216"/>
                <a:gd name="T4" fmla="*/ 108 w 216"/>
                <a:gd name="T5" fmla="*/ 0 h 216"/>
                <a:gd name="T6" fmla="*/ 216 w 216"/>
                <a:gd name="T7" fmla="*/ 108 h 216"/>
                <a:gd name="T8" fmla="*/ 108 w 216"/>
                <a:gd name="T9" fmla="*/ 216 h 216"/>
                <a:gd name="T10" fmla="*/ 108 w 216"/>
                <a:gd name="T11" fmla="*/ 6 h 216"/>
                <a:gd name="T12" fmla="*/ 6 w 216"/>
                <a:gd name="T13" fmla="*/ 108 h 216"/>
                <a:gd name="T14" fmla="*/ 108 w 216"/>
                <a:gd name="T15" fmla="*/ 210 h 216"/>
                <a:gd name="T16" fmla="*/ 210 w 216"/>
                <a:gd name="T17" fmla="*/ 108 h 216"/>
                <a:gd name="T18" fmla="*/ 108 w 216"/>
                <a:gd name="T19" fmla="*/ 6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6" h="216">
                  <a:moveTo>
                    <a:pt x="108" y="216"/>
                  </a:moveTo>
                  <a:cubicBezTo>
                    <a:pt x="48" y="216"/>
                    <a:pt x="0" y="168"/>
                    <a:pt x="0" y="108"/>
                  </a:cubicBezTo>
                  <a:cubicBezTo>
                    <a:pt x="0" y="49"/>
                    <a:pt x="48" y="0"/>
                    <a:pt x="108" y="0"/>
                  </a:cubicBezTo>
                  <a:cubicBezTo>
                    <a:pt x="167" y="0"/>
                    <a:pt x="216" y="49"/>
                    <a:pt x="216" y="108"/>
                  </a:cubicBezTo>
                  <a:cubicBezTo>
                    <a:pt x="216" y="168"/>
                    <a:pt x="167" y="216"/>
                    <a:pt x="108" y="216"/>
                  </a:cubicBezTo>
                  <a:close/>
                  <a:moveTo>
                    <a:pt x="108" y="6"/>
                  </a:moveTo>
                  <a:cubicBezTo>
                    <a:pt x="51" y="6"/>
                    <a:pt x="6" y="52"/>
                    <a:pt x="6" y="108"/>
                  </a:cubicBezTo>
                  <a:cubicBezTo>
                    <a:pt x="6" y="164"/>
                    <a:pt x="51" y="210"/>
                    <a:pt x="108" y="210"/>
                  </a:cubicBezTo>
                  <a:cubicBezTo>
                    <a:pt x="164" y="210"/>
                    <a:pt x="210" y="164"/>
                    <a:pt x="210" y="108"/>
                  </a:cubicBezTo>
                  <a:cubicBezTo>
                    <a:pt x="210" y="52"/>
                    <a:pt x="164" y="6"/>
                    <a:pt x="108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45720" tIns="22860" rIns="45720" bIns="22860" numCol="1" anchor="t" anchorCtr="0" compatLnSpc="1"/>
            <a:lstStyle/>
            <a:p>
              <a:endParaRPr lang="th-TH" sz="900"/>
            </a:p>
          </p:txBody>
        </p:sp>
        <p:sp>
          <p:nvSpPr>
            <p:cNvPr id="17" name="Oval 12"/>
            <p:cNvSpPr>
              <a:spLocks noChangeArrowheads="1"/>
            </p:cNvSpPr>
            <p:nvPr/>
          </p:nvSpPr>
          <p:spPr bwMode="auto">
            <a:xfrm>
              <a:off x="12987338" y="7837488"/>
              <a:ext cx="3078163" cy="31003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45720" tIns="22860" rIns="45720" bIns="22860" numCol="1" anchor="t" anchorCtr="0" compatLnSpc="1"/>
            <a:lstStyle/>
            <a:p>
              <a:endParaRPr lang="th-TH" sz="900"/>
            </a:p>
          </p:txBody>
        </p:sp>
      </p:grpSp>
      <p:grpSp>
        <p:nvGrpSpPr>
          <p:cNvPr id="18" name="กลุ่ม 111"/>
          <p:cNvGrpSpPr/>
          <p:nvPr/>
        </p:nvGrpSpPr>
        <p:grpSpPr>
          <a:xfrm>
            <a:off x="6605359" y="4825662"/>
            <a:ext cx="640627" cy="567135"/>
            <a:chOff x="8022698" y="10553700"/>
            <a:chExt cx="733425" cy="649288"/>
          </a:xfrm>
          <a:solidFill>
            <a:schemeClr val="bg1"/>
          </a:solidFill>
        </p:grpSpPr>
        <p:sp>
          <p:nvSpPr>
            <p:cNvPr id="19" name="Freeform 198"/>
            <p:cNvSpPr>
              <a:spLocks noEditPoints="1"/>
            </p:cNvSpPr>
            <p:nvPr/>
          </p:nvSpPr>
          <p:spPr bwMode="auto">
            <a:xfrm>
              <a:off x="8022698" y="10553700"/>
              <a:ext cx="733425" cy="649288"/>
            </a:xfrm>
            <a:custGeom>
              <a:avLst/>
              <a:gdLst>
                <a:gd name="T0" fmla="*/ 66 w 77"/>
                <a:gd name="T1" fmla="*/ 0 h 68"/>
                <a:gd name="T2" fmla="*/ 11 w 77"/>
                <a:gd name="T3" fmla="*/ 0 h 68"/>
                <a:gd name="T4" fmla="*/ 0 w 77"/>
                <a:gd name="T5" fmla="*/ 11 h 68"/>
                <a:gd name="T6" fmla="*/ 0 w 77"/>
                <a:gd name="T7" fmla="*/ 46 h 68"/>
                <a:gd name="T8" fmla="*/ 11 w 77"/>
                <a:gd name="T9" fmla="*/ 57 h 68"/>
                <a:gd name="T10" fmla="*/ 29 w 77"/>
                <a:gd name="T11" fmla="*/ 57 h 68"/>
                <a:gd name="T12" fmla="*/ 28 w 77"/>
                <a:gd name="T13" fmla="*/ 65 h 68"/>
                <a:gd name="T14" fmla="*/ 26 w 77"/>
                <a:gd name="T15" fmla="*/ 65 h 68"/>
                <a:gd name="T16" fmla="*/ 21 w 77"/>
                <a:gd name="T17" fmla="*/ 65 h 68"/>
                <a:gd name="T18" fmla="*/ 20 w 77"/>
                <a:gd name="T19" fmla="*/ 67 h 68"/>
                <a:gd name="T20" fmla="*/ 21 w 77"/>
                <a:gd name="T21" fmla="*/ 68 h 68"/>
                <a:gd name="T22" fmla="*/ 56 w 77"/>
                <a:gd name="T23" fmla="*/ 68 h 68"/>
                <a:gd name="T24" fmla="*/ 57 w 77"/>
                <a:gd name="T25" fmla="*/ 67 h 68"/>
                <a:gd name="T26" fmla="*/ 56 w 77"/>
                <a:gd name="T27" fmla="*/ 65 h 68"/>
                <a:gd name="T28" fmla="*/ 51 w 77"/>
                <a:gd name="T29" fmla="*/ 65 h 68"/>
                <a:gd name="T30" fmla="*/ 49 w 77"/>
                <a:gd name="T31" fmla="*/ 65 h 68"/>
                <a:gd name="T32" fmla="*/ 48 w 77"/>
                <a:gd name="T33" fmla="*/ 57 h 68"/>
                <a:gd name="T34" fmla="*/ 66 w 77"/>
                <a:gd name="T35" fmla="*/ 57 h 68"/>
                <a:gd name="T36" fmla="*/ 77 w 77"/>
                <a:gd name="T37" fmla="*/ 46 h 68"/>
                <a:gd name="T38" fmla="*/ 77 w 77"/>
                <a:gd name="T39" fmla="*/ 11 h 68"/>
                <a:gd name="T40" fmla="*/ 66 w 77"/>
                <a:gd name="T41" fmla="*/ 0 h 68"/>
                <a:gd name="T42" fmla="*/ 11 w 77"/>
                <a:gd name="T43" fmla="*/ 3 h 68"/>
                <a:gd name="T44" fmla="*/ 66 w 77"/>
                <a:gd name="T45" fmla="*/ 3 h 68"/>
                <a:gd name="T46" fmla="*/ 73 w 77"/>
                <a:gd name="T47" fmla="*/ 11 h 68"/>
                <a:gd name="T48" fmla="*/ 73 w 77"/>
                <a:gd name="T49" fmla="*/ 41 h 68"/>
                <a:gd name="T50" fmla="*/ 3 w 77"/>
                <a:gd name="T51" fmla="*/ 41 h 68"/>
                <a:gd name="T52" fmla="*/ 3 w 77"/>
                <a:gd name="T53" fmla="*/ 11 h 68"/>
                <a:gd name="T54" fmla="*/ 11 w 77"/>
                <a:gd name="T55" fmla="*/ 3 h 68"/>
                <a:gd name="T56" fmla="*/ 46 w 77"/>
                <a:gd name="T57" fmla="*/ 65 h 68"/>
                <a:gd name="T58" fmla="*/ 31 w 77"/>
                <a:gd name="T59" fmla="*/ 65 h 68"/>
                <a:gd name="T60" fmla="*/ 32 w 77"/>
                <a:gd name="T61" fmla="*/ 57 h 68"/>
                <a:gd name="T62" fmla="*/ 45 w 77"/>
                <a:gd name="T63" fmla="*/ 57 h 68"/>
                <a:gd name="T64" fmla="*/ 46 w 77"/>
                <a:gd name="T65" fmla="*/ 65 h 68"/>
                <a:gd name="T66" fmla="*/ 66 w 77"/>
                <a:gd name="T67" fmla="*/ 53 h 68"/>
                <a:gd name="T68" fmla="*/ 11 w 77"/>
                <a:gd name="T69" fmla="*/ 53 h 68"/>
                <a:gd name="T70" fmla="*/ 3 w 77"/>
                <a:gd name="T71" fmla="*/ 46 h 68"/>
                <a:gd name="T72" fmla="*/ 3 w 77"/>
                <a:gd name="T73" fmla="*/ 44 h 68"/>
                <a:gd name="T74" fmla="*/ 73 w 77"/>
                <a:gd name="T75" fmla="*/ 44 h 68"/>
                <a:gd name="T76" fmla="*/ 73 w 77"/>
                <a:gd name="T77" fmla="*/ 46 h 68"/>
                <a:gd name="T78" fmla="*/ 66 w 77"/>
                <a:gd name="T79" fmla="*/ 53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7" h="68">
                  <a:moveTo>
                    <a:pt x="66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52"/>
                    <a:pt x="5" y="57"/>
                    <a:pt x="11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60"/>
                    <a:pt x="29" y="64"/>
                    <a:pt x="28" y="65"/>
                  </a:cubicBezTo>
                  <a:cubicBezTo>
                    <a:pt x="27" y="65"/>
                    <a:pt x="27" y="65"/>
                    <a:pt x="26" y="65"/>
                  </a:cubicBezTo>
                  <a:cubicBezTo>
                    <a:pt x="21" y="65"/>
                    <a:pt x="21" y="65"/>
                    <a:pt x="21" y="65"/>
                  </a:cubicBezTo>
                  <a:cubicBezTo>
                    <a:pt x="20" y="65"/>
                    <a:pt x="20" y="66"/>
                    <a:pt x="20" y="67"/>
                  </a:cubicBezTo>
                  <a:cubicBezTo>
                    <a:pt x="20" y="68"/>
                    <a:pt x="20" y="68"/>
                    <a:pt x="21" y="68"/>
                  </a:cubicBezTo>
                  <a:cubicBezTo>
                    <a:pt x="56" y="68"/>
                    <a:pt x="56" y="68"/>
                    <a:pt x="56" y="68"/>
                  </a:cubicBezTo>
                  <a:cubicBezTo>
                    <a:pt x="57" y="68"/>
                    <a:pt x="57" y="68"/>
                    <a:pt x="57" y="67"/>
                  </a:cubicBezTo>
                  <a:cubicBezTo>
                    <a:pt x="57" y="66"/>
                    <a:pt x="57" y="65"/>
                    <a:pt x="56" y="65"/>
                  </a:cubicBezTo>
                  <a:cubicBezTo>
                    <a:pt x="51" y="65"/>
                    <a:pt x="51" y="65"/>
                    <a:pt x="51" y="65"/>
                  </a:cubicBezTo>
                  <a:cubicBezTo>
                    <a:pt x="50" y="65"/>
                    <a:pt x="50" y="65"/>
                    <a:pt x="49" y="65"/>
                  </a:cubicBezTo>
                  <a:cubicBezTo>
                    <a:pt x="48" y="64"/>
                    <a:pt x="48" y="60"/>
                    <a:pt x="48" y="57"/>
                  </a:cubicBezTo>
                  <a:cubicBezTo>
                    <a:pt x="66" y="57"/>
                    <a:pt x="66" y="57"/>
                    <a:pt x="66" y="57"/>
                  </a:cubicBezTo>
                  <a:cubicBezTo>
                    <a:pt x="72" y="57"/>
                    <a:pt x="77" y="52"/>
                    <a:pt x="77" y="46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7" y="5"/>
                    <a:pt x="72" y="0"/>
                    <a:pt x="66" y="0"/>
                  </a:cubicBezTo>
                  <a:close/>
                  <a:moveTo>
                    <a:pt x="11" y="3"/>
                  </a:moveTo>
                  <a:cubicBezTo>
                    <a:pt x="66" y="3"/>
                    <a:pt x="66" y="3"/>
                    <a:pt x="66" y="3"/>
                  </a:cubicBezTo>
                  <a:cubicBezTo>
                    <a:pt x="70" y="3"/>
                    <a:pt x="73" y="7"/>
                    <a:pt x="73" y="1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3" y="7"/>
                    <a:pt x="7" y="3"/>
                    <a:pt x="11" y="3"/>
                  </a:cubicBezTo>
                  <a:close/>
                  <a:moveTo>
                    <a:pt x="46" y="65"/>
                  </a:moveTo>
                  <a:cubicBezTo>
                    <a:pt x="31" y="65"/>
                    <a:pt x="31" y="65"/>
                    <a:pt x="31" y="65"/>
                  </a:cubicBezTo>
                  <a:cubicBezTo>
                    <a:pt x="32" y="63"/>
                    <a:pt x="32" y="60"/>
                    <a:pt x="32" y="57"/>
                  </a:cubicBezTo>
                  <a:cubicBezTo>
                    <a:pt x="45" y="57"/>
                    <a:pt x="45" y="57"/>
                    <a:pt x="45" y="57"/>
                  </a:cubicBezTo>
                  <a:cubicBezTo>
                    <a:pt x="45" y="60"/>
                    <a:pt x="45" y="63"/>
                    <a:pt x="46" y="65"/>
                  </a:cubicBezTo>
                  <a:close/>
                  <a:moveTo>
                    <a:pt x="66" y="53"/>
                  </a:moveTo>
                  <a:cubicBezTo>
                    <a:pt x="11" y="53"/>
                    <a:pt x="11" y="53"/>
                    <a:pt x="11" y="53"/>
                  </a:cubicBezTo>
                  <a:cubicBezTo>
                    <a:pt x="7" y="53"/>
                    <a:pt x="3" y="50"/>
                    <a:pt x="3" y="46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3" y="44"/>
                    <a:pt x="73" y="44"/>
                    <a:pt x="73" y="44"/>
                  </a:cubicBezTo>
                  <a:cubicBezTo>
                    <a:pt x="73" y="46"/>
                    <a:pt x="73" y="46"/>
                    <a:pt x="73" y="46"/>
                  </a:cubicBezTo>
                  <a:cubicBezTo>
                    <a:pt x="73" y="50"/>
                    <a:pt x="70" y="53"/>
                    <a:pt x="66" y="5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45720" tIns="22860" rIns="45720" bIns="22860" numCol="1" anchor="t" anchorCtr="0" compatLnSpc="1"/>
            <a:lstStyle/>
            <a:p>
              <a:endParaRPr lang="th-TH" sz="900"/>
            </a:p>
          </p:txBody>
        </p:sp>
        <p:sp>
          <p:nvSpPr>
            <p:cNvPr id="20" name="Oval 199"/>
            <p:cNvSpPr>
              <a:spLocks noChangeArrowheads="1"/>
            </p:cNvSpPr>
            <p:nvPr/>
          </p:nvSpPr>
          <p:spPr bwMode="auto">
            <a:xfrm>
              <a:off x="8365598" y="10983912"/>
              <a:ext cx="47625" cy="4762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45720" tIns="22860" rIns="45720" bIns="22860" numCol="1" anchor="t" anchorCtr="0" compatLnSpc="1"/>
            <a:lstStyle/>
            <a:p>
              <a:endParaRPr lang="th-TH" sz="900"/>
            </a:p>
          </p:txBody>
        </p:sp>
      </p:grpSp>
      <p:grpSp>
        <p:nvGrpSpPr>
          <p:cNvPr id="21" name="กลุ่ม 117"/>
          <p:cNvGrpSpPr/>
          <p:nvPr/>
        </p:nvGrpSpPr>
        <p:grpSpPr>
          <a:xfrm>
            <a:off x="4259824" y="4810875"/>
            <a:ext cx="1567600" cy="1567600"/>
            <a:chOff x="8288338" y="8694738"/>
            <a:chExt cx="3673475" cy="3673475"/>
          </a:xfrm>
          <a:solidFill>
            <a:srgbClr val="AA9D67"/>
          </a:solidFill>
        </p:grpSpPr>
        <p:sp>
          <p:nvSpPr>
            <p:cNvPr id="22" name="Freeform 13"/>
            <p:cNvSpPr>
              <a:spLocks noEditPoints="1"/>
            </p:cNvSpPr>
            <p:nvPr/>
          </p:nvSpPr>
          <p:spPr bwMode="auto">
            <a:xfrm>
              <a:off x="8288338" y="8694738"/>
              <a:ext cx="3673475" cy="3673475"/>
            </a:xfrm>
            <a:custGeom>
              <a:avLst/>
              <a:gdLst>
                <a:gd name="T0" fmla="*/ 0 w 154"/>
                <a:gd name="T1" fmla="*/ 77 h 154"/>
                <a:gd name="T2" fmla="*/ 77 w 154"/>
                <a:gd name="T3" fmla="*/ 0 h 154"/>
                <a:gd name="T4" fmla="*/ 154 w 154"/>
                <a:gd name="T5" fmla="*/ 77 h 154"/>
                <a:gd name="T6" fmla="*/ 77 w 154"/>
                <a:gd name="T7" fmla="*/ 154 h 154"/>
                <a:gd name="T8" fmla="*/ 0 w 154"/>
                <a:gd name="T9" fmla="*/ 77 h 154"/>
                <a:gd name="T10" fmla="*/ 4 w 154"/>
                <a:gd name="T11" fmla="*/ 77 h 154"/>
                <a:gd name="T12" fmla="*/ 77 w 154"/>
                <a:gd name="T13" fmla="*/ 150 h 154"/>
                <a:gd name="T14" fmla="*/ 150 w 154"/>
                <a:gd name="T15" fmla="*/ 77 h 154"/>
                <a:gd name="T16" fmla="*/ 77 w 154"/>
                <a:gd name="T17" fmla="*/ 4 h 154"/>
                <a:gd name="T18" fmla="*/ 4 w 154"/>
                <a:gd name="T19" fmla="*/ 77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4" h="154">
                  <a:moveTo>
                    <a:pt x="0" y="77"/>
                  </a:moveTo>
                  <a:cubicBezTo>
                    <a:pt x="0" y="34"/>
                    <a:pt x="34" y="0"/>
                    <a:pt x="77" y="0"/>
                  </a:cubicBezTo>
                  <a:cubicBezTo>
                    <a:pt x="119" y="0"/>
                    <a:pt x="154" y="34"/>
                    <a:pt x="154" y="77"/>
                  </a:cubicBezTo>
                  <a:cubicBezTo>
                    <a:pt x="154" y="120"/>
                    <a:pt x="119" y="154"/>
                    <a:pt x="77" y="154"/>
                  </a:cubicBezTo>
                  <a:cubicBezTo>
                    <a:pt x="34" y="154"/>
                    <a:pt x="0" y="120"/>
                    <a:pt x="0" y="77"/>
                  </a:cubicBezTo>
                  <a:close/>
                  <a:moveTo>
                    <a:pt x="4" y="77"/>
                  </a:moveTo>
                  <a:cubicBezTo>
                    <a:pt x="4" y="117"/>
                    <a:pt x="37" y="150"/>
                    <a:pt x="77" y="150"/>
                  </a:cubicBezTo>
                  <a:cubicBezTo>
                    <a:pt x="117" y="150"/>
                    <a:pt x="150" y="117"/>
                    <a:pt x="150" y="77"/>
                  </a:cubicBezTo>
                  <a:cubicBezTo>
                    <a:pt x="150" y="37"/>
                    <a:pt x="117" y="4"/>
                    <a:pt x="77" y="4"/>
                  </a:cubicBezTo>
                  <a:cubicBezTo>
                    <a:pt x="37" y="4"/>
                    <a:pt x="4" y="37"/>
                    <a:pt x="4" y="7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45720" tIns="22860" rIns="45720" bIns="22860" numCol="1" anchor="t" anchorCtr="0" compatLnSpc="1"/>
            <a:lstStyle/>
            <a:p>
              <a:endParaRPr lang="th-TH" sz="900"/>
            </a:p>
          </p:txBody>
        </p:sp>
        <p:sp>
          <p:nvSpPr>
            <p:cNvPr id="23" name="Oval 14"/>
            <p:cNvSpPr>
              <a:spLocks noChangeArrowheads="1"/>
            </p:cNvSpPr>
            <p:nvPr/>
          </p:nvSpPr>
          <p:spPr bwMode="auto">
            <a:xfrm>
              <a:off x="9028113" y="9434513"/>
              <a:ext cx="2195513" cy="219392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45720" tIns="22860" rIns="45720" bIns="22860" numCol="1" anchor="t" anchorCtr="0" compatLnSpc="1"/>
            <a:lstStyle/>
            <a:p>
              <a:endParaRPr lang="th-TH" sz="900"/>
            </a:p>
          </p:txBody>
        </p:sp>
      </p:grpSp>
      <p:sp>
        <p:nvSpPr>
          <p:cNvPr id="24" name="Freeform 102"/>
          <p:cNvSpPr>
            <a:spLocks noEditPoints="1"/>
          </p:cNvSpPr>
          <p:nvPr/>
        </p:nvSpPr>
        <p:spPr bwMode="auto">
          <a:xfrm>
            <a:off x="4764910" y="5299691"/>
            <a:ext cx="557428" cy="515829"/>
          </a:xfrm>
          <a:custGeom>
            <a:avLst/>
            <a:gdLst>
              <a:gd name="T0" fmla="*/ 59 w 67"/>
              <a:gd name="T1" fmla="*/ 44 h 62"/>
              <a:gd name="T2" fmla="*/ 59 w 67"/>
              <a:gd name="T3" fmla="*/ 35 h 62"/>
              <a:gd name="T4" fmla="*/ 58 w 67"/>
              <a:gd name="T5" fmla="*/ 33 h 62"/>
              <a:gd name="T6" fmla="*/ 53 w 67"/>
              <a:gd name="T7" fmla="*/ 33 h 62"/>
              <a:gd name="T8" fmla="*/ 50 w 67"/>
              <a:gd name="T9" fmla="*/ 33 h 62"/>
              <a:gd name="T10" fmla="*/ 35 w 67"/>
              <a:gd name="T11" fmla="*/ 33 h 62"/>
              <a:gd name="T12" fmla="*/ 35 w 67"/>
              <a:gd name="T13" fmla="*/ 19 h 62"/>
              <a:gd name="T14" fmla="*/ 43 w 67"/>
              <a:gd name="T15" fmla="*/ 10 h 62"/>
              <a:gd name="T16" fmla="*/ 34 w 67"/>
              <a:gd name="T17" fmla="*/ 0 h 62"/>
              <a:gd name="T18" fmla="*/ 24 w 67"/>
              <a:gd name="T19" fmla="*/ 10 h 62"/>
              <a:gd name="T20" fmla="*/ 32 w 67"/>
              <a:gd name="T21" fmla="*/ 19 h 62"/>
              <a:gd name="T22" fmla="*/ 32 w 67"/>
              <a:gd name="T23" fmla="*/ 33 h 62"/>
              <a:gd name="T24" fmla="*/ 10 w 67"/>
              <a:gd name="T25" fmla="*/ 33 h 62"/>
              <a:gd name="T26" fmla="*/ 8 w 67"/>
              <a:gd name="T27" fmla="*/ 35 h 62"/>
              <a:gd name="T28" fmla="*/ 8 w 67"/>
              <a:gd name="T29" fmla="*/ 44 h 62"/>
              <a:gd name="T30" fmla="*/ 0 w 67"/>
              <a:gd name="T31" fmla="*/ 53 h 62"/>
              <a:gd name="T32" fmla="*/ 10 w 67"/>
              <a:gd name="T33" fmla="*/ 62 h 62"/>
              <a:gd name="T34" fmla="*/ 19 w 67"/>
              <a:gd name="T35" fmla="*/ 53 h 62"/>
              <a:gd name="T36" fmla="*/ 11 w 67"/>
              <a:gd name="T37" fmla="*/ 44 h 62"/>
              <a:gd name="T38" fmla="*/ 11 w 67"/>
              <a:gd name="T39" fmla="*/ 36 h 62"/>
              <a:gd name="T40" fmla="*/ 32 w 67"/>
              <a:gd name="T41" fmla="*/ 36 h 62"/>
              <a:gd name="T42" fmla="*/ 32 w 67"/>
              <a:gd name="T43" fmla="*/ 44 h 62"/>
              <a:gd name="T44" fmla="*/ 24 w 67"/>
              <a:gd name="T45" fmla="*/ 53 h 62"/>
              <a:gd name="T46" fmla="*/ 34 w 67"/>
              <a:gd name="T47" fmla="*/ 62 h 62"/>
              <a:gd name="T48" fmla="*/ 43 w 67"/>
              <a:gd name="T49" fmla="*/ 53 h 62"/>
              <a:gd name="T50" fmla="*/ 35 w 67"/>
              <a:gd name="T51" fmla="*/ 44 h 62"/>
              <a:gd name="T52" fmla="*/ 35 w 67"/>
              <a:gd name="T53" fmla="*/ 36 h 62"/>
              <a:gd name="T54" fmla="*/ 50 w 67"/>
              <a:gd name="T55" fmla="*/ 36 h 62"/>
              <a:gd name="T56" fmla="*/ 53 w 67"/>
              <a:gd name="T57" fmla="*/ 36 h 62"/>
              <a:gd name="T58" fmla="*/ 56 w 67"/>
              <a:gd name="T59" fmla="*/ 36 h 62"/>
              <a:gd name="T60" fmla="*/ 56 w 67"/>
              <a:gd name="T61" fmla="*/ 44 h 62"/>
              <a:gd name="T62" fmla="*/ 48 w 67"/>
              <a:gd name="T63" fmla="*/ 53 h 62"/>
              <a:gd name="T64" fmla="*/ 58 w 67"/>
              <a:gd name="T65" fmla="*/ 62 h 62"/>
              <a:gd name="T66" fmla="*/ 67 w 67"/>
              <a:gd name="T67" fmla="*/ 53 h 62"/>
              <a:gd name="T68" fmla="*/ 59 w 67"/>
              <a:gd name="T69" fmla="*/ 44 h 62"/>
              <a:gd name="T70" fmla="*/ 28 w 67"/>
              <a:gd name="T71" fmla="*/ 10 h 62"/>
              <a:gd name="T72" fmla="*/ 34 w 67"/>
              <a:gd name="T73" fmla="*/ 4 h 62"/>
              <a:gd name="T74" fmla="*/ 39 w 67"/>
              <a:gd name="T75" fmla="*/ 10 h 62"/>
              <a:gd name="T76" fmla="*/ 34 w 67"/>
              <a:gd name="T77" fmla="*/ 15 h 62"/>
              <a:gd name="T78" fmla="*/ 28 w 67"/>
              <a:gd name="T79" fmla="*/ 10 h 62"/>
              <a:gd name="T80" fmla="*/ 15 w 67"/>
              <a:gd name="T81" fmla="*/ 53 h 62"/>
              <a:gd name="T82" fmla="*/ 10 w 67"/>
              <a:gd name="T83" fmla="*/ 58 h 62"/>
              <a:gd name="T84" fmla="*/ 4 w 67"/>
              <a:gd name="T85" fmla="*/ 53 h 62"/>
              <a:gd name="T86" fmla="*/ 10 w 67"/>
              <a:gd name="T87" fmla="*/ 47 h 62"/>
              <a:gd name="T88" fmla="*/ 15 w 67"/>
              <a:gd name="T89" fmla="*/ 53 h 62"/>
              <a:gd name="T90" fmla="*/ 39 w 67"/>
              <a:gd name="T91" fmla="*/ 53 h 62"/>
              <a:gd name="T92" fmla="*/ 34 w 67"/>
              <a:gd name="T93" fmla="*/ 58 h 62"/>
              <a:gd name="T94" fmla="*/ 28 w 67"/>
              <a:gd name="T95" fmla="*/ 53 h 62"/>
              <a:gd name="T96" fmla="*/ 34 w 67"/>
              <a:gd name="T97" fmla="*/ 47 h 62"/>
              <a:gd name="T98" fmla="*/ 39 w 67"/>
              <a:gd name="T99" fmla="*/ 53 h 62"/>
              <a:gd name="T100" fmla="*/ 58 w 67"/>
              <a:gd name="T101" fmla="*/ 58 h 62"/>
              <a:gd name="T102" fmla="*/ 52 w 67"/>
              <a:gd name="T103" fmla="*/ 53 h 62"/>
              <a:gd name="T104" fmla="*/ 58 w 67"/>
              <a:gd name="T105" fmla="*/ 47 h 62"/>
              <a:gd name="T106" fmla="*/ 63 w 67"/>
              <a:gd name="T107" fmla="*/ 53 h 62"/>
              <a:gd name="T108" fmla="*/ 58 w 67"/>
              <a:gd name="T109" fmla="*/ 58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67" h="62">
                <a:moveTo>
                  <a:pt x="59" y="44"/>
                </a:moveTo>
                <a:cubicBezTo>
                  <a:pt x="59" y="35"/>
                  <a:pt x="59" y="35"/>
                  <a:pt x="59" y="35"/>
                </a:cubicBezTo>
                <a:cubicBezTo>
                  <a:pt x="59" y="34"/>
                  <a:pt x="59" y="33"/>
                  <a:pt x="58" y="33"/>
                </a:cubicBezTo>
                <a:cubicBezTo>
                  <a:pt x="53" y="33"/>
                  <a:pt x="53" y="33"/>
                  <a:pt x="53" y="33"/>
                </a:cubicBezTo>
                <a:cubicBezTo>
                  <a:pt x="50" y="33"/>
                  <a:pt x="50" y="33"/>
                  <a:pt x="50" y="33"/>
                </a:cubicBezTo>
                <a:cubicBezTo>
                  <a:pt x="35" y="33"/>
                  <a:pt x="35" y="33"/>
                  <a:pt x="35" y="33"/>
                </a:cubicBezTo>
                <a:cubicBezTo>
                  <a:pt x="35" y="19"/>
                  <a:pt x="35" y="19"/>
                  <a:pt x="35" y="19"/>
                </a:cubicBezTo>
                <a:cubicBezTo>
                  <a:pt x="40" y="18"/>
                  <a:pt x="43" y="14"/>
                  <a:pt x="43" y="10"/>
                </a:cubicBezTo>
                <a:cubicBezTo>
                  <a:pt x="43" y="4"/>
                  <a:pt x="39" y="0"/>
                  <a:pt x="34" y="0"/>
                </a:cubicBezTo>
                <a:cubicBezTo>
                  <a:pt x="29" y="0"/>
                  <a:pt x="24" y="4"/>
                  <a:pt x="24" y="10"/>
                </a:cubicBezTo>
                <a:cubicBezTo>
                  <a:pt x="24" y="14"/>
                  <a:pt x="28" y="18"/>
                  <a:pt x="32" y="19"/>
                </a:cubicBezTo>
                <a:cubicBezTo>
                  <a:pt x="32" y="33"/>
                  <a:pt x="32" y="33"/>
                  <a:pt x="32" y="33"/>
                </a:cubicBezTo>
                <a:cubicBezTo>
                  <a:pt x="10" y="33"/>
                  <a:pt x="10" y="33"/>
                  <a:pt x="10" y="33"/>
                </a:cubicBezTo>
                <a:cubicBezTo>
                  <a:pt x="9" y="33"/>
                  <a:pt x="8" y="34"/>
                  <a:pt x="8" y="35"/>
                </a:cubicBezTo>
                <a:cubicBezTo>
                  <a:pt x="8" y="44"/>
                  <a:pt x="8" y="44"/>
                  <a:pt x="8" y="44"/>
                </a:cubicBezTo>
                <a:cubicBezTo>
                  <a:pt x="4" y="44"/>
                  <a:pt x="0" y="48"/>
                  <a:pt x="0" y="53"/>
                </a:cubicBezTo>
                <a:cubicBezTo>
                  <a:pt x="0" y="58"/>
                  <a:pt x="4" y="62"/>
                  <a:pt x="10" y="62"/>
                </a:cubicBezTo>
                <a:cubicBezTo>
                  <a:pt x="15" y="62"/>
                  <a:pt x="19" y="58"/>
                  <a:pt x="19" y="53"/>
                </a:cubicBezTo>
                <a:cubicBezTo>
                  <a:pt x="19" y="48"/>
                  <a:pt x="16" y="44"/>
                  <a:pt x="11" y="44"/>
                </a:cubicBezTo>
                <a:cubicBezTo>
                  <a:pt x="11" y="36"/>
                  <a:pt x="11" y="36"/>
                  <a:pt x="11" y="36"/>
                </a:cubicBezTo>
                <a:cubicBezTo>
                  <a:pt x="32" y="36"/>
                  <a:pt x="32" y="36"/>
                  <a:pt x="32" y="36"/>
                </a:cubicBezTo>
                <a:cubicBezTo>
                  <a:pt x="32" y="44"/>
                  <a:pt x="32" y="44"/>
                  <a:pt x="32" y="44"/>
                </a:cubicBezTo>
                <a:cubicBezTo>
                  <a:pt x="28" y="44"/>
                  <a:pt x="24" y="48"/>
                  <a:pt x="24" y="53"/>
                </a:cubicBezTo>
                <a:cubicBezTo>
                  <a:pt x="24" y="58"/>
                  <a:pt x="29" y="62"/>
                  <a:pt x="34" y="62"/>
                </a:cubicBezTo>
                <a:cubicBezTo>
                  <a:pt x="39" y="62"/>
                  <a:pt x="43" y="58"/>
                  <a:pt x="43" y="53"/>
                </a:cubicBezTo>
                <a:cubicBezTo>
                  <a:pt x="43" y="48"/>
                  <a:pt x="40" y="44"/>
                  <a:pt x="35" y="44"/>
                </a:cubicBezTo>
                <a:cubicBezTo>
                  <a:pt x="35" y="36"/>
                  <a:pt x="35" y="36"/>
                  <a:pt x="35" y="36"/>
                </a:cubicBezTo>
                <a:cubicBezTo>
                  <a:pt x="50" y="36"/>
                  <a:pt x="50" y="36"/>
                  <a:pt x="50" y="36"/>
                </a:cubicBezTo>
                <a:cubicBezTo>
                  <a:pt x="53" y="36"/>
                  <a:pt x="53" y="36"/>
                  <a:pt x="53" y="36"/>
                </a:cubicBezTo>
                <a:cubicBezTo>
                  <a:pt x="56" y="36"/>
                  <a:pt x="56" y="36"/>
                  <a:pt x="56" y="36"/>
                </a:cubicBezTo>
                <a:cubicBezTo>
                  <a:pt x="56" y="44"/>
                  <a:pt x="56" y="44"/>
                  <a:pt x="56" y="44"/>
                </a:cubicBezTo>
                <a:cubicBezTo>
                  <a:pt x="52" y="44"/>
                  <a:pt x="48" y="48"/>
                  <a:pt x="48" y="53"/>
                </a:cubicBezTo>
                <a:cubicBezTo>
                  <a:pt x="48" y="58"/>
                  <a:pt x="53" y="62"/>
                  <a:pt x="58" y="62"/>
                </a:cubicBezTo>
                <a:cubicBezTo>
                  <a:pt x="63" y="62"/>
                  <a:pt x="67" y="58"/>
                  <a:pt x="67" y="53"/>
                </a:cubicBezTo>
                <a:cubicBezTo>
                  <a:pt x="67" y="48"/>
                  <a:pt x="64" y="44"/>
                  <a:pt x="59" y="44"/>
                </a:cubicBezTo>
                <a:close/>
                <a:moveTo>
                  <a:pt x="28" y="10"/>
                </a:moveTo>
                <a:cubicBezTo>
                  <a:pt x="28" y="6"/>
                  <a:pt x="31" y="4"/>
                  <a:pt x="34" y="4"/>
                </a:cubicBezTo>
                <a:cubicBezTo>
                  <a:pt x="37" y="4"/>
                  <a:pt x="39" y="6"/>
                  <a:pt x="39" y="10"/>
                </a:cubicBezTo>
                <a:cubicBezTo>
                  <a:pt x="39" y="13"/>
                  <a:pt x="37" y="15"/>
                  <a:pt x="34" y="15"/>
                </a:cubicBezTo>
                <a:cubicBezTo>
                  <a:pt x="31" y="15"/>
                  <a:pt x="28" y="13"/>
                  <a:pt x="28" y="10"/>
                </a:cubicBezTo>
                <a:close/>
                <a:moveTo>
                  <a:pt x="15" y="53"/>
                </a:moveTo>
                <a:cubicBezTo>
                  <a:pt x="15" y="56"/>
                  <a:pt x="13" y="58"/>
                  <a:pt x="10" y="58"/>
                </a:cubicBezTo>
                <a:cubicBezTo>
                  <a:pt x="6" y="58"/>
                  <a:pt x="4" y="56"/>
                  <a:pt x="4" y="53"/>
                </a:cubicBezTo>
                <a:cubicBezTo>
                  <a:pt x="4" y="50"/>
                  <a:pt x="6" y="47"/>
                  <a:pt x="10" y="47"/>
                </a:cubicBezTo>
                <a:cubicBezTo>
                  <a:pt x="13" y="47"/>
                  <a:pt x="15" y="50"/>
                  <a:pt x="15" y="53"/>
                </a:cubicBezTo>
                <a:close/>
                <a:moveTo>
                  <a:pt x="39" y="53"/>
                </a:moveTo>
                <a:cubicBezTo>
                  <a:pt x="39" y="56"/>
                  <a:pt x="37" y="58"/>
                  <a:pt x="34" y="58"/>
                </a:cubicBezTo>
                <a:cubicBezTo>
                  <a:pt x="31" y="58"/>
                  <a:pt x="28" y="56"/>
                  <a:pt x="28" y="53"/>
                </a:cubicBezTo>
                <a:cubicBezTo>
                  <a:pt x="28" y="50"/>
                  <a:pt x="31" y="47"/>
                  <a:pt x="34" y="47"/>
                </a:cubicBezTo>
                <a:cubicBezTo>
                  <a:pt x="37" y="47"/>
                  <a:pt x="39" y="50"/>
                  <a:pt x="39" y="53"/>
                </a:cubicBezTo>
                <a:close/>
                <a:moveTo>
                  <a:pt x="58" y="58"/>
                </a:moveTo>
                <a:cubicBezTo>
                  <a:pt x="55" y="58"/>
                  <a:pt x="52" y="56"/>
                  <a:pt x="52" y="53"/>
                </a:cubicBezTo>
                <a:cubicBezTo>
                  <a:pt x="52" y="50"/>
                  <a:pt x="55" y="47"/>
                  <a:pt x="58" y="47"/>
                </a:cubicBezTo>
                <a:cubicBezTo>
                  <a:pt x="61" y="47"/>
                  <a:pt x="63" y="50"/>
                  <a:pt x="63" y="53"/>
                </a:cubicBezTo>
                <a:cubicBezTo>
                  <a:pt x="63" y="56"/>
                  <a:pt x="61" y="58"/>
                  <a:pt x="58" y="5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th-TH" sz="900"/>
          </a:p>
        </p:txBody>
      </p:sp>
      <p:grpSp>
        <p:nvGrpSpPr>
          <p:cNvPr id="25" name="กลุ่ม 122"/>
          <p:cNvGrpSpPr/>
          <p:nvPr/>
        </p:nvGrpSpPr>
        <p:grpSpPr>
          <a:xfrm>
            <a:off x="6254890" y="2368698"/>
            <a:ext cx="1567600" cy="1566922"/>
            <a:chOff x="12963526" y="2971800"/>
            <a:chExt cx="3673475" cy="3671888"/>
          </a:xfrm>
          <a:solidFill>
            <a:srgbClr val="AA9D67"/>
          </a:solidFill>
        </p:grpSpPr>
        <p:sp>
          <p:nvSpPr>
            <p:cNvPr id="26" name="Freeform 15"/>
            <p:cNvSpPr>
              <a:spLocks noEditPoints="1"/>
            </p:cNvSpPr>
            <p:nvPr/>
          </p:nvSpPr>
          <p:spPr bwMode="auto">
            <a:xfrm>
              <a:off x="12963526" y="2971800"/>
              <a:ext cx="3673475" cy="3671888"/>
            </a:xfrm>
            <a:custGeom>
              <a:avLst/>
              <a:gdLst>
                <a:gd name="T0" fmla="*/ 0 w 154"/>
                <a:gd name="T1" fmla="*/ 77 h 154"/>
                <a:gd name="T2" fmla="*/ 77 w 154"/>
                <a:gd name="T3" fmla="*/ 0 h 154"/>
                <a:gd name="T4" fmla="*/ 154 w 154"/>
                <a:gd name="T5" fmla="*/ 77 h 154"/>
                <a:gd name="T6" fmla="*/ 77 w 154"/>
                <a:gd name="T7" fmla="*/ 154 h 154"/>
                <a:gd name="T8" fmla="*/ 0 w 154"/>
                <a:gd name="T9" fmla="*/ 77 h 154"/>
                <a:gd name="T10" fmla="*/ 4 w 154"/>
                <a:gd name="T11" fmla="*/ 77 h 154"/>
                <a:gd name="T12" fmla="*/ 77 w 154"/>
                <a:gd name="T13" fmla="*/ 150 h 154"/>
                <a:gd name="T14" fmla="*/ 150 w 154"/>
                <a:gd name="T15" fmla="*/ 77 h 154"/>
                <a:gd name="T16" fmla="*/ 77 w 154"/>
                <a:gd name="T17" fmla="*/ 4 h 154"/>
                <a:gd name="T18" fmla="*/ 4 w 154"/>
                <a:gd name="T19" fmla="*/ 77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4" h="154">
                  <a:moveTo>
                    <a:pt x="0" y="77"/>
                  </a:moveTo>
                  <a:cubicBezTo>
                    <a:pt x="0" y="34"/>
                    <a:pt x="34" y="0"/>
                    <a:pt x="77" y="0"/>
                  </a:cubicBezTo>
                  <a:cubicBezTo>
                    <a:pt x="120" y="0"/>
                    <a:pt x="154" y="34"/>
                    <a:pt x="154" y="77"/>
                  </a:cubicBezTo>
                  <a:cubicBezTo>
                    <a:pt x="154" y="119"/>
                    <a:pt x="120" y="154"/>
                    <a:pt x="77" y="154"/>
                  </a:cubicBezTo>
                  <a:cubicBezTo>
                    <a:pt x="34" y="154"/>
                    <a:pt x="0" y="119"/>
                    <a:pt x="0" y="77"/>
                  </a:cubicBezTo>
                  <a:close/>
                  <a:moveTo>
                    <a:pt x="4" y="77"/>
                  </a:moveTo>
                  <a:cubicBezTo>
                    <a:pt x="4" y="117"/>
                    <a:pt x="37" y="150"/>
                    <a:pt x="77" y="150"/>
                  </a:cubicBezTo>
                  <a:cubicBezTo>
                    <a:pt x="117" y="150"/>
                    <a:pt x="150" y="117"/>
                    <a:pt x="150" y="77"/>
                  </a:cubicBezTo>
                  <a:cubicBezTo>
                    <a:pt x="150" y="37"/>
                    <a:pt x="117" y="4"/>
                    <a:pt x="77" y="4"/>
                  </a:cubicBezTo>
                  <a:cubicBezTo>
                    <a:pt x="37" y="4"/>
                    <a:pt x="4" y="37"/>
                    <a:pt x="4" y="7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45720" tIns="22860" rIns="45720" bIns="22860" numCol="1" anchor="t" anchorCtr="0" compatLnSpc="1"/>
            <a:lstStyle/>
            <a:p>
              <a:endParaRPr lang="th-TH" sz="900"/>
            </a:p>
          </p:txBody>
        </p:sp>
        <p:sp>
          <p:nvSpPr>
            <p:cNvPr id="27" name="Oval 16"/>
            <p:cNvSpPr>
              <a:spLocks noChangeArrowheads="1"/>
            </p:cNvSpPr>
            <p:nvPr/>
          </p:nvSpPr>
          <p:spPr bwMode="auto">
            <a:xfrm>
              <a:off x="13703301" y="3709988"/>
              <a:ext cx="2193925" cy="219551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45720" tIns="22860" rIns="45720" bIns="22860" numCol="1" anchor="t" anchorCtr="0" compatLnSpc="1"/>
            <a:lstStyle/>
            <a:p>
              <a:endParaRPr lang="th-TH" sz="900"/>
            </a:p>
          </p:txBody>
        </p:sp>
      </p:grpSp>
      <p:sp>
        <p:nvSpPr>
          <p:cNvPr id="28" name="Freeform 134"/>
          <p:cNvSpPr>
            <a:spLocks noEditPoints="1"/>
          </p:cNvSpPr>
          <p:nvPr/>
        </p:nvSpPr>
        <p:spPr bwMode="auto">
          <a:xfrm>
            <a:off x="6765471" y="2876779"/>
            <a:ext cx="532469" cy="532469"/>
          </a:xfrm>
          <a:custGeom>
            <a:avLst/>
            <a:gdLst>
              <a:gd name="T0" fmla="*/ 64 w 64"/>
              <a:gd name="T1" fmla="*/ 32 h 64"/>
              <a:gd name="T2" fmla="*/ 5 w 64"/>
              <a:gd name="T3" fmla="*/ 15 h 64"/>
              <a:gd name="T4" fmla="*/ 0 w 64"/>
              <a:gd name="T5" fmla="*/ 32 h 64"/>
              <a:gd name="T6" fmla="*/ 0 w 64"/>
              <a:gd name="T7" fmla="*/ 32 h 64"/>
              <a:gd name="T8" fmla="*/ 5 w 64"/>
              <a:gd name="T9" fmla="*/ 49 h 64"/>
              <a:gd name="T10" fmla="*/ 32 w 64"/>
              <a:gd name="T11" fmla="*/ 64 h 64"/>
              <a:gd name="T12" fmla="*/ 64 w 64"/>
              <a:gd name="T13" fmla="*/ 32 h 64"/>
              <a:gd name="T14" fmla="*/ 48 w 64"/>
              <a:gd name="T15" fmla="*/ 46 h 64"/>
              <a:gd name="T16" fmla="*/ 60 w 64"/>
              <a:gd name="T17" fmla="*/ 33 h 64"/>
              <a:gd name="T18" fmla="*/ 3 w 64"/>
              <a:gd name="T19" fmla="*/ 33 h 64"/>
              <a:gd name="T20" fmla="*/ 16 w 64"/>
              <a:gd name="T21" fmla="*/ 46 h 64"/>
              <a:gd name="T22" fmla="*/ 3 w 64"/>
              <a:gd name="T23" fmla="*/ 33 h 64"/>
              <a:gd name="T24" fmla="*/ 16 w 64"/>
              <a:gd name="T25" fmla="*/ 17 h 64"/>
              <a:gd name="T26" fmla="*/ 3 w 64"/>
              <a:gd name="T27" fmla="*/ 30 h 64"/>
              <a:gd name="T28" fmla="*/ 34 w 64"/>
              <a:gd name="T29" fmla="*/ 14 h 64"/>
              <a:gd name="T30" fmla="*/ 34 w 64"/>
              <a:gd name="T31" fmla="*/ 4 h 64"/>
              <a:gd name="T32" fmla="*/ 43 w 64"/>
              <a:gd name="T33" fmla="*/ 14 h 64"/>
              <a:gd name="T34" fmla="*/ 44 w 64"/>
              <a:gd name="T35" fmla="*/ 17 h 64"/>
              <a:gd name="T36" fmla="*/ 34 w 64"/>
              <a:gd name="T37" fmla="*/ 30 h 64"/>
              <a:gd name="T38" fmla="*/ 44 w 64"/>
              <a:gd name="T39" fmla="*/ 17 h 64"/>
              <a:gd name="T40" fmla="*/ 29 w 64"/>
              <a:gd name="T41" fmla="*/ 4 h 64"/>
              <a:gd name="T42" fmla="*/ 30 w 64"/>
              <a:gd name="T43" fmla="*/ 3 h 64"/>
              <a:gd name="T44" fmla="*/ 21 w 64"/>
              <a:gd name="T45" fmla="*/ 14 h 64"/>
              <a:gd name="T46" fmla="*/ 30 w 64"/>
              <a:gd name="T47" fmla="*/ 17 h 64"/>
              <a:gd name="T48" fmla="*/ 17 w 64"/>
              <a:gd name="T49" fmla="*/ 30 h 64"/>
              <a:gd name="T50" fmla="*/ 30 w 64"/>
              <a:gd name="T51" fmla="*/ 17 h 64"/>
              <a:gd name="T52" fmla="*/ 30 w 64"/>
              <a:gd name="T53" fmla="*/ 33 h 64"/>
              <a:gd name="T54" fmla="*/ 20 w 64"/>
              <a:gd name="T55" fmla="*/ 46 h 64"/>
              <a:gd name="T56" fmla="*/ 30 w 64"/>
              <a:gd name="T57" fmla="*/ 50 h 64"/>
              <a:gd name="T58" fmla="*/ 28 w 64"/>
              <a:gd name="T59" fmla="*/ 60 h 64"/>
              <a:gd name="T60" fmla="*/ 30 w 64"/>
              <a:gd name="T61" fmla="*/ 50 h 64"/>
              <a:gd name="T62" fmla="*/ 34 w 64"/>
              <a:gd name="T63" fmla="*/ 60 h 64"/>
              <a:gd name="T64" fmla="*/ 34 w 64"/>
              <a:gd name="T65" fmla="*/ 50 h 64"/>
              <a:gd name="T66" fmla="*/ 36 w 64"/>
              <a:gd name="T67" fmla="*/ 60 h 64"/>
              <a:gd name="T68" fmla="*/ 34 w 64"/>
              <a:gd name="T69" fmla="*/ 33 h 64"/>
              <a:gd name="T70" fmla="*/ 44 w 64"/>
              <a:gd name="T71" fmla="*/ 46 h 64"/>
              <a:gd name="T72" fmla="*/ 50 w 64"/>
              <a:gd name="T73" fmla="*/ 30 h 64"/>
              <a:gd name="T74" fmla="*/ 57 w 64"/>
              <a:gd name="T75" fmla="*/ 17 h 64"/>
              <a:gd name="T76" fmla="*/ 50 w 64"/>
              <a:gd name="T77" fmla="*/ 30 h 64"/>
              <a:gd name="T78" fmla="*/ 47 w 64"/>
              <a:gd name="T79" fmla="*/ 14 h 64"/>
              <a:gd name="T80" fmla="*/ 54 w 64"/>
              <a:gd name="T81" fmla="*/ 14 h 64"/>
              <a:gd name="T82" fmla="*/ 17 w 64"/>
              <a:gd name="T83" fmla="*/ 14 h 64"/>
              <a:gd name="T84" fmla="*/ 23 w 64"/>
              <a:gd name="T85" fmla="*/ 5 h 64"/>
              <a:gd name="T86" fmla="*/ 17 w 64"/>
              <a:gd name="T87" fmla="*/ 50 h 64"/>
              <a:gd name="T88" fmla="*/ 10 w 64"/>
              <a:gd name="T89" fmla="*/ 50 h 64"/>
              <a:gd name="T90" fmla="*/ 47 w 64"/>
              <a:gd name="T91" fmla="*/ 50 h 64"/>
              <a:gd name="T92" fmla="*/ 41 w 64"/>
              <a:gd name="T93" fmla="*/ 59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64" h="64">
                <a:moveTo>
                  <a:pt x="64" y="32"/>
                </a:moveTo>
                <a:cubicBezTo>
                  <a:pt x="64" y="32"/>
                  <a:pt x="64" y="32"/>
                  <a:pt x="64" y="32"/>
                </a:cubicBezTo>
                <a:cubicBezTo>
                  <a:pt x="64" y="14"/>
                  <a:pt x="50" y="0"/>
                  <a:pt x="32" y="0"/>
                </a:cubicBezTo>
                <a:cubicBezTo>
                  <a:pt x="21" y="0"/>
                  <a:pt x="11" y="6"/>
                  <a:pt x="5" y="15"/>
                </a:cubicBezTo>
                <a:cubicBezTo>
                  <a:pt x="5" y="15"/>
                  <a:pt x="5" y="15"/>
                  <a:pt x="5" y="15"/>
                </a:cubicBezTo>
                <a:cubicBezTo>
                  <a:pt x="2" y="20"/>
                  <a:pt x="0" y="26"/>
                  <a:pt x="0" y="32"/>
                </a:cubicBezTo>
                <a:cubicBezTo>
                  <a:pt x="0" y="32"/>
                  <a:pt x="0" y="32"/>
                  <a:pt x="0" y="32"/>
                </a:cubicBezTo>
                <a:cubicBezTo>
                  <a:pt x="0" y="32"/>
                  <a:pt x="0" y="32"/>
                  <a:pt x="0" y="32"/>
                </a:cubicBezTo>
                <a:cubicBezTo>
                  <a:pt x="0" y="32"/>
                  <a:pt x="0" y="32"/>
                  <a:pt x="0" y="32"/>
                </a:cubicBezTo>
                <a:cubicBezTo>
                  <a:pt x="0" y="38"/>
                  <a:pt x="2" y="44"/>
                  <a:pt x="5" y="49"/>
                </a:cubicBezTo>
                <a:cubicBezTo>
                  <a:pt x="5" y="49"/>
                  <a:pt x="5" y="49"/>
                  <a:pt x="5" y="49"/>
                </a:cubicBezTo>
                <a:cubicBezTo>
                  <a:pt x="11" y="58"/>
                  <a:pt x="21" y="64"/>
                  <a:pt x="32" y="64"/>
                </a:cubicBezTo>
                <a:cubicBezTo>
                  <a:pt x="50" y="64"/>
                  <a:pt x="64" y="49"/>
                  <a:pt x="64" y="32"/>
                </a:cubicBezTo>
                <a:cubicBezTo>
                  <a:pt x="64" y="32"/>
                  <a:pt x="64" y="32"/>
                  <a:pt x="64" y="32"/>
                </a:cubicBezTo>
                <a:close/>
                <a:moveTo>
                  <a:pt x="57" y="46"/>
                </a:moveTo>
                <a:cubicBezTo>
                  <a:pt x="48" y="46"/>
                  <a:pt x="48" y="46"/>
                  <a:pt x="48" y="46"/>
                </a:cubicBezTo>
                <a:cubicBezTo>
                  <a:pt x="49" y="42"/>
                  <a:pt x="50" y="38"/>
                  <a:pt x="50" y="33"/>
                </a:cubicBezTo>
                <a:cubicBezTo>
                  <a:pt x="60" y="33"/>
                  <a:pt x="60" y="33"/>
                  <a:pt x="60" y="33"/>
                </a:cubicBezTo>
                <a:cubicBezTo>
                  <a:pt x="60" y="38"/>
                  <a:pt x="59" y="43"/>
                  <a:pt x="57" y="46"/>
                </a:cubicBezTo>
                <a:close/>
                <a:moveTo>
                  <a:pt x="3" y="33"/>
                </a:moveTo>
                <a:cubicBezTo>
                  <a:pt x="14" y="33"/>
                  <a:pt x="14" y="33"/>
                  <a:pt x="14" y="33"/>
                </a:cubicBezTo>
                <a:cubicBezTo>
                  <a:pt x="14" y="38"/>
                  <a:pt x="15" y="42"/>
                  <a:pt x="16" y="46"/>
                </a:cubicBezTo>
                <a:cubicBezTo>
                  <a:pt x="7" y="46"/>
                  <a:pt x="7" y="46"/>
                  <a:pt x="7" y="46"/>
                </a:cubicBezTo>
                <a:cubicBezTo>
                  <a:pt x="5" y="43"/>
                  <a:pt x="4" y="38"/>
                  <a:pt x="3" y="33"/>
                </a:cubicBezTo>
                <a:close/>
                <a:moveTo>
                  <a:pt x="7" y="17"/>
                </a:moveTo>
                <a:cubicBezTo>
                  <a:pt x="16" y="17"/>
                  <a:pt x="16" y="17"/>
                  <a:pt x="16" y="17"/>
                </a:cubicBezTo>
                <a:cubicBezTo>
                  <a:pt x="15" y="21"/>
                  <a:pt x="14" y="26"/>
                  <a:pt x="14" y="30"/>
                </a:cubicBezTo>
                <a:cubicBezTo>
                  <a:pt x="3" y="30"/>
                  <a:pt x="3" y="30"/>
                  <a:pt x="3" y="30"/>
                </a:cubicBezTo>
                <a:cubicBezTo>
                  <a:pt x="4" y="26"/>
                  <a:pt x="5" y="21"/>
                  <a:pt x="7" y="17"/>
                </a:cubicBezTo>
                <a:close/>
                <a:moveTo>
                  <a:pt x="34" y="14"/>
                </a:moveTo>
                <a:cubicBezTo>
                  <a:pt x="34" y="3"/>
                  <a:pt x="34" y="3"/>
                  <a:pt x="34" y="3"/>
                </a:cubicBezTo>
                <a:cubicBezTo>
                  <a:pt x="34" y="3"/>
                  <a:pt x="34" y="3"/>
                  <a:pt x="34" y="4"/>
                </a:cubicBezTo>
                <a:cubicBezTo>
                  <a:pt x="34" y="4"/>
                  <a:pt x="34" y="4"/>
                  <a:pt x="34" y="4"/>
                </a:cubicBezTo>
                <a:cubicBezTo>
                  <a:pt x="38" y="6"/>
                  <a:pt x="41" y="9"/>
                  <a:pt x="43" y="14"/>
                </a:cubicBezTo>
                <a:lnTo>
                  <a:pt x="34" y="14"/>
                </a:lnTo>
                <a:close/>
                <a:moveTo>
                  <a:pt x="44" y="17"/>
                </a:moveTo>
                <a:cubicBezTo>
                  <a:pt x="46" y="21"/>
                  <a:pt x="46" y="26"/>
                  <a:pt x="46" y="30"/>
                </a:cubicBezTo>
                <a:cubicBezTo>
                  <a:pt x="34" y="30"/>
                  <a:pt x="34" y="30"/>
                  <a:pt x="34" y="30"/>
                </a:cubicBezTo>
                <a:cubicBezTo>
                  <a:pt x="34" y="17"/>
                  <a:pt x="34" y="17"/>
                  <a:pt x="34" y="17"/>
                </a:cubicBezTo>
                <a:lnTo>
                  <a:pt x="44" y="17"/>
                </a:lnTo>
                <a:close/>
                <a:moveTo>
                  <a:pt x="29" y="4"/>
                </a:moveTo>
                <a:cubicBezTo>
                  <a:pt x="29" y="4"/>
                  <a:pt x="29" y="4"/>
                  <a:pt x="29" y="4"/>
                </a:cubicBezTo>
                <a:cubicBezTo>
                  <a:pt x="29" y="4"/>
                  <a:pt x="29" y="4"/>
                  <a:pt x="29" y="4"/>
                </a:cubicBezTo>
                <a:cubicBezTo>
                  <a:pt x="30" y="4"/>
                  <a:pt x="30" y="4"/>
                  <a:pt x="30" y="3"/>
                </a:cubicBezTo>
                <a:cubicBezTo>
                  <a:pt x="30" y="14"/>
                  <a:pt x="30" y="14"/>
                  <a:pt x="30" y="14"/>
                </a:cubicBezTo>
                <a:cubicBezTo>
                  <a:pt x="21" y="14"/>
                  <a:pt x="21" y="14"/>
                  <a:pt x="21" y="14"/>
                </a:cubicBezTo>
                <a:cubicBezTo>
                  <a:pt x="23" y="9"/>
                  <a:pt x="26" y="6"/>
                  <a:pt x="29" y="4"/>
                </a:cubicBezTo>
                <a:close/>
                <a:moveTo>
                  <a:pt x="30" y="17"/>
                </a:moveTo>
                <a:cubicBezTo>
                  <a:pt x="30" y="30"/>
                  <a:pt x="30" y="30"/>
                  <a:pt x="30" y="30"/>
                </a:cubicBezTo>
                <a:cubicBezTo>
                  <a:pt x="17" y="30"/>
                  <a:pt x="17" y="30"/>
                  <a:pt x="17" y="30"/>
                </a:cubicBezTo>
                <a:cubicBezTo>
                  <a:pt x="18" y="26"/>
                  <a:pt x="18" y="21"/>
                  <a:pt x="20" y="17"/>
                </a:cubicBezTo>
                <a:lnTo>
                  <a:pt x="30" y="17"/>
                </a:lnTo>
                <a:close/>
                <a:moveTo>
                  <a:pt x="17" y="33"/>
                </a:moveTo>
                <a:cubicBezTo>
                  <a:pt x="30" y="33"/>
                  <a:pt x="30" y="33"/>
                  <a:pt x="30" y="33"/>
                </a:cubicBezTo>
                <a:cubicBezTo>
                  <a:pt x="30" y="46"/>
                  <a:pt x="30" y="46"/>
                  <a:pt x="30" y="46"/>
                </a:cubicBezTo>
                <a:cubicBezTo>
                  <a:pt x="20" y="46"/>
                  <a:pt x="20" y="46"/>
                  <a:pt x="20" y="46"/>
                </a:cubicBezTo>
                <a:cubicBezTo>
                  <a:pt x="18" y="43"/>
                  <a:pt x="18" y="38"/>
                  <a:pt x="17" y="33"/>
                </a:cubicBezTo>
                <a:close/>
                <a:moveTo>
                  <a:pt x="30" y="50"/>
                </a:moveTo>
                <a:cubicBezTo>
                  <a:pt x="30" y="60"/>
                  <a:pt x="30" y="60"/>
                  <a:pt x="30" y="60"/>
                </a:cubicBezTo>
                <a:cubicBezTo>
                  <a:pt x="30" y="60"/>
                  <a:pt x="29" y="60"/>
                  <a:pt x="28" y="60"/>
                </a:cubicBezTo>
                <a:cubicBezTo>
                  <a:pt x="25" y="58"/>
                  <a:pt x="23" y="54"/>
                  <a:pt x="21" y="50"/>
                </a:cubicBezTo>
                <a:lnTo>
                  <a:pt x="30" y="50"/>
                </a:lnTo>
                <a:close/>
                <a:moveTo>
                  <a:pt x="36" y="60"/>
                </a:moveTo>
                <a:cubicBezTo>
                  <a:pt x="35" y="60"/>
                  <a:pt x="34" y="60"/>
                  <a:pt x="34" y="60"/>
                </a:cubicBezTo>
                <a:cubicBezTo>
                  <a:pt x="34" y="60"/>
                  <a:pt x="34" y="60"/>
                  <a:pt x="34" y="60"/>
                </a:cubicBezTo>
                <a:cubicBezTo>
                  <a:pt x="34" y="50"/>
                  <a:pt x="34" y="50"/>
                  <a:pt x="34" y="50"/>
                </a:cubicBezTo>
                <a:cubicBezTo>
                  <a:pt x="43" y="50"/>
                  <a:pt x="43" y="50"/>
                  <a:pt x="43" y="50"/>
                </a:cubicBezTo>
                <a:cubicBezTo>
                  <a:pt x="41" y="54"/>
                  <a:pt x="39" y="58"/>
                  <a:pt x="36" y="60"/>
                </a:cubicBezTo>
                <a:close/>
                <a:moveTo>
                  <a:pt x="34" y="46"/>
                </a:moveTo>
                <a:cubicBezTo>
                  <a:pt x="34" y="33"/>
                  <a:pt x="34" y="33"/>
                  <a:pt x="34" y="33"/>
                </a:cubicBezTo>
                <a:cubicBezTo>
                  <a:pt x="46" y="33"/>
                  <a:pt x="46" y="33"/>
                  <a:pt x="46" y="33"/>
                </a:cubicBezTo>
                <a:cubicBezTo>
                  <a:pt x="46" y="38"/>
                  <a:pt x="46" y="43"/>
                  <a:pt x="44" y="46"/>
                </a:cubicBezTo>
                <a:lnTo>
                  <a:pt x="34" y="46"/>
                </a:lnTo>
                <a:close/>
                <a:moveTo>
                  <a:pt x="50" y="30"/>
                </a:moveTo>
                <a:cubicBezTo>
                  <a:pt x="50" y="26"/>
                  <a:pt x="49" y="21"/>
                  <a:pt x="48" y="17"/>
                </a:cubicBezTo>
                <a:cubicBezTo>
                  <a:pt x="57" y="17"/>
                  <a:pt x="57" y="17"/>
                  <a:pt x="57" y="17"/>
                </a:cubicBezTo>
                <a:cubicBezTo>
                  <a:pt x="59" y="21"/>
                  <a:pt x="60" y="26"/>
                  <a:pt x="60" y="30"/>
                </a:cubicBezTo>
                <a:lnTo>
                  <a:pt x="50" y="30"/>
                </a:lnTo>
                <a:close/>
                <a:moveTo>
                  <a:pt x="54" y="14"/>
                </a:moveTo>
                <a:cubicBezTo>
                  <a:pt x="47" y="14"/>
                  <a:pt x="47" y="14"/>
                  <a:pt x="47" y="14"/>
                </a:cubicBezTo>
                <a:cubicBezTo>
                  <a:pt x="45" y="10"/>
                  <a:pt x="43" y="7"/>
                  <a:pt x="41" y="5"/>
                </a:cubicBezTo>
                <a:cubicBezTo>
                  <a:pt x="46" y="6"/>
                  <a:pt x="51" y="10"/>
                  <a:pt x="54" y="14"/>
                </a:cubicBezTo>
                <a:close/>
                <a:moveTo>
                  <a:pt x="23" y="5"/>
                </a:moveTo>
                <a:cubicBezTo>
                  <a:pt x="21" y="7"/>
                  <a:pt x="19" y="10"/>
                  <a:pt x="17" y="14"/>
                </a:cubicBezTo>
                <a:cubicBezTo>
                  <a:pt x="10" y="14"/>
                  <a:pt x="10" y="14"/>
                  <a:pt x="10" y="14"/>
                </a:cubicBezTo>
                <a:cubicBezTo>
                  <a:pt x="13" y="10"/>
                  <a:pt x="18" y="6"/>
                  <a:pt x="23" y="5"/>
                </a:cubicBezTo>
                <a:close/>
                <a:moveTo>
                  <a:pt x="10" y="50"/>
                </a:moveTo>
                <a:cubicBezTo>
                  <a:pt x="17" y="50"/>
                  <a:pt x="17" y="50"/>
                  <a:pt x="17" y="50"/>
                </a:cubicBezTo>
                <a:cubicBezTo>
                  <a:pt x="19" y="53"/>
                  <a:pt x="21" y="56"/>
                  <a:pt x="23" y="59"/>
                </a:cubicBezTo>
                <a:cubicBezTo>
                  <a:pt x="18" y="57"/>
                  <a:pt x="13" y="54"/>
                  <a:pt x="10" y="50"/>
                </a:cubicBezTo>
                <a:close/>
                <a:moveTo>
                  <a:pt x="41" y="59"/>
                </a:moveTo>
                <a:cubicBezTo>
                  <a:pt x="43" y="56"/>
                  <a:pt x="45" y="53"/>
                  <a:pt x="47" y="50"/>
                </a:cubicBezTo>
                <a:cubicBezTo>
                  <a:pt x="54" y="50"/>
                  <a:pt x="54" y="50"/>
                  <a:pt x="54" y="50"/>
                </a:cubicBezTo>
                <a:cubicBezTo>
                  <a:pt x="51" y="54"/>
                  <a:pt x="46" y="57"/>
                  <a:pt x="41" y="5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th-TH" sz="900" dirty="0"/>
          </a:p>
        </p:txBody>
      </p:sp>
      <p:grpSp>
        <p:nvGrpSpPr>
          <p:cNvPr id="29" name="组合 28"/>
          <p:cNvGrpSpPr/>
          <p:nvPr/>
        </p:nvGrpSpPr>
        <p:grpSpPr>
          <a:xfrm>
            <a:off x="937459" y="2940956"/>
            <a:ext cx="2801722" cy="1135358"/>
            <a:chOff x="1626835" y="2349127"/>
            <a:chExt cx="2492110" cy="1009892"/>
          </a:xfrm>
        </p:grpSpPr>
        <p:sp>
          <p:nvSpPr>
            <p:cNvPr id="30" name="文本框 29"/>
            <p:cNvSpPr txBox="1"/>
            <p:nvPr/>
          </p:nvSpPr>
          <p:spPr>
            <a:xfrm>
              <a:off x="1806000" y="2349127"/>
              <a:ext cx="2133781" cy="30114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16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text addition</a:t>
              </a:r>
              <a:endPara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626835" y="2687681"/>
              <a:ext cx="2492110" cy="67133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print the presentation and make it </a:t>
              </a:r>
              <a:r>
                <a:rPr lang="en-US" altLang="zh-CN" sz="1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film</a:t>
              </a:r>
              <a:endPara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937459" y="4915331"/>
            <a:ext cx="2801722" cy="1135358"/>
            <a:chOff x="1626835" y="2349127"/>
            <a:chExt cx="2492110" cy="1009892"/>
          </a:xfrm>
        </p:grpSpPr>
        <p:sp>
          <p:nvSpPr>
            <p:cNvPr id="33" name="文本框 32"/>
            <p:cNvSpPr txBox="1"/>
            <p:nvPr/>
          </p:nvSpPr>
          <p:spPr>
            <a:xfrm>
              <a:off x="1806000" y="2349127"/>
              <a:ext cx="2133781" cy="30114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16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text addition</a:t>
              </a:r>
              <a:endPara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1626835" y="2687681"/>
              <a:ext cx="2492110" cy="67133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print the presentation and make it </a:t>
              </a:r>
              <a:r>
                <a:rPr lang="en-US" altLang="zh-CN" sz="1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film</a:t>
              </a:r>
              <a:endPara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8319253" y="2677497"/>
            <a:ext cx="2801722" cy="1135358"/>
            <a:chOff x="1626835" y="2349127"/>
            <a:chExt cx="2492110" cy="1009892"/>
          </a:xfrm>
        </p:grpSpPr>
        <p:sp>
          <p:nvSpPr>
            <p:cNvPr id="36" name="文本框 35"/>
            <p:cNvSpPr txBox="1"/>
            <p:nvPr/>
          </p:nvSpPr>
          <p:spPr>
            <a:xfrm>
              <a:off x="1806000" y="2349127"/>
              <a:ext cx="2133781" cy="30114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16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text addition</a:t>
              </a:r>
              <a:endPara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1626835" y="2687681"/>
              <a:ext cx="2492110" cy="67133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print the presentation and make it </a:t>
              </a:r>
              <a:r>
                <a:rPr lang="en-US" altLang="zh-CN" sz="1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film</a:t>
              </a:r>
              <a:endPara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8319253" y="4651872"/>
            <a:ext cx="2801722" cy="1135358"/>
            <a:chOff x="1626835" y="2349127"/>
            <a:chExt cx="2492110" cy="1009892"/>
          </a:xfrm>
        </p:grpSpPr>
        <p:sp>
          <p:nvSpPr>
            <p:cNvPr id="39" name="文本框 38"/>
            <p:cNvSpPr txBox="1"/>
            <p:nvPr/>
          </p:nvSpPr>
          <p:spPr>
            <a:xfrm>
              <a:off x="1806000" y="2349127"/>
              <a:ext cx="2133781" cy="30114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16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text addition</a:t>
              </a:r>
              <a:endPara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1626835" y="2687681"/>
              <a:ext cx="2492110" cy="67133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print the presentation and make it </a:t>
              </a:r>
              <a:r>
                <a:rPr lang="en-US" altLang="zh-CN" sz="1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film</a:t>
              </a:r>
              <a:endPara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</p:grpSp>
      <p:sp>
        <p:nvSpPr>
          <p:cNvPr id="41" name="文本框 40"/>
          <p:cNvSpPr txBox="1"/>
          <p:nvPr/>
        </p:nvSpPr>
        <p:spPr>
          <a:xfrm>
            <a:off x="2325370" y="537845"/>
            <a:ext cx="549656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4400" b="1" dirty="0">
                <a:gradFill>
                  <a:gsLst>
                    <a:gs pos="0">
                      <a:srgbClr val="3A543B"/>
                    </a:gs>
                    <a:gs pos="100000">
                      <a:srgbClr val="AA9D67"/>
                    </a:gs>
                  </a:gsLst>
                  <a:lin ang="0" scaled="0"/>
                </a:gradFill>
                <a:latin typeface="Arial" panose="020B0604020202090204" pitchFamily="34" charset="0"/>
                <a:ea typeface="张海山锐线体2.0" panose="02000000000000000000" pitchFamily="2" charset="-122"/>
                <a:cs typeface="Arial" panose="020B0604020202090204" pitchFamily="34" charset="0"/>
              </a:rPr>
              <a:t>Title text addition</a:t>
            </a:r>
            <a:endParaRPr lang="en-US" altLang="zh-CN" sz="4400" b="1" dirty="0">
              <a:gradFill>
                <a:gsLst>
                  <a:gs pos="0">
                    <a:srgbClr val="3A543B"/>
                  </a:gs>
                  <a:gs pos="100000">
                    <a:srgbClr val="AA9D67"/>
                  </a:gs>
                </a:gsLst>
                <a:lin ang="0" scaled="0"/>
              </a:gradFill>
              <a:latin typeface="Arial" panose="020B0604020202090204" pitchFamily="34" charset="0"/>
              <a:ea typeface="张海山锐线体2.0" panose="02000000000000000000" pitchFamily="2" charset="-122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4E5E0"/>
            </a:gs>
            <a:gs pos="100000">
              <a:srgbClr val="F0F0F0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3"/>
          <p:cNvSpPr>
            <a:spLocks noChangeArrowheads="1"/>
          </p:cNvSpPr>
          <p:nvPr/>
        </p:nvSpPr>
        <p:spPr bwMode="auto">
          <a:xfrm rot="16200000" flipH="1">
            <a:off x="3468750" y="-2103914"/>
            <a:ext cx="1189584" cy="6089247"/>
          </a:xfrm>
          <a:prstGeom prst="rect">
            <a:avLst/>
          </a:prstGeom>
          <a:noFill/>
          <a:ln w="38100">
            <a:gradFill>
              <a:gsLst>
                <a:gs pos="0">
                  <a:srgbClr val="3A543B"/>
                </a:gs>
                <a:gs pos="100000">
                  <a:srgbClr val="AA9D67"/>
                </a:gs>
              </a:gsLst>
              <a:lin ang="5400000" scaled="1"/>
            </a:gra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 rot="5400000">
            <a:off x="2598761" y="-1180800"/>
            <a:ext cx="915746" cy="869424"/>
          </a:xfrm>
          <a:prstGeom prst="rect">
            <a:avLst/>
          </a:prstGeom>
          <a:solidFill>
            <a:srgbClr val="3A543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 bwMode="auto">
          <a:xfrm rot="5400000">
            <a:off x="3468185" y="-1180800"/>
            <a:ext cx="915746" cy="869424"/>
          </a:xfrm>
          <a:prstGeom prst="rect">
            <a:avLst/>
          </a:prstGeom>
          <a:solidFill>
            <a:srgbClr val="AA9D6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5" t="5898" r="33568" b="7130"/>
          <a:stretch>
            <a:fillRect/>
          </a:stretch>
        </p:blipFill>
        <p:spPr>
          <a:xfrm flipV="1">
            <a:off x="0" y="0"/>
            <a:ext cx="2325299" cy="1323385"/>
          </a:xfrm>
          <a:prstGeom prst="rect">
            <a:avLst/>
          </a:prstGeom>
        </p:spPr>
      </p:pic>
      <p:sp>
        <p:nvSpPr>
          <p:cNvPr id="9" name="平行四边形 8"/>
          <p:cNvSpPr/>
          <p:nvPr/>
        </p:nvSpPr>
        <p:spPr>
          <a:xfrm>
            <a:off x="5988941" y="2794735"/>
            <a:ext cx="4369884" cy="1452902"/>
          </a:xfrm>
          <a:prstGeom prst="parallelogram">
            <a:avLst>
              <a:gd name="adj" fmla="val 56394"/>
            </a:avLst>
          </a:prstGeom>
          <a:blipFill>
            <a:blip r:embed="rId2"/>
            <a:stretch>
              <a:fillRect t="-50656" b="-49779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平行四边形 11"/>
          <p:cNvSpPr/>
          <p:nvPr/>
        </p:nvSpPr>
        <p:spPr>
          <a:xfrm>
            <a:off x="6082554" y="2925364"/>
            <a:ext cx="4369884" cy="1452902"/>
          </a:xfrm>
          <a:prstGeom prst="parallelogram">
            <a:avLst>
              <a:gd name="adj" fmla="val 56394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平行四边形 12"/>
          <p:cNvSpPr/>
          <p:nvPr/>
        </p:nvSpPr>
        <p:spPr>
          <a:xfrm>
            <a:off x="1806281" y="4815056"/>
            <a:ext cx="4369884" cy="1452902"/>
          </a:xfrm>
          <a:prstGeom prst="parallelogram">
            <a:avLst>
              <a:gd name="adj" fmla="val 56394"/>
            </a:avLst>
          </a:prstGeom>
          <a:blipFill>
            <a:blip r:embed="rId3"/>
            <a:stretch>
              <a:fillRect t="-50656" b="-49779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平行四边形 13"/>
          <p:cNvSpPr/>
          <p:nvPr/>
        </p:nvSpPr>
        <p:spPr>
          <a:xfrm>
            <a:off x="1899894" y="4945685"/>
            <a:ext cx="4369884" cy="1452902"/>
          </a:xfrm>
          <a:prstGeom prst="parallelogram">
            <a:avLst>
              <a:gd name="adj" fmla="val 56394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平行四边形 14"/>
          <p:cNvSpPr/>
          <p:nvPr/>
        </p:nvSpPr>
        <p:spPr>
          <a:xfrm>
            <a:off x="1806281" y="2794735"/>
            <a:ext cx="4369884" cy="1452902"/>
          </a:xfrm>
          <a:prstGeom prst="parallelogram">
            <a:avLst>
              <a:gd name="adj" fmla="val 56394"/>
            </a:avLst>
          </a:prstGeom>
          <a:solidFill>
            <a:srgbClr val="3A54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平行四边形 15"/>
          <p:cNvSpPr/>
          <p:nvPr/>
        </p:nvSpPr>
        <p:spPr>
          <a:xfrm>
            <a:off x="1899894" y="2925364"/>
            <a:ext cx="4369884" cy="1452902"/>
          </a:xfrm>
          <a:prstGeom prst="parallelogram">
            <a:avLst>
              <a:gd name="adj" fmla="val 56394"/>
            </a:avLst>
          </a:prstGeom>
          <a:noFill/>
          <a:ln>
            <a:solidFill>
              <a:srgbClr val="FFF1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2513857" y="3146302"/>
            <a:ext cx="2864409" cy="987963"/>
            <a:chOff x="3300529" y="2448667"/>
            <a:chExt cx="2864409" cy="987963"/>
          </a:xfrm>
        </p:grpSpPr>
        <p:sp>
          <p:nvSpPr>
            <p:cNvPr id="18" name="文本框 17"/>
            <p:cNvSpPr txBox="1"/>
            <p:nvPr/>
          </p:nvSpPr>
          <p:spPr>
            <a:xfrm>
              <a:off x="3902585" y="244866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b="1" smtClean="0">
                  <a:solidFill>
                    <a:schemeClr val="bg1"/>
                  </a:solidFill>
                  <a:latin typeface="Century Gothic" panose="020B0502020202020204" pitchFamily="34" charset="0"/>
                </a:rPr>
                <a:t>Title text addition</a:t>
              </a:r>
              <a:endParaRPr lang="zh-CN" altLang="en-US" b="1" dirty="0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3300529" y="2817999"/>
              <a:ext cx="2864409" cy="61863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000" dirty="0">
                  <a:solidFill>
                    <a:schemeClr val="bg1"/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  <a:endParaRPr lang="en-US" altLang="zh-CN" sz="1000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</p:grpSp>
      <p:sp>
        <p:nvSpPr>
          <p:cNvPr id="20" name="平行四边形 19"/>
          <p:cNvSpPr/>
          <p:nvPr/>
        </p:nvSpPr>
        <p:spPr>
          <a:xfrm>
            <a:off x="5988941" y="4815056"/>
            <a:ext cx="4369884" cy="1452902"/>
          </a:xfrm>
          <a:prstGeom prst="parallelogram">
            <a:avLst>
              <a:gd name="adj" fmla="val 56394"/>
            </a:avLst>
          </a:prstGeom>
          <a:solidFill>
            <a:srgbClr val="AA9D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平行四边形 20"/>
          <p:cNvSpPr/>
          <p:nvPr/>
        </p:nvSpPr>
        <p:spPr>
          <a:xfrm>
            <a:off x="6082554" y="4945685"/>
            <a:ext cx="4369884" cy="1452902"/>
          </a:xfrm>
          <a:prstGeom prst="parallelogram">
            <a:avLst>
              <a:gd name="adj" fmla="val 56394"/>
            </a:avLst>
          </a:prstGeom>
          <a:noFill/>
          <a:ln>
            <a:solidFill>
              <a:srgbClr val="FFF1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2" name="组合 21"/>
          <p:cNvGrpSpPr/>
          <p:nvPr/>
        </p:nvGrpSpPr>
        <p:grpSpPr>
          <a:xfrm>
            <a:off x="6709624" y="5127787"/>
            <a:ext cx="2849678" cy="987963"/>
            <a:chOff x="3266831" y="2426325"/>
            <a:chExt cx="2849678" cy="987963"/>
          </a:xfrm>
        </p:grpSpPr>
        <p:sp>
          <p:nvSpPr>
            <p:cNvPr id="23" name="文本框 22"/>
            <p:cNvSpPr txBox="1"/>
            <p:nvPr/>
          </p:nvSpPr>
          <p:spPr>
            <a:xfrm>
              <a:off x="3851424" y="2426325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b="1" dirty="0" smtClean="0">
                  <a:solidFill>
                    <a:schemeClr val="bg1"/>
                  </a:solidFill>
                  <a:latin typeface="Century Gothic" panose="020B0502020202020204" pitchFamily="34" charset="0"/>
                </a:rPr>
                <a:t>Title text addition</a:t>
              </a:r>
              <a:endParaRPr lang="zh-CN" altLang="en-US" b="1" dirty="0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3266831" y="2795657"/>
              <a:ext cx="2849678" cy="61863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000" dirty="0">
                  <a:solidFill>
                    <a:schemeClr val="bg1"/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  <a:endParaRPr lang="en-US" altLang="zh-CN" sz="1000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2325370" y="537845"/>
            <a:ext cx="519874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4400" b="1" dirty="0">
                <a:gradFill>
                  <a:gsLst>
                    <a:gs pos="0">
                      <a:srgbClr val="3A543B"/>
                    </a:gs>
                    <a:gs pos="100000">
                      <a:srgbClr val="AA9D67"/>
                    </a:gs>
                  </a:gsLst>
                  <a:lin ang="0" scaled="0"/>
                </a:gradFill>
                <a:latin typeface="Arial" panose="020B0604020202090204" pitchFamily="34" charset="0"/>
                <a:ea typeface="张海山锐线体2.0" panose="02000000000000000000" pitchFamily="2" charset="-122"/>
                <a:cs typeface="Arial" panose="020B0604020202090204" pitchFamily="34" charset="0"/>
              </a:rPr>
              <a:t>Title text addition</a:t>
            </a:r>
            <a:endParaRPr lang="en-US" altLang="zh-CN" sz="4400" b="1" dirty="0">
              <a:gradFill>
                <a:gsLst>
                  <a:gs pos="0">
                    <a:srgbClr val="3A543B"/>
                  </a:gs>
                  <a:gs pos="100000">
                    <a:srgbClr val="AA9D67"/>
                  </a:gs>
                </a:gsLst>
                <a:lin ang="0" scaled="0"/>
              </a:gradFill>
              <a:latin typeface="Arial" panose="020B0604020202090204" pitchFamily="34" charset="0"/>
              <a:ea typeface="张海山锐线体2.0" panose="02000000000000000000" pitchFamily="2" charset="-122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4E5E0"/>
            </a:gs>
            <a:gs pos="100000">
              <a:srgbClr val="F0F0F0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3"/>
          <p:cNvSpPr>
            <a:spLocks noChangeArrowheads="1"/>
          </p:cNvSpPr>
          <p:nvPr/>
        </p:nvSpPr>
        <p:spPr bwMode="auto">
          <a:xfrm rot="16200000" flipH="1">
            <a:off x="3468750" y="-2103914"/>
            <a:ext cx="1189584" cy="6089247"/>
          </a:xfrm>
          <a:prstGeom prst="rect">
            <a:avLst/>
          </a:prstGeom>
          <a:noFill/>
          <a:ln w="38100">
            <a:gradFill>
              <a:gsLst>
                <a:gs pos="0">
                  <a:srgbClr val="3A543B"/>
                </a:gs>
                <a:gs pos="100000">
                  <a:srgbClr val="AA9D67"/>
                </a:gs>
              </a:gsLst>
              <a:lin ang="5400000" scaled="1"/>
            </a:gra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 rot="5400000">
            <a:off x="2598761" y="-1180800"/>
            <a:ext cx="915746" cy="869424"/>
          </a:xfrm>
          <a:prstGeom prst="rect">
            <a:avLst/>
          </a:prstGeom>
          <a:solidFill>
            <a:srgbClr val="3A543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 bwMode="auto">
          <a:xfrm rot="5400000">
            <a:off x="3468185" y="-1180800"/>
            <a:ext cx="915746" cy="869424"/>
          </a:xfrm>
          <a:prstGeom prst="rect">
            <a:avLst/>
          </a:prstGeom>
          <a:solidFill>
            <a:srgbClr val="AA9D6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5" t="5898" r="33568" b="7130"/>
          <a:stretch>
            <a:fillRect/>
          </a:stretch>
        </p:blipFill>
        <p:spPr>
          <a:xfrm flipV="1">
            <a:off x="0" y="0"/>
            <a:ext cx="2325299" cy="1323385"/>
          </a:xfrm>
          <a:prstGeom prst="rect">
            <a:avLst/>
          </a:prstGeom>
        </p:spPr>
      </p:pic>
      <p:sp>
        <p:nvSpPr>
          <p:cNvPr id="35" name="Freeform 181"/>
          <p:cNvSpPr/>
          <p:nvPr/>
        </p:nvSpPr>
        <p:spPr bwMode="auto">
          <a:xfrm>
            <a:off x="1107074" y="2907392"/>
            <a:ext cx="2013813" cy="1153662"/>
          </a:xfrm>
          <a:custGeom>
            <a:avLst/>
            <a:gdLst>
              <a:gd name="T0" fmla="*/ 0 w 988"/>
              <a:gd name="T1" fmla="*/ 566 h 566"/>
              <a:gd name="T2" fmla="*/ 494 w 988"/>
              <a:gd name="T3" fmla="*/ 0 h 566"/>
              <a:gd name="T4" fmla="*/ 988 w 988"/>
              <a:gd name="T5" fmla="*/ 566 h 566"/>
              <a:gd name="T6" fmla="*/ 0 w 988"/>
              <a:gd name="T7" fmla="*/ 566 h 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88" h="566">
                <a:moveTo>
                  <a:pt x="0" y="566"/>
                </a:moveTo>
                <a:lnTo>
                  <a:pt x="494" y="0"/>
                </a:lnTo>
                <a:lnTo>
                  <a:pt x="988" y="566"/>
                </a:lnTo>
                <a:lnTo>
                  <a:pt x="0" y="566"/>
                </a:lnTo>
                <a:close/>
              </a:path>
            </a:pathLst>
          </a:custGeom>
          <a:solidFill>
            <a:srgbClr val="3A543B"/>
          </a:solidFill>
          <a:ln w="38100"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36" name="Freeform 182"/>
          <p:cNvSpPr/>
          <p:nvPr/>
        </p:nvSpPr>
        <p:spPr bwMode="auto">
          <a:xfrm>
            <a:off x="3120887" y="4061053"/>
            <a:ext cx="2015852" cy="1157739"/>
          </a:xfrm>
          <a:custGeom>
            <a:avLst/>
            <a:gdLst>
              <a:gd name="T0" fmla="*/ 0 w 989"/>
              <a:gd name="T1" fmla="*/ 0 h 568"/>
              <a:gd name="T2" fmla="*/ 495 w 989"/>
              <a:gd name="T3" fmla="*/ 568 h 568"/>
              <a:gd name="T4" fmla="*/ 989 w 989"/>
              <a:gd name="T5" fmla="*/ 0 h 568"/>
              <a:gd name="T6" fmla="*/ 0 w 989"/>
              <a:gd name="T7" fmla="*/ 0 h 5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89" h="568">
                <a:moveTo>
                  <a:pt x="0" y="0"/>
                </a:moveTo>
                <a:lnTo>
                  <a:pt x="495" y="568"/>
                </a:lnTo>
                <a:lnTo>
                  <a:pt x="989" y="0"/>
                </a:lnTo>
                <a:lnTo>
                  <a:pt x="0" y="0"/>
                </a:lnTo>
                <a:close/>
              </a:path>
            </a:pathLst>
          </a:custGeom>
          <a:solidFill>
            <a:srgbClr val="AA9D67"/>
          </a:solidFill>
          <a:ln w="38100"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37" name="Freeform 183"/>
          <p:cNvSpPr/>
          <p:nvPr/>
        </p:nvSpPr>
        <p:spPr bwMode="auto">
          <a:xfrm>
            <a:off x="5136740" y="2907392"/>
            <a:ext cx="2013813" cy="1153662"/>
          </a:xfrm>
          <a:custGeom>
            <a:avLst/>
            <a:gdLst>
              <a:gd name="T0" fmla="*/ 0 w 988"/>
              <a:gd name="T1" fmla="*/ 566 h 566"/>
              <a:gd name="T2" fmla="*/ 494 w 988"/>
              <a:gd name="T3" fmla="*/ 0 h 566"/>
              <a:gd name="T4" fmla="*/ 988 w 988"/>
              <a:gd name="T5" fmla="*/ 566 h 566"/>
              <a:gd name="T6" fmla="*/ 0 w 988"/>
              <a:gd name="T7" fmla="*/ 566 h 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88" h="566">
                <a:moveTo>
                  <a:pt x="0" y="566"/>
                </a:moveTo>
                <a:lnTo>
                  <a:pt x="494" y="0"/>
                </a:lnTo>
                <a:lnTo>
                  <a:pt x="988" y="566"/>
                </a:lnTo>
                <a:lnTo>
                  <a:pt x="0" y="566"/>
                </a:lnTo>
                <a:close/>
              </a:path>
            </a:pathLst>
          </a:custGeom>
          <a:solidFill>
            <a:srgbClr val="3A543B"/>
          </a:solidFill>
          <a:ln w="38100"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38" name="Freeform 184"/>
          <p:cNvSpPr/>
          <p:nvPr/>
        </p:nvSpPr>
        <p:spPr bwMode="auto">
          <a:xfrm>
            <a:off x="7150553" y="4061053"/>
            <a:ext cx="2015852" cy="1157739"/>
          </a:xfrm>
          <a:custGeom>
            <a:avLst/>
            <a:gdLst>
              <a:gd name="T0" fmla="*/ 0 w 989"/>
              <a:gd name="T1" fmla="*/ 0 h 568"/>
              <a:gd name="T2" fmla="*/ 494 w 989"/>
              <a:gd name="T3" fmla="*/ 568 h 568"/>
              <a:gd name="T4" fmla="*/ 989 w 989"/>
              <a:gd name="T5" fmla="*/ 0 h 568"/>
              <a:gd name="T6" fmla="*/ 0 w 989"/>
              <a:gd name="T7" fmla="*/ 0 h 5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89" h="568">
                <a:moveTo>
                  <a:pt x="0" y="0"/>
                </a:moveTo>
                <a:lnTo>
                  <a:pt x="494" y="568"/>
                </a:lnTo>
                <a:lnTo>
                  <a:pt x="989" y="0"/>
                </a:lnTo>
                <a:lnTo>
                  <a:pt x="0" y="0"/>
                </a:lnTo>
                <a:close/>
              </a:path>
            </a:pathLst>
          </a:custGeom>
          <a:solidFill>
            <a:srgbClr val="AA9D67"/>
          </a:solidFill>
          <a:ln w="38100"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39" name="Freeform 185"/>
          <p:cNvSpPr/>
          <p:nvPr/>
        </p:nvSpPr>
        <p:spPr bwMode="auto">
          <a:xfrm>
            <a:off x="9166405" y="2907392"/>
            <a:ext cx="2013813" cy="1153662"/>
          </a:xfrm>
          <a:custGeom>
            <a:avLst/>
            <a:gdLst>
              <a:gd name="T0" fmla="*/ 0 w 988"/>
              <a:gd name="T1" fmla="*/ 566 h 566"/>
              <a:gd name="T2" fmla="*/ 494 w 988"/>
              <a:gd name="T3" fmla="*/ 0 h 566"/>
              <a:gd name="T4" fmla="*/ 988 w 988"/>
              <a:gd name="T5" fmla="*/ 566 h 566"/>
              <a:gd name="T6" fmla="*/ 0 w 988"/>
              <a:gd name="T7" fmla="*/ 566 h 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88" h="566">
                <a:moveTo>
                  <a:pt x="0" y="566"/>
                </a:moveTo>
                <a:lnTo>
                  <a:pt x="494" y="0"/>
                </a:lnTo>
                <a:lnTo>
                  <a:pt x="988" y="566"/>
                </a:lnTo>
                <a:lnTo>
                  <a:pt x="0" y="566"/>
                </a:lnTo>
                <a:close/>
              </a:path>
            </a:pathLst>
          </a:custGeom>
          <a:solidFill>
            <a:srgbClr val="3A543B"/>
          </a:solidFill>
          <a:ln w="38100"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40" name="Freeform 186"/>
          <p:cNvSpPr>
            <a:spLocks noEditPoints="1"/>
          </p:cNvSpPr>
          <p:nvPr/>
        </p:nvSpPr>
        <p:spPr bwMode="auto">
          <a:xfrm>
            <a:off x="10002096" y="3347658"/>
            <a:ext cx="342430" cy="497339"/>
          </a:xfrm>
          <a:custGeom>
            <a:avLst/>
            <a:gdLst>
              <a:gd name="T0" fmla="*/ 22 w 84"/>
              <a:gd name="T1" fmla="*/ 94 h 122"/>
              <a:gd name="T2" fmla="*/ 23 w 84"/>
              <a:gd name="T3" fmla="*/ 100 h 122"/>
              <a:gd name="T4" fmla="*/ 42 w 84"/>
              <a:gd name="T5" fmla="*/ 104 h 122"/>
              <a:gd name="T6" fmla="*/ 60 w 84"/>
              <a:gd name="T7" fmla="*/ 100 h 122"/>
              <a:gd name="T8" fmla="*/ 61 w 84"/>
              <a:gd name="T9" fmla="*/ 94 h 122"/>
              <a:gd name="T10" fmla="*/ 42 w 84"/>
              <a:gd name="T11" fmla="*/ 98 h 122"/>
              <a:gd name="T12" fmla="*/ 22 w 84"/>
              <a:gd name="T13" fmla="*/ 94 h 122"/>
              <a:gd name="T14" fmla="*/ 24 w 84"/>
              <a:gd name="T15" fmla="*/ 106 h 122"/>
              <a:gd name="T16" fmla="*/ 25 w 84"/>
              <a:gd name="T17" fmla="*/ 112 h 122"/>
              <a:gd name="T18" fmla="*/ 31 w 84"/>
              <a:gd name="T19" fmla="*/ 116 h 122"/>
              <a:gd name="T20" fmla="*/ 31 w 84"/>
              <a:gd name="T21" fmla="*/ 119 h 122"/>
              <a:gd name="T22" fmla="*/ 42 w 84"/>
              <a:gd name="T23" fmla="*/ 122 h 122"/>
              <a:gd name="T24" fmla="*/ 52 w 84"/>
              <a:gd name="T25" fmla="*/ 119 h 122"/>
              <a:gd name="T26" fmla="*/ 53 w 84"/>
              <a:gd name="T27" fmla="*/ 116 h 122"/>
              <a:gd name="T28" fmla="*/ 59 w 84"/>
              <a:gd name="T29" fmla="*/ 112 h 122"/>
              <a:gd name="T30" fmla="*/ 59 w 84"/>
              <a:gd name="T31" fmla="*/ 106 h 122"/>
              <a:gd name="T32" fmla="*/ 42 w 84"/>
              <a:gd name="T33" fmla="*/ 109 h 122"/>
              <a:gd name="T34" fmla="*/ 24 w 84"/>
              <a:gd name="T35" fmla="*/ 106 h 122"/>
              <a:gd name="T36" fmla="*/ 42 w 84"/>
              <a:gd name="T37" fmla="*/ 0 h 122"/>
              <a:gd name="T38" fmla="*/ 0 w 84"/>
              <a:gd name="T39" fmla="*/ 42 h 122"/>
              <a:gd name="T40" fmla="*/ 20 w 84"/>
              <a:gd name="T41" fmla="*/ 78 h 122"/>
              <a:gd name="T42" fmla="*/ 22 w 84"/>
              <a:gd name="T43" fmla="*/ 89 h 122"/>
              <a:gd name="T44" fmla="*/ 42 w 84"/>
              <a:gd name="T45" fmla="*/ 93 h 122"/>
              <a:gd name="T46" fmla="*/ 62 w 84"/>
              <a:gd name="T47" fmla="*/ 89 h 122"/>
              <a:gd name="T48" fmla="*/ 63 w 84"/>
              <a:gd name="T49" fmla="*/ 78 h 122"/>
              <a:gd name="T50" fmla="*/ 84 w 84"/>
              <a:gd name="T51" fmla="*/ 42 h 122"/>
              <a:gd name="T52" fmla="*/ 42 w 84"/>
              <a:gd name="T53" fmla="*/ 0 h 122"/>
              <a:gd name="T54" fmla="*/ 57 w 84"/>
              <a:gd name="T55" fmla="*/ 73 h 122"/>
              <a:gd name="T56" fmla="*/ 56 w 84"/>
              <a:gd name="T57" fmla="*/ 83 h 122"/>
              <a:gd name="T58" fmla="*/ 42 w 84"/>
              <a:gd name="T59" fmla="*/ 85 h 122"/>
              <a:gd name="T60" fmla="*/ 27 w 84"/>
              <a:gd name="T61" fmla="*/ 83 h 122"/>
              <a:gd name="T62" fmla="*/ 26 w 84"/>
              <a:gd name="T63" fmla="*/ 73 h 122"/>
              <a:gd name="T64" fmla="*/ 7 w 84"/>
              <a:gd name="T65" fmla="*/ 42 h 122"/>
              <a:gd name="T66" fmla="*/ 42 w 84"/>
              <a:gd name="T67" fmla="*/ 8 h 122"/>
              <a:gd name="T68" fmla="*/ 76 w 84"/>
              <a:gd name="T69" fmla="*/ 42 h 122"/>
              <a:gd name="T70" fmla="*/ 57 w 84"/>
              <a:gd name="T71" fmla="*/ 73 h 122"/>
              <a:gd name="T72" fmla="*/ 42 w 84"/>
              <a:gd name="T73" fmla="*/ 18 h 122"/>
              <a:gd name="T74" fmla="*/ 44 w 84"/>
              <a:gd name="T75" fmla="*/ 15 h 122"/>
              <a:gd name="T76" fmla="*/ 42 w 84"/>
              <a:gd name="T77" fmla="*/ 13 h 122"/>
              <a:gd name="T78" fmla="*/ 13 w 84"/>
              <a:gd name="T79" fmla="*/ 42 h 122"/>
              <a:gd name="T80" fmla="*/ 15 w 84"/>
              <a:gd name="T81" fmla="*/ 44 h 122"/>
              <a:gd name="T82" fmla="*/ 17 w 84"/>
              <a:gd name="T83" fmla="*/ 42 h 122"/>
              <a:gd name="T84" fmla="*/ 42 w 84"/>
              <a:gd name="T85" fmla="*/ 18 h 122"/>
              <a:gd name="T86" fmla="*/ 51 w 84"/>
              <a:gd name="T87" fmla="*/ 58 h 122"/>
              <a:gd name="T88" fmla="*/ 42 w 84"/>
              <a:gd name="T89" fmla="*/ 41 h 122"/>
              <a:gd name="T90" fmla="*/ 32 w 84"/>
              <a:gd name="T91" fmla="*/ 58 h 122"/>
              <a:gd name="T92" fmla="*/ 28 w 84"/>
              <a:gd name="T93" fmla="*/ 49 h 122"/>
              <a:gd name="T94" fmla="*/ 22 w 84"/>
              <a:gd name="T95" fmla="*/ 52 h 122"/>
              <a:gd name="T96" fmla="*/ 32 w 84"/>
              <a:gd name="T97" fmla="*/ 72 h 122"/>
              <a:gd name="T98" fmla="*/ 42 w 84"/>
              <a:gd name="T99" fmla="*/ 55 h 122"/>
              <a:gd name="T100" fmla="*/ 51 w 84"/>
              <a:gd name="T101" fmla="*/ 72 h 122"/>
              <a:gd name="T102" fmla="*/ 61 w 84"/>
              <a:gd name="T103" fmla="*/ 52 h 122"/>
              <a:gd name="T104" fmla="*/ 55 w 84"/>
              <a:gd name="T105" fmla="*/ 49 h 122"/>
              <a:gd name="T106" fmla="*/ 51 w 84"/>
              <a:gd name="T107" fmla="*/ 58 h 1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84" h="122">
                <a:moveTo>
                  <a:pt x="22" y="94"/>
                </a:moveTo>
                <a:cubicBezTo>
                  <a:pt x="23" y="100"/>
                  <a:pt x="23" y="100"/>
                  <a:pt x="23" y="100"/>
                </a:cubicBezTo>
                <a:cubicBezTo>
                  <a:pt x="29" y="103"/>
                  <a:pt x="35" y="104"/>
                  <a:pt x="42" y="104"/>
                </a:cubicBezTo>
                <a:cubicBezTo>
                  <a:pt x="48" y="104"/>
                  <a:pt x="55" y="103"/>
                  <a:pt x="60" y="100"/>
                </a:cubicBezTo>
                <a:cubicBezTo>
                  <a:pt x="61" y="94"/>
                  <a:pt x="61" y="94"/>
                  <a:pt x="61" y="94"/>
                </a:cubicBezTo>
                <a:cubicBezTo>
                  <a:pt x="55" y="96"/>
                  <a:pt x="49" y="98"/>
                  <a:pt x="42" y="98"/>
                </a:cubicBezTo>
                <a:cubicBezTo>
                  <a:pt x="35" y="98"/>
                  <a:pt x="28" y="96"/>
                  <a:pt x="22" y="94"/>
                </a:cubicBezTo>
                <a:close/>
                <a:moveTo>
                  <a:pt x="24" y="106"/>
                </a:moveTo>
                <a:cubicBezTo>
                  <a:pt x="25" y="112"/>
                  <a:pt x="25" y="112"/>
                  <a:pt x="25" y="112"/>
                </a:cubicBezTo>
                <a:cubicBezTo>
                  <a:pt x="25" y="112"/>
                  <a:pt x="26" y="114"/>
                  <a:pt x="31" y="116"/>
                </a:cubicBezTo>
                <a:cubicBezTo>
                  <a:pt x="31" y="119"/>
                  <a:pt x="31" y="119"/>
                  <a:pt x="31" y="119"/>
                </a:cubicBezTo>
                <a:cubicBezTo>
                  <a:pt x="31" y="119"/>
                  <a:pt x="33" y="122"/>
                  <a:pt x="42" y="122"/>
                </a:cubicBezTo>
                <a:cubicBezTo>
                  <a:pt x="50" y="122"/>
                  <a:pt x="52" y="119"/>
                  <a:pt x="52" y="119"/>
                </a:cubicBezTo>
                <a:cubicBezTo>
                  <a:pt x="53" y="116"/>
                  <a:pt x="53" y="116"/>
                  <a:pt x="53" y="116"/>
                </a:cubicBezTo>
                <a:cubicBezTo>
                  <a:pt x="57" y="114"/>
                  <a:pt x="59" y="112"/>
                  <a:pt x="59" y="112"/>
                </a:cubicBezTo>
                <a:cubicBezTo>
                  <a:pt x="59" y="106"/>
                  <a:pt x="59" y="106"/>
                  <a:pt x="59" y="106"/>
                </a:cubicBezTo>
                <a:cubicBezTo>
                  <a:pt x="54" y="108"/>
                  <a:pt x="48" y="109"/>
                  <a:pt x="42" y="109"/>
                </a:cubicBezTo>
                <a:cubicBezTo>
                  <a:pt x="35" y="109"/>
                  <a:pt x="29" y="108"/>
                  <a:pt x="24" y="106"/>
                </a:cubicBezTo>
                <a:close/>
                <a:moveTo>
                  <a:pt x="42" y="0"/>
                </a:moveTo>
                <a:cubicBezTo>
                  <a:pt x="19" y="0"/>
                  <a:pt x="0" y="19"/>
                  <a:pt x="0" y="42"/>
                </a:cubicBezTo>
                <a:cubicBezTo>
                  <a:pt x="0" y="57"/>
                  <a:pt x="8" y="71"/>
                  <a:pt x="20" y="78"/>
                </a:cubicBezTo>
                <a:cubicBezTo>
                  <a:pt x="22" y="89"/>
                  <a:pt x="22" y="89"/>
                  <a:pt x="22" y="89"/>
                </a:cubicBezTo>
                <a:cubicBezTo>
                  <a:pt x="27" y="91"/>
                  <a:pt x="34" y="93"/>
                  <a:pt x="42" y="93"/>
                </a:cubicBezTo>
                <a:cubicBezTo>
                  <a:pt x="49" y="93"/>
                  <a:pt x="56" y="91"/>
                  <a:pt x="62" y="89"/>
                </a:cubicBezTo>
                <a:cubicBezTo>
                  <a:pt x="63" y="78"/>
                  <a:pt x="63" y="78"/>
                  <a:pt x="63" y="78"/>
                </a:cubicBezTo>
                <a:cubicBezTo>
                  <a:pt x="75" y="71"/>
                  <a:pt x="84" y="57"/>
                  <a:pt x="84" y="42"/>
                </a:cubicBezTo>
                <a:cubicBezTo>
                  <a:pt x="84" y="19"/>
                  <a:pt x="65" y="0"/>
                  <a:pt x="42" y="0"/>
                </a:cubicBezTo>
                <a:close/>
                <a:moveTo>
                  <a:pt x="57" y="73"/>
                </a:moveTo>
                <a:cubicBezTo>
                  <a:pt x="56" y="83"/>
                  <a:pt x="56" y="83"/>
                  <a:pt x="56" y="83"/>
                </a:cubicBezTo>
                <a:cubicBezTo>
                  <a:pt x="56" y="83"/>
                  <a:pt x="52" y="85"/>
                  <a:pt x="42" y="85"/>
                </a:cubicBezTo>
                <a:cubicBezTo>
                  <a:pt x="31" y="85"/>
                  <a:pt x="27" y="83"/>
                  <a:pt x="27" y="83"/>
                </a:cubicBezTo>
                <a:cubicBezTo>
                  <a:pt x="26" y="73"/>
                  <a:pt x="26" y="73"/>
                  <a:pt x="26" y="73"/>
                </a:cubicBezTo>
                <a:cubicBezTo>
                  <a:pt x="15" y="67"/>
                  <a:pt x="7" y="56"/>
                  <a:pt x="7" y="42"/>
                </a:cubicBezTo>
                <a:cubicBezTo>
                  <a:pt x="7" y="23"/>
                  <a:pt x="23" y="8"/>
                  <a:pt x="42" y="8"/>
                </a:cubicBezTo>
                <a:cubicBezTo>
                  <a:pt x="61" y="8"/>
                  <a:pt x="76" y="23"/>
                  <a:pt x="76" y="42"/>
                </a:cubicBezTo>
                <a:cubicBezTo>
                  <a:pt x="76" y="56"/>
                  <a:pt x="68" y="67"/>
                  <a:pt x="57" y="73"/>
                </a:cubicBezTo>
                <a:close/>
                <a:moveTo>
                  <a:pt x="42" y="18"/>
                </a:moveTo>
                <a:cubicBezTo>
                  <a:pt x="43" y="18"/>
                  <a:pt x="44" y="17"/>
                  <a:pt x="44" y="15"/>
                </a:cubicBezTo>
                <a:cubicBezTo>
                  <a:pt x="44" y="14"/>
                  <a:pt x="43" y="13"/>
                  <a:pt x="42" y="13"/>
                </a:cubicBezTo>
                <a:cubicBezTo>
                  <a:pt x="26" y="13"/>
                  <a:pt x="13" y="26"/>
                  <a:pt x="13" y="42"/>
                </a:cubicBezTo>
                <a:cubicBezTo>
                  <a:pt x="13" y="43"/>
                  <a:pt x="14" y="44"/>
                  <a:pt x="15" y="44"/>
                </a:cubicBezTo>
                <a:cubicBezTo>
                  <a:pt x="16" y="44"/>
                  <a:pt x="17" y="43"/>
                  <a:pt x="17" y="42"/>
                </a:cubicBezTo>
                <a:cubicBezTo>
                  <a:pt x="17" y="29"/>
                  <a:pt x="28" y="18"/>
                  <a:pt x="42" y="18"/>
                </a:cubicBezTo>
                <a:close/>
                <a:moveTo>
                  <a:pt x="51" y="58"/>
                </a:moveTo>
                <a:cubicBezTo>
                  <a:pt x="42" y="41"/>
                  <a:pt x="42" y="41"/>
                  <a:pt x="42" y="41"/>
                </a:cubicBezTo>
                <a:cubicBezTo>
                  <a:pt x="32" y="58"/>
                  <a:pt x="32" y="58"/>
                  <a:pt x="32" y="58"/>
                </a:cubicBezTo>
                <a:cubicBezTo>
                  <a:pt x="28" y="49"/>
                  <a:pt x="28" y="49"/>
                  <a:pt x="28" y="49"/>
                </a:cubicBezTo>
                <a:cubicBezTo>
                  <a:pt x="22" y="52"/>
                  <a:pt x="22" y="52"/>
                  <a:pt x="22" y="52"/>
                </a:cubicBezTo>
                <a:cubicBezTo>
                  <a:pt x="32" y="72"/>
                  <a:pt x="32" y="72"/>
                  <a:pt x="32" y="72"/>
                </a:cubicBezTo>
                <a:cubicBezTo>
                  <a:pt x="42" y="55"/>
                  <a:pt x="42" y="55"/>
                  <a:pt x="42" y="55"/>
                </a:cubicBezTo>
                <a:cubicBezTo>
                  <a:pt x="51" y="72"/>
                  <a:pt x="51" y="72"/>
                  <a:pt x="51" y="72"/>
                </a:cubicBezTo>
                <a:cubicBezTo>
                  <a:pt x="61" y="52"/>
                  <a:pt x="61" y="52"/>
                  <a:pt x="61" y="52"/>
                </a:cubicBezTo>
                <a:cubicBezTo>
                  <a:pt x="55" y="49"/>
                  <a:pt x="55" y="49"/>
                  <a:pt x="55" y="49"/>
                </a:cubicBezTo>
                <a:lnTo>
                  <a:pt x="51" y="5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41" name="Freeform 187"/>
          <p:cNvSpPr>
            <a:spLocks noEditPoints="1"/>
          </p:cNvSpPr>
          <p:nvPr/>
        </p:nvSpPr>
        <p:spPr bwMode="auto">
          <a:xfrm>
            <a:off x="3893395" y="4260804"/>
            <a:ext cx="468803" cy="399501"/>
          </a:xfrm>
          <a:custGeom>
            <a:avLst/>
            <a:gdLst>
              <a:gd name="T0" fmla="*/ 5 w 115"/>
              <a:gd name="T1" fmla="*/ 94 h 98"/>
              <a:gd name="T2" fmla="*/ 9 w 115"/>
              <a:gd name="T3" fmla="*/ 98 h 98"/>
              <a:gd name="T4" fmla="*/ 31 w 115"/>
              <a:gd name="T5" fmla="*/ 98 h 98"/>
              <a:gd name="T6" fmla="*/ 31 w 115"/>
              <a:gd name="T7" fmla="*/ 54 h 98"/>
              <a:gd name="T8" fmla="*/ 5 w 115"/>
              <a:gd name="T9" fmla="*/ 79 h 98"/>
              <a:gd name="T10" fmla="*/ 5 w 115"/>
              <a:gd name="T11" fmla="*/ 94 h 98"/>
              <a:gd name="T12" fmla="*/ 41 w 115"/>
              <a:gd name="T13" fmla="*/ 64 h 98"/>
              <a:gd name="T14" fmla="*/ 41 w 115"/>
              <a:gd name="T15" fmla="*/ 98 h 98"/>
              <a:gd name="T16" fmla="*/ 66 w 115"/>
              <a:gd name="T17" fmla="*/ 98 h 98"/>
              <a:gd name="T18" fmla="*/ 66 w 115"/>
              <a:gd name="T19" fmla="*/ 67 h 98"/>
              <a:gd name="T20" fmla="*/ 55 w 115"/>
              <a:gd name="T21" fmla="*/ 78 h 98"/>
              <a:gd name="T22" fmla="*/ 41 w 115"/>
              <a:gd name="T23" fmla="*/ 64 h 98"/>
              <a:gd name="T24" fmla="*/ 92 w 115"/>
              <a:gd name="T25" fmla="*/ 2 h 98"/>
              <a:gd name="T26" fmla="*/ 88 w 115"/>
              <a:gd name="T27" fmla="*/ 7 h 98"/>
              <a:gd name="T28" fmla="*/ 93 w 115"/>
              <a:gd name="T29" fmla="*/ 12 h 98"/>
              <a:gd name="T30" fmla="*/ 98 w 115"/>
              <a:gd name="T31" fmla="*/ 11 h 98"/>
              <a:gd name="T32" fmla="*/ 55 w 115"/>
              <a:gd name="T33" fmla="*/ 54 h 98"/>
              <a:gd name="T34" fmla="*/ 31 w 115"/>
              <a:gd name="T35" fmla="*/ 29 h 98"/>
              <a:gd name="T36" fmla="*/ 2 w 115"/>
              <a:gd name="T37" fmla="*/ 58 h 98"/>
              <a:gd name="T38" fmla="*/ 2 w 115"/>
              <a:gd name="T39" fmla="*/ 64 h 98"/>
              <a:gd name="T40" fmla="*/ 8 w 115"/>
              <a:gd name="T41" fmla="*/ 64 h 98"/>
              <a:gd name="T42" fmla="*/ 31 w 115"/>
              <a:gd name="T43" fmla="*/ 42 h 98"/>
              <a:gd name="T44" fmla="*/ 55 w 115"/>
              <a:gd name="T45" fmla="*/ 66 h 98"/>
              <a:gd name="T46" fmla="*/ 104 w 115"/>
              <a:gd name="T47" fmla="*/ 18 h 98"/>
              <a:gd name="T48" fmla="*/ 104 w 115"/>
              <a:gd name="T49" fmla="*/ 23 h 98"/>
              <a:gd name="T50" fmla="*/ 108 w 115"/>
              <a:gd name="T51" fmla="*/ 28 h 98"/>
              <a:gd name="T52" fmla="*/ 108 w 115"/>
              <a:gd name="T53" fmla="*/ 28 h 98"/>
              <a:gd name="T54" fmla="*/ 113 w 115"/>
              <a:gd name="T55" fmla="*/ 23 h 98"/>
              <a:gd name="T56" fmla="*/ 115 w 115"/>
              <a:gd name="T57" fmla="*/ 0 h 98"/>
              <a:gd name="T58" fmla="*/ 92 w 115"/>
              <a:gd name="T59" fmla="*/ 2 h 98"/>
              <a:gd name="T60" fmla="*/ 77 w 115"/>
              <a:gd name="T61" fmla="*/ 57 h 98"/>
              <a:gd name="T62" fmla="*/ 77 w 115"/>
              <a:gd name="T63" fmla="*/ 98 h 98"/>
              <a:gd name="T64" fmla="*/ 98 w 115"/>
              <a:gd name="T65" fmla="*/ 98 h 98"/>
              <a:gd name="T66" fmla="*/ 102 w 115"/>
              <a:gd name="T67" fmla="*/ 94 h 98"/>
              <a:gd name="T68" fmla="*/ 102 w 115"/>
              <a:gd name="T69" fmla="*/ 32 h 98"/>
              <a:gd name="T70" fmla="*/ 80 w 115"/>
              <a:gd name="T71" fmla="*/ 54 h 98"/>
              <a:gd name="T72" fmla="*/ 77 w 115"/>
              <a:gd name="T73" fmla="*/ 57 h 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15" h="98">
                <a:moveTo>
                  <a:pt x="5" y="94"/>
                </a:moveTo>
                <a:cubicBezTo>
                  <a:pt x="5" y="96"/>
                  <a:pt x="7" y="98"/>
                  <a:pt x="9" y="98"/>
                </a:cubicBezTo>
                <a:cubicBezTo>
                  <a:pt x="31" y="98"/>
                  <a:pt x="31" y="98"/>
                  <a:pt x="31" y="98"/>
                </a:cubicBezTo>
                <a:cubicBezTo>
                  <a:pt x="31" y="54"/>
                  <a:pt x="31" y="54"/>
                  <a:pt x="31" y="54"/>
                </a:cubicBezTo>
                <a:cubicBezTo>
                  <a:pt x="5" y="79"/>
                  <a:pt x="5" y="79"/>
                  <a:pt x="5" y="79"/>
                </a:cubicBezTo>
                <a:lnTo>
                  <a:pt x="5" y="94"/>
                </a:lnTo>
                <a:close/>
                <a:moveTo>
                  <a:pt x="41" y="64"/>
                </a:moveTo>
                <a:cubicBezTo>
                  <a:pt x="41" y="98"/>
                  <a:pt x="41" y="98"/>
                  <a:pt x="41" y="98"/>
                </a:cubicBezTo>
                <a:cubicBezTo>
                  <a:pt x="66" y="98"/>
                  <a:pt x="66" y="98"/>
                  <a:pt x="66" y="98"/>
                </a:cubicBezTo>
                <a:cubicBezTo>
                  <a:pt x="66" y="67"/>
                  <a:pt x="66" y="67"/>
                  <a:pt x="66" y="67"/>
                </a:cubicBezTo>
                <a:cubicBezTo>
                  <a:pt x="55" y="78"/>
                  <a:pt x="55" y="78"/>
                  <a:pt x="55" y="78"/>
                </a:cubicBezTo>
                <a:lnTo>
                  <a:pt x="41" y="64"/>
                </a:lnTo>
                <a:close/>
                <a:moveTo>
                  <a:pt x="92" y="2"/>
                </a:moveTo>
                <a:cubicBezTo>
                  <a:pt x="89" y="3"/>
                  <a:pt x="88" y="5"/>
                  <a:pt x="88" y="7"/>
                </a:cubicBezTo>
                <a:cubicBezTo>
                  <a:pt x="88" y="10"/>
                  <a:pt x="90" y="12"/>
                  <a:pt x="93" y="12"/>
                </a:cubicBezTo>
                <a:cubicBezTo>
                  <a:pt x="98" y="11"/>
                  <a:pt x="98" y="11"/>
                  <a:pt x="98" y="11"/>
                </a:cubicBezTo>
                <a:cubicBezTo>
                  <a:pt x="55" y="54"/>
                  <a:pt x="55" y="54"/>
                  <a:pt x="55" y="54"/>
                </a:cubicBezTo>
                <a:cubicBezTo>
                  <a:pt x="31" y="29"/>
                  <a:pt x="31" y="29"/>
                  <a:pt x="31" y="29"/>
                </a:cubicBezTo>
                <a:cubicBezTo>
                  <a:pt x="2" y="58"/>
                  <a:pt x="2" y="58"/>
                  <a:pt x="2" y="58"/>
                </a:cubicBezTo>
                <a:cubicBezTo>
                  <a:pt x="0" y="59"/>
                  <a:pt x="0" y="62"/>
                  <a:pt x="2" y="64"/>
                </a:cubicBezTo>
                <a:cubicBezTo>
                  <a:pt x="4" y="66"/>
                  <a:pt x="6" y="66"/>
                  <a:pt x="8" y="64"/>
                </a:cubicBezTo>
                <a:cubicBezTo>
                  <a:pt x="31" y="42"/>
                  <a:pt x="31" y="42"/>
                  <a:pt x="31" y="42"/>
                </a:cubicBezTo>
                <a:cubicBezTo>
                  <a:pt x="55" y="66"/>
                  <a:pt x="55" y="66"/>
                  <a:pt x="55" y="66"/>
                </a:cubicBezTo>
                <a:cubicBezTo>
                  <a:pt x="104" y="18"/>
                  <a:pt x="104" y="18"/>
                  <a:pt x="104" y="18"/>
                </a:cubicBezTo>
                <a:cubicBezTo>
                  <a:pt x="104" y="23"/>
                  <a:pt x="104" y="23"/>
                  <a:pt x="104" y="23"/>
                </a:cubicBezTo>
                <a:cubicBezTo>
                  <a:pt x="104" y="25"/>
                  <a:pt x="105" y="27"/>
                  <a:pt x="108" y="28"/>
                </a:cubicBezTo>
                <a:cubicBezTo>
                  <a:pt x="108" y="28"/>
                  <a:pt x="108" y="28"/>
                  <a:pt x="108" y="28"/>
                </a:cubicBezTo>
                <a:cubicBezTo>
                  <a:pt x="111" y="28"/>
                  <a:pt x="113" y="26"/>
                  <a:pt x="113" y="23"/>
                </a:cubicBezTo>
                <a:cubicBezTo>
                  <a:pt x="115" y="0"/>
                  <a:pt x="115" y="0"/>
                  <a:pt x="115" y="0"/>
                </a:cubicBezTo>
                <a:lnTo>
                  <a:pt x="92" y="2"/>
                </a:lnTo>
                <a:close/>
                <a:moveTo>
                  <a:pt x="77" y="57"/>
                </a:moveTo>
                <a:cubicBezTo>
                  <a:pt x="77" y="98"/>
                  <a:pt x="77" y="98"/>
                  <a:pt x="77" y="98"/>
                </a:cubicBezTo>
                <a:cubicBezTo>
                  <a:pt x="98" y="98"/>
                  <a:pt x="98" y="98"/>
                  <a:pt x="98" y="98"/>
                </a:cubicBezTo>
                <a:cubicBezTo>
                  <a:pt x="100" y="98"/>
                  <a:pt x="102" y="96"/>
                  <a:pt x="102" y="94"/>
                </a:cubicBezTo>
                <a:cubicBezTo>
                  <a:pt x="102" y="32"/>
                  <a:pt x="102" y="32"/>
                  <a:pt x="102" y="32"/>
                </a:cubicBezTo>
                <a:cubicBezTo>
                  <a:pt x="80" y="54"/>
                  <a:pt x="80" y="54"/>
                  <a:pt x="80" y="54"/>
                </a:cubicBezTo>
                <a:lnTo>
                  <a:pt x="77" y="57"/>
                </a:lnTo>
                <a:close/>
              </a:path>
            </a:pathLst>
          </a:custGeom>
          <a:solidFill>
            <a:srgbClr val="E6EAE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42" name="Freeform 188"/>
          <p:cNvSpPr>
            <a:spLocks noEditPoints="1"/>
          </p:cNvSpPr>
          <p:nvPr/>
        </p:nvSpPr>
        <p:spPr bwMode="auto">
          <a:xfrm>
            <a:off x="1930537" y="3384348"/>
            <a:ext cx="370966" cy="468803"/>
          </a:xfrm>
          <a:custGeom>
            <a:avLst/>
            <a:gdLst>
              <a:gd name="T0" fmla="*/ 130 w 182"/>
              <a:gd name="T1" fmla="*/ 38 h 230"/>
              <a:gd name="T2" fmla="*/ 30 w 182"/>
              <a:gd name="T3" fmla="*/ 38 h 230"/>
              <a:gd name="T4" fmla="*/ 30 w 182"/>
              <a:gd name="T5" fmla="*/ 52 h 230"/>
              <a:gd name="T6" fmla="*/ 130 w 182"/>
              <a:gd name="T7" fmla="*/ 52 h 230"/>
              <a:gd name="T8" fmla="*/ 130 w 182"/>
              <a:gd name="T9" fmla="*/ 38 h 230"/>
              <a:gd name="T10" fmla="*/ 130 w 182"/>
              <a:gd name="T11" fmla="*/ 66 h 230"/>
              <a:gd name="T12" fmla="*/ 30 w 182"/>
              <a:gd name="T13" fmla="*/ 66 h 230"/>
              <a:gd name="T14" fmla="*/ 30 w 182"/>
              <a:gd name="T15" fmla="*/ 80 h 230"/>
              <a:gd name="T16" fmla="*/ 130 w 182"/>
              <a:gd name="T17" fmla="*/ 80 h 230"/>
              <a:gd name="T18" fmla="*/ 130 w 182"/>
              <a:gd name="T19" fmla="*/ 66 h 230"/>
              <a:gd name="T20" fmla="*/ 162 w 182"/>
              <a:gd name="T21" fmla="*/ 20 h 230"/>
              <a:gd name="T22" fmla="*/ 162 w 182"/>
              <a:gd name="T23" fmla="*/ 0 h 230"/>
              <a:gd name="T24" fmla="*/ 0 w 182"/>
              <a:gd name="T25" fmla="*/ 0 h 230"/>
              <a:gd name="T26" fmla="*/ 0 w 182"/>
              <a:gd name="T27" fmla="*/ 210 h 230"/>
              <a:gd name="T28" fmla="*/ 20 w 182"/>
              <a:gd name="T29" fmla="*/ 210 h 230"/>
              <a:gd name="T30" fmla="*/ 20 w 182"/>
              <a:gd name="T31" fmla="*/ 230 h 230"/>
              <a:gd name="T32" fmla="*/ 182 w 182"/>
              <a:gd name="T33" fmla="*/ 230 h 230"/>
              <a:gd name="T34" fmla="*/ 182 w 182"/>
              <a:gd name="T35" fmla="*/ 20 h 230"/>
              <a:gd name="T36" fmla="*/ 162 w 182"/>
              <a:gd name="T37" fmla="*/ 20 h 230"/>
              <a:gd name="T38" fmla="*/ 10 w 182"/>
              <a:gd name="T39" fmla="*/ 198 h 230"/>
              <a:gd name="T40" fmla="*/ 10 w 182"/>
              <a:gd name="T41" fmla="*/ 12 h 230"/>
              <a:gd name="T42" fmla="*/ 150 w 182"/>
              <a:gd name="T43" fmla="*/ 12 h 230"/>
              <a:gd name="T44" fmla="*/ 150 w 182"/>
              <a:gd name="T45" fmla="*/ 150 h 230"/>
              <a:gd name="T46" fmla="*/ 102 w 182"/>
              <a:gd name="T47" fmla="*/ 150 h 230"/>
              <a:gd name="T48" fmla="*/ 102 w 182"/>
              <a:gd name="T49" fmla="*/ 198 h 230"/>
              <a:gd name="T50" fmla="*/ 10 w 182"/>
              <a:gd name="T51" fmla="*/ 198 h 230"/>
              <a:gd name="T52" fmla="*/ 170 w 182"/>
              <a:gd name="T53" fmla="*/ 218 h 230"/>
              <a:gd name="T54" fmla="*/ 30 w 182"/>
              <a:gd name="T55" fmla="*/ 218 h 230"/>
              <a:gd name="T56" fmla="*/ 30 w 182"/>
              <a:gd name="T57" fmla="*/ 210 h 230"/>
              <a:gd name="T58" fmla="*/ 108 w 182"/>
              <a:gd name="T59" fmla="*/ 210 h 230"/>
              <a:gd name="T60" fmla="*/ 162 w 182"/>
              <a:gd name="T61" fmla="*/ 156 h 230"/>
              <a:gd name="T62" fmla="*/ 162 w 182"/>
              <a:gd name="T63" fmla="*/ 32 h 230"/>
              <a:gd name="T64" fmla="*/ 170 w 182"/>
              <a:gd name="T65" fmla="*/ 32 h 230"/>
              <a:gd name="T66" fmla="*/ 170 w 182"/>
              <a:gd name="T67" fmla="*/ 218 h 230"/>
              <a:gd name="T68" fmla="*/ 30 w 182"/>
              <a:gd name="T69" fmla="*/ 136 h 230"/>
              <a:gd name="T70" fmla="*/ 80 w 182"/>
              <a:gd name="T71" fmla="*/ 136 h 230"/>
              <a:gd name="T72" fmla="*/ 80 w 182"/>
              <a:gd name="T73" fmla="*/ 122 h 230"/>
              <a:gd name="T74" fmla="*/ 30 w 182"/>
              <a:gd name="T75" fmla="*/ 122 h 230"/>
              <a:gd name="T76" fmla="*/ 30 w 182"/>
              <a:gd name="T77" fmla="*/ 136 h 230"/>
              <a:gd name="T78" fmla="*/ 130 w 182"/>
              <a:gd name="T79" fmla="*/ 94 h 230"/>
              <a:gd name="T80" fmla="*/ 30 w 182"/>
              <a:gd name="T81" fmla="*/ 94 h 230"/>
              <a:gd name="T82" fmla="*/ 30 w 182"/>
              <a:gd name="T83" fmla="*/ 108 h 230"/>
              <a:gd name="T84" fmla="*/ 130 w 182"/>
              <a:gd name="T85" fmla="*/ 108 h 230"/>
              <a:gd name="T86" fmla="*/ 130 w 182"/>
              <a:gd name="T87" fmla="*/ 94 h 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82" h="230">
                <a:moveTo>
                  <a:pt x="130" y="38"/>
                </a:moveTo>
                <a:lnTo>
                  <a:pt x="30" y="38"/>
                </a:lnTo>
                <a:lnTo>
                  <a:pt x="30" y="52"/>
                </a:lnTo>
                <a:lnTo>
                  <a:pt x="130" y="52"/>
                </a:lnTo>
                <a:lnTo>
                  <a:pt x="130" y="38"/>
                </a:lnTo>
                <a:close/>
                <a:moveTo>
                  <a:pt x="130" y="66"/>
                </a:moveTo>
                <a:lnTo>
                  <a:pt x="30" y="66"/>
                </a:lnTo>
                <a:lnTo>
                  <a:pt x="30" y="80"/>
                </a:lnTo>
                <a:lnTo>
                  <a:pt x="130" y="80"/>
                </a:lnTo>
                <a:lnTo>
                  <a:pt x="130" y="66"/>
                </a:lnTo>
                <a:close/>
                <a:moveTo>
                  <a:pt x="162" y="20"/>
                </a:moveTo>
                <a:lnTo>
                  <a:pt x="162" y="0"/>
                </a:lnTo>
                <a:lnTo>
                  <a:pt x="0" y="0"/>
                </a:lnTo>
                <a:lnTo>
                  <a:pt x="0" y="210"/>
                </a:lnTo>
                <a:lnTo>
                  <a:pt x="20" y="210"/>
                </a:lnTo>
                <a:lnTo>
                  <a:pt x="20" y="230"/>
                </a:lnTo>
                <a:lnTo>
                  <a:pt x="182" y="230"/>
                </a:lnTo>
                <a:lnTo>
                  <a:pt x="182" y="20"/>
                </a:lnTo>
                <a:lnTo>
                  <a:pt x="162" y="20"/>
                </a:lnTo>
                <a:close/>
                <a:moveTo>
                  <a:pt x="10" y="198"/>
                </a:moveTo>
                <a:lnTo>
                  <a:pt x="10" y="12"/>
                </a:lnTo>
                <a:lnTo>
                  <a:pt x="150" y="12"/>
                </a:lnTo>
                <a:lnTo>
                  <a:pt x="150" y="150"/>
                </a:lnTo>
                <a:lnTo>
                  <a:pt x="102" y="150"/>
                </a:lnTo>
                <a:lnTo>
                  <a:pt x="102" y="198"/>
                </a:lnTo>
                <a:lnTo>
                  <a:pt x="10" y="198"/>
                </a:lnTo>
                <a:close/>
                <a:moveTo>
                  <a:pt x="170" y="218"/>
                </a:moveTo>
                <a:lnTo>
                  <a:pt x="30" y="218"/>
                </a:lnTo>
                <a:lnTo>
                  <a:pt x="30" y="210"/>
                </a:lnTo>
                <a:lnTo>
                  <a:pt x="108" y="210"/>
                </a:lnTo>
                <a:lnTo>
                  <a:pt x="162" y="156"/>
                </a:lnTo>
                <a:lnTo>
                  <a:pt x="162" y="32"/>
                </a:lnTo>
                <a:lnTo>
                  <a:pt x="170" y="32"/>
                </a:lnTo>
                <a:lnTo>
                  <a:pt x="170" y="218"/>
                </a:lnTo>
                <a:close/>
                <a:moveTo>
                  <a:pt x="30" y="136"/>
                </a:moveTo>
                <a:lnTo>
                  <a:pt x="80" y="136"/>
                </a:lnTo>
                <a:lnTo>
                  <a:pt x="80" y="122"/>
                </a:lnTo>
                <a:lnTo>
                  <a:pt x="30" y="122"/>
                </a:lnTo>
                <a:lnTo>
                  <a:pt x="30" y="136"/>
                </a:lnTo>
                <a:close/>
                <a:moveTo>
                  <a:pt x="130" y="94"/>
                </a:moveTo>
                <a:lnTo>
                  <a:pt x="30" y="94"/>
                </a:lnTo>
                <a:lnTo>
                  <a:pt x="30" y="108"/>
                </a:lnTo>
                <a:lnTo>
                  <a:pt x="130" y="108"/>
                </a:lnTo>
                <a:lnTo>
                  <a:pt x="130" y="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43" name="Freeform 189"/>
          <p:cNvSpPr>
            <a:spLocks noEditPoints="1"/>
          </p:cNvSpPr>
          <p:nvPr/>
        </p:nvSpPr>
        <p:spPr bwMode="auto">
          <a:xfrm>
            <a:off x="7949558" y="4268957"/>
            <a:ext cx="419884" cy="415808"/>
          </a:xfrm>
          <a:custGeom>
            <a:avLst/>
            <a:gdLst>
              <a:gd name="T0" fmla="*/ 36 w 103"/>
              <a:gd name="T1" fmla="*/ 61 h 102"/>
              <a:gd name="T2" fmla="*/ 67 w 103"/>
              <a:gd name="T3" fmla="*/ 61 h 102"/>
              <a:gd name="T4" fmla="*/ 74 w 103"/>
              <a:gd name="T5" fmla="*/ 57 h 102"/>
              <a:gd name="T6" fmla="*/ 29 w 103"/>
              <a:gd name="T7" fmla="*/ 57 h 102"/>
              <a:gd name="T8" fmla="*/ 36 w 103"/>
              <a:gd name="T9" fmla="*/ 61 h 102"/>
              <a:gd name="T10" fmla="*/ 50 w 103"/>
              <a:gd name="T11" fmla="*/ 71 h 102"/>
              <a:gd name="T12" fmla="*/ 52 w 103"/>
              <a:gd name="T13" fmla="*/ 71 h 102"/>
              <a:gd name="T14" fmla="*/ 59 w 103"/>
              <a:gd name="T15" fmla="*/ 66 h 102"/>
              <a:gd name="T16" fmla="*/ 43 w 103"/>
              <a:gd name="T17" fmla="*/ 66 h 102"/>
              <a:gd name="T18" fmla="*/ 50 w 103"/>
              <a:gd name="T19" fmla="*/ 71 h 102"/>
              <a:gd name="T20" fmla="*/ 21 w 103"/>
              <a:gd name="T21" fmla="*/ 51 h 102"/>
              <a:gd name="T22" fmla="*/ 22 w 103"/>
              <a:gd name="T23" fmla="*/ 52 h 102"/>
              <a:gd name="T24" fmla="*/ 81 w 103"/>
              <a:gd name="T25" fmla="*/ 52 h 102"/>
              <a:gd name="T26" fmla="*/ 82 w 103"/>
              <a:gd name="T27" fmla="*/ 51 h 102"/>
              <a:gd name="T28" fmla="*/ 82 w 103"/>
              <a:gd name="T29" fmla="*/ 47 h 102"/>
              <a:gd name="T30" fmla="*/ 21 w 103"/>
              <a:gd name="T31" fmla="*/ 47 h 102"/>
              <a:gd name="T32" fmla="*/ 21 w 103"/>
              <a:gd name="T33" fmla="*/ 51 h 102"/>
              <a:gd name="T34" fmla="*/ 100 w 103"/>
              <a:gd name="T35" fmla="*/ 32 h 102"/>
              <a:gd name="T36" fmla="*/ 55 w 103"/>
              <a:gd name="T37" fmla="*/ 2 h 102"/>
              <a:gd name="T38" fmla="*/ 48 w 103"/>
              <a:gd name="T39" fmla="*/ 2 h 102"/>
              <a:gd name="T40" fmla="*/ 3 w 103"/>
              <a:gd name="T41" fmla="*/ 32 h 102"/>
              <a:gd name="T42" fmla="*/ 0 w 103"/>
              <a:gd name="T43" fmla="*/ 38 h 102"/>
              <a:gd name="T44" fmla="*/ 0 w 103"/>
              <a:gd name="T45" fmla="*/ 96 h 102"/>
              <a:gd name="T46" fmla="*/ 6 w 103"/>
              <a:gd name="T47" fmla="*/ 102 h 102"/>
              <a:gd name="T48" fmla="*/ 96 w 103"/>
              <a:gd name="T49" fmla="*/ 102 h 102"/>
              <a:gd name="T50" fmla="*/ 103 w 103"/>
              <a:gd name="T51" fmla="*/ 96 h 102"/>
              <a:gd name="T52" fmla="*/ 103 w 103"/>
              <a:gd name="T53" fmla="*/ 38 h 102"/>
              <a:gd name="T54" fmla="*/ 100 w 103"/>
              <a:gd name="T55" fmla="*/ 32 h 102"/>
              <a:gd name="T56" fmla="*/ 96 w 103"/>
              <a:gd name="T57" fmla="*/ 47 h 102"/>
              <a:gd name="T58" fmla="*/ 51 w 103"/>
              <a:gd name="T59" fmla="*/ 77 h 102"/>
              <a:gd name="T60" fmla="*/ 6 w 103"/>
              <a:gd name="T61" fmla="*/ 47 h 102"/>
              <a:gd name="T62" fmla="*/ 6 w 103"/>
              <a:gd name="T63" fmla="*/ 41 h 102"/>
              <a:gd name="T64" fmla="*/ 10 w 103"/>
              <a:gd name="T65" fmla="*/ 37 h 102"/>
              <a:gd name="T66" fmla="*/ 93 w 103"/>
              <a:gd name="T67" fmla="*/ 37 h 102"/>
              <a:gd name="T68" fmla="*/ 96 w 103"/>
              <a:gd name="T69" fmla="*/ 41 h 102"/>
              <a:gd name="T70" fmla="*/ 96 w 103"/>
              <a:gd name="T71" fmla="*/ 47 h 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03" h="102">
                <a:moveTo>
                  <a:pt x="36" y="61"/>
                </a:moveTo>
                <a:cubicBezTo>
                  <a:pt x="67" y="61"/>
                  <a:pt x="67" y="61"/>
                  <a:pt x="67" y="61"/>
                </a:cubicBezTo>
                <a:cubicBezTo>
                  <a:pt x="74" y="57"/>
                  <a:pt x="74" y="57"/>
                  <a:pt x="74" y="57"/>
                </a:cubicBezTo>
                <a:cubicBezTo>
                  <a:pt x="29" y="57"/>
                  <a:pt x="29" y="57"/>
                  <a:pt x="29" y="57"/>
                </a:cubicBezTo>
                <a:lnTo>
                  <a:pt x="36" y="61"/>
                </a:lnTo>
                <a:close/>
                <a:moveTo>
                  <a:pt x="50" y="71"/>
                </a:moveTo>
                <a:cubicBezTo>
                  <a:pt x="52" y="71"/>
                  <a:pt x="52" y="71"/>
                  <a:pt x="52" y="71"/>
                </a:cubicBezTo>
                <a:cubicBezTo>
                  <a:pt x="59" y="66"/>
                  <a:pt x="59" y="66"/>
                  <a:pt x="59" y="66"/>
                </a:cubicBezTo>
                <a:cubicBezTo>
                  <a:pt x="43" y="66"/>
                  <a:pt x="43" y="66"/>
                  <a:pt x="43" y="66"/>
                </a:cubicBezTo>
                <a:lnTo>
                  <a:pt x="50" y="71"/>
                </a:lnTo>
                <a:close/>
                <a:moveTo>
                  <a:pt x="21" y="51"/>
                </a:moveTo>
                <a:cubicBezTo>
                  <a:pt x="22" y="52"/>
                  <a:pt x="22" y="52"/>
                  <a:pt x="22" y="52"/>
                </a:cubicBezTo>
                <a:cubicBezTo>
                  <a:pt x="81" y="52"/>
                  <a:pt x="81" y="52"/>
                  <a:pt x="81" y="52"/>
                </a:cubicBezTo>
                <a:cubicBezTo>
                  <a:pt x="82" y="51"/>
                  <a:pt x="82" y="51"/>
                  <a:pt x="82" y="51"/>
                </a:cubicBezTo>
                <a:cubicBezTo>
                  <a:pt x="82" y="47"/>
                  <a:pt x="82" y="47"/>
                  <a:pt x="82" y="47"/>
                </a:cubicBezTo>
                <a:cubicBezTo>
                  <a:pt x="21" y="47"/>
                  <a:pt x="21" y="47"/>
                  <a:pt x="21" y="47"/>
                </a:cubicBezTo>
                <a:lnTo>
                  <a:pt x="21" y="51"/>
                </a:lnTo>
                <a:close/>
                <a:moveTo>
                  <a:pt x="100" y="32"/>
                </a:moveTo>
                <a:cubicBezTo>
                  <a:pt x="55" y="2"/>
                  <a:pt x="55" y="2"/>
                  <a:pt x="55" y="2"/>
                </a:cubicBezTo>
                <a:cubicBezTo>
                  <a:pt x="53" y="0"/>
                  <a:pt x="50" y="0"/>
                  <a:pt x="48" y="2"/>
                </a:cubicBezTo>
                <a:cubicBezTo>
                  <a:pt x="3" y="32"/>
                  <a:pt x="3" y="32"/>
                  <a:pt x="3" y="32"/>
                </a:cubicBezTo>
                <a:cubicBezTo>
                  <a:pt x="1" y="34"/>
                  <a:pt x="0" y="36"/>
                  <a:pt x="0" y="38"/>
                </a:cubicBezTo>
                <a:cubicBezTo>
                  <a:pt x="0" y="96"/>
                  <a:pt x="0" y="96"/>
                  <a:pt x="0" y="96"/>
                </a:cubicBezTo>
                <a:cubicBezTo>
                  <a:pt x="0" y="100"/>
                  <a:pt x="3" y="102"/>
                  <a:pt x="6" y="102"/>
                </a:cubicBezTo>
                <a:cubicBezTo>
                  <a:pt x="96" y="102"/>
                  <a:pt x="96" y="102"/>
                  <a:pt x="96" y="102"/>
                </a:cubicBezTo>
                <a:cubicBezTo>
                  <a:pt x="100" y="102"/>
                  <a:pt x="103" y="100"/>
                  <a:pt x="103" y="96"/>
                </a:cubicBezTo>
                <a:cubicBezTo>
                  <a:pt x="103" y="38"/>
                  <a:pt x="103" y="38"/>
                  <a:pt x="103" y="38"/>
                </a:cubicBezTo>
                <a:cubicBezTo>
                  <a:pt x="103" y="36"/>
                  <a:pt x="102" y="34"/>
                  <a:pt x="100" y="32"/>
                </a:cubicBezTo>
                <a:close/>
                <a:moveTo>
                  <a:pt x="96" y="47"/>
                </a:moveTo>
                <a:cubicBezTo>
                  <a:pt x="51" y="77"/>
                  <a:pt x="51" y="77"/>
                  <a:pt x="51" y="77"/>
                </a:cubicBezTo>
                <a:cubicBezTo>
                  <a:pt x="6" y="47"/>
                  <a:pt x="6" y="47"/>
                  <a:pt x="6" y="47"/>
                </a:cubicBezTo>
                <a:cubicBezTo>
                  <a:pt x="6" y="41"/>
                  <a:pt x="6" y="41"/>
                  <a:pt x="6" y="41"/>
                </a:cubicBezTo>
                <a:cubicBezTo>
                  <a:pt x="6" y="39"/>
                  <a:pt x="8" y="37"/>
                  <a:pt x="10" y="37"/>
                </a:cubicBezTo>
                <a:cubicBezTo>
                  <a:pt x="93" y="37"/>
                  <a:pt x="93" y="37"/>
                  <a:pt x="93" y="37"/>
                </a:cubicBezTo>
                <a:cubicBezTo>
                  <a:pt x="95" y="37"/>
                  <a:pt x="96" y="39"/>
                  <a:pt x="96" y="41"/>
                </a:cubicBezTo>
                <a:lnTo>
                  <a:pt x="96" y="47"/>
                </a:lnTo>
                <a:close/>
              </a:path>
            </a:pathLst>
          </a:custGeom>
          <a:solidFill>
            <a:srgbClr val="E6EAE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44" name="Freeform 190"/>
          <p:cNvSpPr>
            <a:spLocks noEditPoints="1"/>
          </p:cNvSpPr>
          <p:nvPr/>
        </p:nvSpPr>
        <p:spPr bwMode="auto">
          <a:xfrm>
            <a:off x="5935743" y="3372117"/>
            <a:ext cx="415808" cy="464726"/>
          </a:xfrm>
          <a:custGeom>
            <a:avLst/>
            <a:gdLst>
              <a:gd name="T0" fmla="*/ 55 w 102"/>
              <a:gd name="T1" fmla="*/ 63 h 114"/>
              <a:gd name="T2" fmla="*/ 55 w 102"/>
              <a:gd name="T3" fmla="*/ 63 h 114"/>
              <a:gd name="T4" fmla="*/ 55 w 102"/>
              <a:gd name="T5" fmla="*/ 40 h 114"/>
              <a:gd name="T6" fmla="*/ 51 w 102"/>
              <a:gd name="T7" fmla="*/ 35 h 114"/>
              <a:gd name="T8" fmla="*/ 47 w 102"/>
              <a:gd name="T9" fmla="*/ 40 h 114"/>
              <a:gd name="T10" fmla="*/ 47 w 102"/>
              <a:gd name="T11" fmla="*/ 63 h 114"/>
              <a:gd name="T12" fmla="*/ 51 w 102"/>
              <a:gd name="T13" fmla="*/ 67 h 114"/>
              <a:gd name="T14" fmla="*/ 52 w 102"/>
              <a:gd name="T15" fmla="*/ 67 h 114"/>
              <a:gd name="T16" fmla="*/ 72 w 102"/>
              <a:gd name="T17" fmla="*/ 87 h 114"/>
              <a:gd name="T18" fmla="*/ 74 w 102"/>
              <a:gd name="T19" fmla="*/ 88 h 114"/>
              <a:gd name="T20" fmla="*/ 76 w 102"/>
              <a:gd name="T21" fmla="*/ 87 h 114"/>
              <a:gd name="T22" fmla="*/ 76 w 102"/>
              <a:gd name="T23" fmla="*/ 84 h 114"/>
              <a:gd name="T24" fmla="*/ 55 w 102"/>
              <a:gd name="T25" fmla="*/ 63 h 114"/>
              <a:gd name="T26" fmla="*/ 83 w 102"/>
              <a:gd name="T27" fmla="*/ 23 h 114"/>
              <a:gd name="T28" fmla="*/ 86 w 102"/>
              <a:gd name="T29" fmla="*/ 18 h 114"/>
              <a:gd name="T30" fmla="*/ 87 w 102"/>
              <a:gd name="T31" fmla="*/ 18 h 114"/>
              <a:gd name="T32" fmla="*/ 89 w 102"/>
              <a:gd name="T33" fmla="*/ 19 h 114"/>
              <a:gd name="T34" fmla="*/ 91 w 102"/>
              <a:gd name="T35" fmla="*/ 17 h 114"/>
              <a:gd name="T36" fmla="*/ 93 w 102"/>
              <a:gd name="T37" fmla="*/ 13 h 114"/>
              <a:gd name="T38" fmla="*/ 92 w 102"/>
              <a:gd name="T39" fmla="*/ 9 h 114"/>
              <a:gd name="T40" fmla="*/ 78 w 102"/>
              <a:gd name="T41" fmla="*/ 1 h 114"/>
              <a:gd name="T42" fmla="*/ 73 w 102"/>
              <a:gd name="T43" fmla="*/ 2 h 114"/>
              <a:gd name="T44" fmla="*/ 71 w 102"/>
              <a:gd name="T45" fmla="*/ 5 h 114"/>
              <a:gd name="T46" fmla="*/ 71 w 102"/>
              <a:gd name="T47" fmla="*/ 8 h 114"/>
              <a:gd name="T48" fmla="*/ 72 w 102"/>
              <a:gd name="T49" fmla="*/ 10 h 114"/>
              <a:gd name="T50" fmla="*/ 73 w 102"/>
              <a:gd name="T51" fmla="*/ 10 h 114"/>
              <a:gd name="T52" fmla="*/ 71 w 102"/>
              <a:gd name="T53" fmla="*/ 15 h 114"/>
              <a:gd name="T54" fmla="*/ 51 w 102"/>
              <a:gd name="T55" fmla="*/ 11 h 114"/>
              <a:gd name="T56" fmla="*/ 31 w 102"/>
              <a:gd name="T57" fmla="*/ 15 h 114"/>
              <a:gd name="T58" fmla="*/ 29 w 102"/>
              <a:gd name="T59" fmla="*/ 10 h 114"/>
              <a:gd name="T60" fmla="*/ 30 w 102"/>
              <a:gd name="T61" fmla="*/ 10 h 114"/>
              <a:gd name="T62" fmla="*/ 31 w 102"/>
              <a:gd name="T63" fmla="*/ 8 h 114"/>
              <a:gd name="T64" fmla="*/ 31 w 102"/>
              <a:gd name="T65" fmla="*/ 5 h 114"/>
              <a:gd name="T66" fmla="*/ 29 w 102"/>
              <a:gd name="T67" fmla="*/ 2 h 114"/>
              <a:gd name="T68" fmla="*/ 24 w 102"/>
              <a:gd name="T69" fmla="*/ 1 h 114"/>
              <a:gd name="T70" fmla="*/ 10 w 102"/>
              <a:gd name="T71" fmla="*/ 9 h 114"/>
              <a:gd name="T72" fmla="*/ 9 w 102"/>
              <a:gd name="T73" fmla="*/ 13 h 114"/>
              <a:gd name="T74" fmla="*/ 11 w 102"/>
              <a:gd name="T75" fmla="*/ 17 h 114"/>
              <a:gd name="T76" fmla="*/ 13 w 102"/>
              <a:gd name="T77" fmla="*/ 19 h 114"/>
              <a:gd name="T78" fmla="*/ 15 w 102"/>
              <a:gd name="T79" fmla="*/ 18 h 114"/>
              <a:gd name="T80" fmla="*/ 16 w 102"/>
              <a:gd name="T81" fmla="*/ 18 h 114"/>
              <a:gd name="T82" fmla="*/ 19 w 102"/>
              <a:gd name="T83" fmla="*/ 23 h 114"/>
              <a:gd name="T84" fmla="*/ 0 w 102"/>
              <a:gd name="T85" fmla="*/ 63 h 114"/>
              <a:gd name="T86" fmla="*/ 51 w 102"/>
              <a:gd name="T87" fmla="*/ 114 h 114"/>
              <a:gd name="T88" fmla="*/ 102 w 102"/>
              <a:gd name="T89" fmla="*/ 63 h 114"/>
              <a:gd name="T90" fmla="*/ 83 w 102"/>
              <a:gd name="T91" fmla="*/ 23 h 114"/>
              <a:gd name="T92" fmla="*/ 51 w 102"/>
              <a:gd name="T93" fmla="*/ 104 h 114"/>
              <a:gd name="T94" fmla="*/ 10 w 102"/>
              <a:gd name="T95" fmla="*/ 63 h 114"/>
              <a:gd name="T96" fmla="*/ 51 w 102"/>
              <a:gd name="T97" fmla="*/ 21 h 114"/>
              <a:gd name="T98" fmla="*/ 92 w 102"/>
              <a:gd name="T99" fmla="*/ 63 h 114"/>
              <a:gd name="T100" fmla="*/ 51 w 102"/>
              <a:gd name="T101" fmla="*/ 104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02" h="114">
                <a:moveTo>
                  <a:pt x="55" y="63"/>
                </a:moveTo>
                <a:cubicBezTo>
                  <a:pt x="55" y="63"/>
                  <a:pt x="55" y="63"/>
                  <a:pt x="55" y="63"/>
                </a:cubicBezTo>
                <a:cubicBezTo>
                  <a:pt x="55" y="40"/>
                  <a:pt x="55" y="40"/>
                  <a:pt x="55" y="40"/>
                </a:cubicBezTo>
                <a:cubicBezTo>
                  <a:pt x="55" y="37"/>
                  <a:pt x="53" y="35"/>
                  <a:pt x="51" y="35"/>
                </a:cubicBezTo>
                <a:cubicBezTo>
                  <a:pt x="49" y="35"/>
                  <a:pt x="47" y="37"/>
                  <a:pt x="47" y="40"/>
                </a:cubicBezTo>
                <a:cubicBezTo>
                  <a:pt x="47" y="63"/>
                  <a:pt x="47" y="63"/>
                  <a:pt x="47" y="63"/>
                </a:cubicBezTo>
                <a:cubicBezTo>
                  <a:pt x="47" y="65"/>
                  <a:pt x="49" y="67"/>
                  <a:pt x="51" y="67"/>
                </a:cubicBezTo>
                <a:cubicBezTo>
                  <a:pt x="51" y="67"/>
                  <a:pt x="51" y="67"/>
                  <a:pt x="52" y="67"/>
                </a:cubicBezTo>
                <a:cubicBezTo>
                  <a:pt x="72" y="87"/>
                  <a:pt x="72" y="87"/>
                  <a:pt x="72" y="87"/>
                </a:cubicBezTo>
                <a:cubicBezTo>
                  <a:pt x="73" y="88"/>
                  <a:pt x="73" y="88"/>
                  <a:pt x="74" y="88"/>
                </a:cubicBezTo>
                <a:cubicBezTo>
                  <a:pt x="75" y="88"/>
                  <a:pt x="75" y="88"/>
                  <a:pt x="76" y="87"/>
                </a:cubicBezTo>
                <a:cubicBezTo>
                  <a:pt x="77" y="86"/>
                  <a:pt x="77" y="85"/>
                  <a:pt x="76" y="84"/>
                </a:cubicBezTo>
                <a:lnTo>
                  <a:pt x="55" y="63"/>
                </a:lnTo>
                <a:close/>
                <a:moveTo>
                  <a:pt x="83" y="23"/>
                </a:moveTo>
                <a:cubicBezTo>
                  <a:pt x="86" y="18"/>
                  <a:pt x="86" y="18"/>
                  <a:pt x="86" y="18"/>
                </a:cubicBezTo>
                <a:cubicBezTo>
                  <a:pt x="87" y="18"/>
                  <a:pt x="87" y="18"/>
                  <a:pt x="87" y="18"/>
                </a:cubicBezTo>
                <a:cubicBezTo>
                  <a:pt x="87" y="19"/>
                  <a:pt x="88" y="19"/>
                  <a:pt x="89" y="19"/>
                </a:cubicBezTo>
                <a:cubicBezTo>
                  <a:pt x="90" y="18"/>
                  <a:pt x="91" y="18"/>
                  <a:pt x="91" y="17"/>
                </a:cubicBezTo>
                <a:cubicBezTo>
                  <a:pt x="93" y="13"/>
                  <a:pt x="93" y="13"/>
                  <a:pt x="93" y="13"/>
                </a:cubicBezTo>
                <a:cubicBezTo>
                  <a:pt x="94" y="12"/>
                  <a:pt x="94" y="10"/>
                  <a:pt x="92" y="9"/>
                </a:cubicBezTo>
                <a:cubicBezTo>
                  <a:pt x="78" y="1"/>
                  <a:pt x="78" y="1"/>
                  <a:pt x="78" y="1"/>
                </a:cubicBezTo>
                <a:cubicBezTo>
                  <a:pt x="76" y="0"/>
                  <a:pt x="74" y="0"/>
                  <a:pt x="73" y="2"/>
                </a:cubicBezTo>
                <a:cubicBezTo>
                  <a:pt x="71" y="5"/>
                  <a:pt x="71" y="5"/>
                  <a:pt x="71" y="5"/>
                </a:cubicBezTo>
                <a:cubicBezTo>
                  <a:pt x="71" y="6"/>
                  <a:pt x="71" y="7"/>
                  <a:pt x="71" y="8"/>
                </a:cubicBezTo>
                <a:cubicBezTo>
                  <a:pt x="71" y="9"/>
                  <a:pt x="72" y="9"/>
                  <a:pt x="72" y="10"/>
                </a:cubicBezTo>
                <a:cubicBezTo>
                  <a:pt x="73" y="10"/>
                  <a:pt x="73" y="10"/>
                  <a:pt x="73" y="10"/>
                </a:cubicBezTo>
                <a:cubicBezTo>
                  <a:pt x="71" y="15"/>
                  <a:pt x="71" y="15"/>
                  <a:pt x="71" y="15"/>
                </a:cubicBezTo>
                <a:cubicBezTo>
                  <a:pt x="65" y="13"/>
                  <a:pt x="58" y="11"/>
                  <a:pt x="51" y="11"/>
                </a:cubicBezTo>
                <a:cubicBezTo>
                  <a:pt x="44" y="11"/>
                  <a:pt x="37" y="13"/>
                  <a:pt x="31" y="15"/>
                </a:cubicBezTo>
                <a:cubicBezTo>
                  <a:pt x="29" y="10"/>
                  <a:pt x="29" y="10"/>
                  <a:pt x="29" y="10"/>
                </a:cubicBezTo>
                <a:cubicBezTo>
                  <a:pt x="30" y="10"/>
                  <a:pt x="30" y="10"/>
                  <a:pt x="30" y="10"/>
                </a:cubicBezTo>
                <a:cubicBezTo>
                  <a:pt x="30" y="9"/>
                  <a:pt x="31" y="9"/>
                  <a:pt x="31" y="8"/>
                </a:cubicBezTo>
                <a:cubicBezTo>
                  <a:pt x="31" y="7"/>
                  <a:pt x="31" y="6"/>
                  <a:pt x="31" y="5"/>
                </a:cubicBezTo>
                <a:cubicBezTo>
                  <a:pt x="29" y="2"/>
                  <a:pt x="29" y="2"/>
                  <a:pt x="29" y="2"/>
                </a:cubicBezTo>
                <a:cubicBezTo>
                  <a:pt x="28" y="0"/>
                  <a:pt x="26" y="0"/>
                  <a:pt x="24" y="1"/>
                </a:cubicBezTo>
                <a:cubicBezTo>
                  <a:pt x="10" y="9"/>
                  <a:pt x="10" y="9"/>
                  <a:pt x="10" y="9"/>
                </a:cubicBezTo>
                <a:cubicBezTo>
                  <a:pt x="8" y="10"/>
                  <a:pt x="8" y="12"/>
                  <a:pt x="9" y="13"/>
                </a:cubicBezTo>
                <a:cubicBezTo>
                  <a:pt x="11" y="17"/>
                  <a:pt x="11" y="17"/>
                  <a:pt x="11" y="17"/>
                </a:cubicBezTo>
                <a:cubicBezTo>
                  <a:pt x="11" y="18"/>
                  <a:pt x="12" y="18"/>
                  <a:pt x="13" y="19"/>
                </a:cubicBezTo>
                <a:cubicBezTo>
                  <a:pt x="14" y="19"/>
                  <a:pt x="15" y="19"/>
                  <a:pt x="15" y="18"/>
                </a:cubicBezTo>
                <a:cubicBezTo>
                  <a:pt x="16" y="18"/>
                  <a:pt x="16" y="18"/>
                  <a:pt x="16" y="18"/>
                </a:cubicBezTo>
                <a:cubicBezTo>
                  <a:pt x="19" y="23"/>
                  <a:pt x="19" y="23"/>
                  <a:pt x="19" y="23"/>
                </a:cubicBezTo>
                <a:cubicBezTo>
                  <a:pt x="8" y="32"/>
                  <a:pt x="0" y="46"/>
                  <a:pt x="0" y="63"/>
                </a:cubicBezTo>
                <a:cubicBezTo>
                  <a:pt x="0" y="91"/>
                  <a:pt x="23" y="114"/>
                  <a:pt x="51" y="114"/>
                </a:cubicBezTo>
                <a:cubicBezTo>
                  <a:pt x="79" y="114"/>
                  <a:pt x="102" y="91"/>
                  <a:pt x="102" y="63"/>
                </a:cubicBezTo>
                <a:cubicBezTo>
                  <a:pt x="102" y="46"/>
                  <a:pt x="94" y="32"/>
                  <a:pt x="83" y="23"/>
                </a:cubicBezTo>
                <a:close/>
                <a:moveTo>
                  <a:pt x="51" y="104"/>
                </a:moveTo>
                <a:cubicBezTo>
                  <a:pt x="28" y="104"/>
                  <a:pt x="10" y="85"/>
                  <a:pt x="10" y="63"/>
                </a:cubicBezTo>
                <a:cubicBezTo>
                  <a:pt x="10" y="40"/>
                  <a:pt x="28" y="21"/>
                  <a:pt x="51" y="21"/>
                </a:cubicBezTo>
                <a:cubicBezTo>
                  <a:pt x="74" y="21"/>
                  <a:pt x="92" y="40"/>
                  <a:pt x="92" y="63"/>
                </a:cubicBezTo>
                <a:cubicBezTo>
                  <a:pt x="92" y="85"/>
                  <a:pt x="74" y="104"/>
                  <a:pt x="51" y="1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grpSp>
        <p:nvGrpSpPr>
          <p:cNvPr id="45" name="组合 44"/>
          <p:cNvGrpSpPr/>
          <p:nvPr/>
        </p:nvGrpSpPr>
        <p:grpSpPr>
          <a:xfrm>
            <a:off x="2734520" y="2348905"/>
            <a:ext cx="2801722" cy="1135358"/>
            <a:chOff x="1626835" y="2349127"/>
            <a:chExt cx="2492110" cy="1009892"/>
          </a:xfrm>
        </p:grpSpPr>
        <p:sp>
          <p:nvSpPr>
            <p:cNvPr id="46" name="文本框 45"/>
            <p:cNvSpPr txBox="1"/>
            <p:nvPr/>
          </p:nvSpPr>
          <p:spPr>
            <a:xfrm>
              <a:off x="1806000" y="2349127"/>
              <a:ext cx="2133781" cy="30114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16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text addition</a:t>
              </a:r>
              <a:endPara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626835" y="2687681"/>
              <a:ext cx="2492110" cy="67133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print the presentation and make it </a:t>
              </a:r>
              <a:r>
                <a:rPr lang="en-US" altLang="zh-CN" sz="1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film</a:t>
              </a:r>
              <a:endPara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6797366" y="2335636"/>
            <a:ext cx="2801722" cy="1135358"/>
            <a:chOff x="1626835" y="2349127"/>
            <a:chExt cx="2492110" cy="1009892"/>
          </a:xfrm>
        </p:grpSpPr>
        <p:sp>
          <p:nvSpPr>
            <p:cNvPr id="49" name="文本框 48"/>
            <p:cNvSpPr txBox="1"/>
            <p:nvPr/>
          </p:nvSpPr>
          <p:spPr>
            <a:xfrm>
              <a:off x="1806000" y="2349127"/>
              <a:ext cx="2133781" cy="30114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16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text addition</a:t>
              </a:r>
              <a:endPara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1626835" y="2687681"/>
              <a:ext cx="2492110" cy="67133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print the presentation and make it </a:t>
              </a:r>
              <a:r>
                <a:rPr lang="en-US" altLang="zh-CN" sz="1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film</a:t>
              </a:r>
              <a:endPara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8731685" y="4693466"/>
            <a:ext cx="2801722" cy="1135358"/>
            <a:chOff x="1626835" y="2349127"/>
            <a:chExt cx="2492110" cy="1009892"/>
          </a:xfrm>
        </p:grpSpPr>
        <p:sp>
          <p:nvSpPr>
            <p:cNvPr id="52" name="文本框 51"/>
            <p:cNvSpPr txBox="1"/>
            <p:nvPr/>
          </p:nvSpPr>
          <p:spPr>
            <a:xfrm>
              <a:off x="1806000" y="2349127"/>
              <a:ext cx="2133781" cy="30114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16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text addition</a:t>
              </a:r>
              <a:endPara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1626835" y="2687681"/>
              <a:ext cx="2492110" cy="67133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print the presentation and make it </a:t>
              </a:r>
              <a:r>
                <a:rPr lang="en-US" altLang="zh-CN" sz="1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film</a:t>
              </a:r>
              <a:endPara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4742785" y="4693466"/>
            <a:ext cx="2801722" cy="1135358"/>
            <a:chOff x="1626835" y="2349127"/>
            <a:chExt cx="2492110" cy="1009892"/>
          </a:xfrm>
        </p:grpSpPr>
        <p:sp>
          <p:nvSpPr>
            <p:cNvPr id="55" name="文本框 54"/>
            <p:cNvSpPr txBox="1"/>
            <p:nvPr/>
          </p:nvSpPr>
          <p:spPr>
            <a:xfrm>
              <a:off x="1806000" y="2349127"/>
              <a:ext cx="2133781" cy="30114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16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text addition</a:t>
              </a:r>
              <a:endPara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1626835" y="2687681"/>
              <a:ext cx="2492110" cy="67133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print the presentation and make it </a:t>
              </a:r>
              <a:r>
                <a:rPr lang="en-US" altLang="zh-CN" sz="1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film</a:t>
              </a:r>
              <a:endPara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681612" y="4693466"/>
            <a:ext cx="2801722" cy="1135358"/>
            <a:chOff x="1626835" y="2349127"/>
            <a:chExt cx="2492110" cy="1009892"/>
          </a:xfrm>
        </p:grpSpPr>
        <p:sp>
          <p:nvSpPr>
            <p:cNvPr id="58" name="文本框 57"/>
            <p:cNvSpPr txBox="1"/>
            <p:nvPr/>
          </p:nvSpPr>
          <p:spPr>
            <a:xfrm>
              <a:off x="1806000" y="2349127"/>
              <a:ext cx="2133781" cy="30114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16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text addition</a:t>
              </a:r>
              <a:endPara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1626835" y="2687681"/>
              <a:ext cx="2492110" cy="67133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print the presentation and make it </a:t>
              </a:r>
              <a:r>
                <a:rPr lang="en-US" altLang="zh-CN" sz="1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film</a:t>
              </a:r>
              <a:endPara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</p:grpSp>
      <p:sp>
        <p:nvSpPr>
          <p:cNvPr id="32" name="文本框 31"/>
          <p:cNvSpPr txBox="1"/>
          <p:nvPr/>
        </p:nvSpPr>
        <p:spPr>
          <a:xfrm>
            <a:off x="2325370" y="537845"/>
            <a:ext cx="528574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4400" b="1" dirty="0">
                <a:gradFill>
                  <a:gsLst>
                    <a:gs pos="0">
                      <a:srgbClr val="3A543B"/>
                    </a:gs>
                    <a:gs pos="100000">
                      <a:srgbClr val="AA9D67"/>
                    </a:gs>
                  </a:gsLst>
                  <a:lin ang="0" scaled="0"/>
                </a:gradFill>
                <a:latin typeface="Arial" panose="020B0604020202090204" pitchFamily="34" charset="0"/>
                <a:ea typeface="张海山锐线体2.0" panose="02000000000000000000" pitchFamily="2" charset="-122"/>
                <a:cs typeface="Arial" panose="020B0604020202090204" pitchFamily="34" charset="0"/>
              </a:rPr>
              <a:t>Title text addition</a:t>
            </a:r>
            <a:endParaRPr lang="en-US" altLang="zh-CN" sz="4400" b="1" dirty="0">
              <a:gradFill>
                <a:gsLst>
                  <a:gs pos="0">
                    <a:srgbClr val="3A543B"/>
                  </a:gs>
                  <a:gs pos="100000">
                    <a:srgbClr val="AA9D67"/>
                  </a:gs>
                </a:gsLst>
                <a:lin ang="0" scaled="0"/>
              </a:gradFill>
              <a:latin typeface="Arial" panose="020B0604020202090204" pitchFamily="34" charset="0"/>
              <a:ea typeface="张海山锐线体2.0" panose="02000000000000000000" pitchFamily="2" charset="-122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4E5E0"/>
            </a:gs>
            <a:gs pos="100000">
              <a:srgbClr val="F0F0F0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840" t="6602" r="6244" b="6074"/>
          <a:stretch>
            <a:fillRect/>
          </a:stretch>
        </p:blipFill>
        <p:spPr>
          <a:xfrm flipV="1">
            <a:off x="5209115" y="612330"/>
            <a:ext cx="3924619" cy="5289705"/>
          </a:xfrm>
          <a:custGeom>
            <a:avLst/>
            <a:gdLst>
              <a:gd name="connsiteX0" fmla="*/ 180303 w 2369712"/>
              <a:gd name="connsiteY0" fmla="*/ 180304 h 3193960"/>
              <a:gd name="connsiteX1" fmla="*/ 180303 w 2369712"/>
              <a:gd name="connsiteY1" fmla="*/ 2991118 h 3193960"/>
              <a:gd name="connsiteX2" fmla="*/ 2176528 w 2369712"/>
              <a:gd name="connsiteY2" fmla="*/ 2991118 h 3193960"/>
              <a:gd name="connsiteX3" fmla="*/ 2176528 w 2369712"/>
              <a:gd name="connsiteY3" fmla="*/ 180304 h 3193960"/>
              <a:gd name="connsiteX4" fmla="*/ 0 w 2369712"/>
              <a:gd name="connsiteY4" fmla="*/ 0 h 3193960"/>
              <a:gd name="connsiteX5" fmla="*/ 2369712 w 2369712"/>
              <a:gd name="connsiteY5" fmla="*/ 0 h 3193960"/>
              <a:gd name="connsiteX6" fmla="*/ 2369712 w 2369712"/>
              <a:gd name="connsiteY6" fmla="*/ 3193960 h 3193960"/>
              <a:gd name="connsiteX7" fmla="*/ 0 w 2369712"/>
              <a:gd name="connsiteY7" fmla="*/ 3193960 h 3193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69712" h="3193960">
                <a:moveTo>
                  <a:pt x="180303" y="180304"/>
                </a:moveTo>
                <a:lnTo>
                  <a:pt x="180303" y="2991118"/>
                </a:lnTo>
                <a:lnTo>
                  <a:pt x="2176528" y="2991118"/>
                </a:lnTo>
                <a:lnTo>
                  <a:pt x="2176528" y="180304"/>
                </a:lnTo>
                <a:close/>
                <a:moveTo>
                  <a:pt x="0" y="0"/>
                </a:moveTo>
                <a:lnTo>
                  <a:pt x="2369712" y="0"/>
                </a:lnTo>
                <a:lnTo>
                  <a:pt x="2369712" y="3193960"/>
                </a:lnTo>
                <a:lnTo>
                  <a:pt x="0" y="3193960"/>
                </a:lnTo>
                <a:close/>
              </a:path>
            </a:pathLst>
          </a:cu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5" t="5898" r="33568" b="7130"/>
          <a:stretch>
            <a:fillRect/>
          </a:stretch>
        </p:blipFill>
        <p:spPr>
          <a:xfrm>
            <a:off x="1257448" y="2201607"/>
            <a:ext cx="8814613" cy="5016612"/>
          </a:xfrm>
          <a:prstGeom prst="rect">
            <a:avLst/>
          </a:prstGeom>
        </p:spPr>
      </p:pic>
      <p:sp>
        <p:nvSpPr>
          <p:cNvPr id="6" name="Rectangle 13"/>
          <p:cNvSpPr>
            <a:spLocks noChangeArrowheads="1"/>
          </p:cNvSpPr>
          <p:nvPr/>
        </p:nvSpPr>
        <p:spPr bwMode="auto">
          <a:xfrm rot="5400000">
            <a:off x="2598761" y="-1180800"/>
            <a:ext cx="915746" cy="869424"/>
          </a:xfrm>
          <a:prstGeom prst="rect">
            <a:avLst/>
          </a:prstGeom>
          <a:solidFill>
            <a:srgbClr val="3A543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 bwMode="auto">
          <a:xfrm rot="5400000">
            <a:off x="3468185" y="-1180800"/>
            <a:ext cx="915746" cy="869424"/>
          </a:xfrm>
          <a:prstGeom prst="rect">
            <a:avLst/>
          </a:prstGeom>
          <a:solidFill>
            <a:srgbClr val="AA9D6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518047" y="1173539"/>
            <a:ext cx="3306754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>
                <a:gradFill>
                  <a:gsLst>
                    <a:gs pos="0">
                      <a:srgbClr val="3A543B"/>
                    </a:gs>
                    <a:gs pos="100000">
                      <a:srgbClr val="AA9D67"/>
                    </a:gs>
                  </a:gsLst>
                  <a:lin ang="0" scaled="0"/>
                </a:gradFill>
                <a:latin typeface="Arial" panose="020B0604020202090204" pitchFamily="34" charset="0"/>
                <a:ea typeface="张海山锐线体2.0" panose="02000000000000000000" pitchFamily="2" charset="-122"/>
                <a:cs typeface="Arial" panose="020B0604020202090204" pitchFamily="34" charset="0"/>
              </a:rPr>
              <a:t>Thank  you</a:t>
            </a:r>
            <a:endParaRPr lang="zh-CN" altLang="en-US" sz="4800" b="1" dirty="0">
              <a:solidFill>
                <a:srgbClr val="3A543B"/>
              </a:solidFill>
              <a:latin typeface="张海山锐线体2.0" panose="02000000000000000000" pitchFamily="2" charset="-122"/>
              <a:ea typeface="张海山锐线体2.0" panose="020000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PA" val="v4.0.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10730</Words>
  <Application>WPS Sheets</Application>
  <PresentationFormat>宽屏</PresentationFormat>
  <Paragraphs>538</Paragraphs>
  <Slides>68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68</vt:i4>
      </vt:variant>
    </vt:vector>
  </HeadingPairs>
  <TitlesOfParts>
    <vt:vector size="91" baseType="lpstr">
      <vt:lpstr>Arial</vt:lpstr>
      <vt:lpstr>SimSun</vt:lpstr>
      <vt:lpstr>Wingdings</vt:lpstr>
      <vt:lpstr>张海山锐线体2.0</vt:lpstr>
      <vt:lpstr>冬青黑体简体中文</vt:lpstr>
      <vt:lpstr>方正兰亭超细黑简体</vt:lpstr>
      <vt:lpstr>Century Gothic</vt:lpstr>
      <vt:lpstr>苹方-简</vt:lpstr>
      <vt:lpstr>Microsoft YaHei</vt:lpstr>
      <vt:lpstr>汉仪旗黑</vt:lpstr>
      <vt:lpstr>Arial Unicode MS</vt:lpstr>
      <vt:lpstr>宋体-简</vt:lpstr>
      <vt:lpstr>黑体-简</vt:lpstr>
      <vt:lpstr>等线 Light</vt:lpstr>
      <vt:lpstr>等线</vt:lpstr>
      <vt:lpstr>Calibri</vt:lpstr>
      <vt:lpstr>Helvetica Neue</vt:lpstr>
      <vt:lpstr>Calibri</vt:lpstr>
      <vt:lpstr>Cordia New</vt:lpstr>
      <vt:lpstr>Cordia New</vt:lpstr>
      <vt:lpstr>张海山锐线体2.0</vt:lpstr>
      <vt:lpstr>方正兰亭超细黑简体</vt:lpstr>
      <vt:lpstr>Office 主题​​</vt:lpstr>
      <vt:lpstr>Retrieval-Augmented Generation (RAG)</vt:lpstr>
      <vt:lpstr>Retrieval-Augmented Generation (RAG)</vt:lpstr>
      <vt:lpstr>Why Do LLMs Fail in Real Products?</vt:lpstr>
      <vt:lpstr>Real E-commerce Challenges</vt:lpstr>
      <vt:lpstr>Pure LLM Approach – Risks</vt:lpstr>
      <vt:lpstr>The Trust Problem</vt:lpstr>
      <vt:lpstr>LLMs Don’t Know Your Data</vt:lpstr>
      <vt:lpstr>What Do We Need?</vt:lpstr>
      <vt:lpstr>Retrieval + Generation</vt:lpstr>
      <vt:lpstr>What is RAG?</vt:lpstr>
      <vt:lpstr>Simple RAG Flow</vt:lpstr>
      <vt:lpstr>Core Components of RAG</vt:lpstr>
      <vt:lpstr>Data Ingestion Layer</vt:lpstr>
      <vt:lpstr>Chunking Strategy</vt:lpstr>
      <vt:lpstr>Understanding Embeddings</vt:lpstr>
      <vt:lpstr>Why Vector Databases?</vt:lpstr>
      <vt:lpstr>How Retrieval Works</vt:lpstr>
      <vt:lpstr>Context Augmentation</vt:lpstr>
      <vt:lpstr>Grounded Generation</vt:lpstr>
      <vt:lpstr>Use Case – Product Q&amp;A</vt:lpstr>
      <vt:lpstr>Use Case – Return Policy Bot</vt:lpstr>
      <vt:lpstr>Use Case – Inventory Assistant</vt:lpstr>
      <vt:lpstr>Use Case – Personalization</vt:lpstr>
      <vt:lpstr>Use Case – Review Summaries</vt:lpstr>
      <vt:lpstr>Hybrid Search</vt:lpstr>
      <vt:lpstr>Re-ranking</vt:lpstr>
      <vt:lpstr>Metadata Filtering</vt:lpstr>
      <vt:lpstr>Handling Data Freshness</vt:lpstr>
      <vt:lpstr>Guardrails in RAG</vt:lpstr>
      <vt:lpstr>Evaluating RAG Systems</vt:lpstr>
      <vt:lpstr>Production Architecture</vt:lpstr>
      <vt:lpstr>Scaling Strategy</vt:lpstr>
      <vt:lpstr>Cost Optimization</vt:lpstr>
      <vt:lpstr>Latency Optimization</vt:lpstr>
      <vt:lpstr>Starter Project – FAQ Bot</vt:lpstr>
      <vt:lpstr>Starter Project – Product Expert Bot</vt:lpstr>
      <vt:lpstr>Starter Project – Review Recommender</vt:lpstr>
      <vt:lpstr>Starter Project – Seller Assistant</vt:lpstr>
      <vt:lpstr>Common Mistakes</vt:lpstr>
      <vt:lpstr>When NOT to Use RAG</vt:lpstr>
      <vt:lpstr>RAG vs Fine-Tuning</vt:lpstr>
      <vt:lpstr>RAG + Agents</vt:lpstr>
      <vt:lpstr>Multimodal RAG</vt:lpstr>
      <vt:lpstr>Graph RAG</vt:lpstr>
      <vt:lpstr>End-to-End Flow Recap</vt:lpstr>
      <vt:lpstr>Final Thought – RAG is About Trust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PC</dc:creator>
  <cp:lastModifiedBy>shukranaahmed</cp:lastModifiedBy>
  <cp:revision>59</cp:revision>
  <dcterms:created xsi:type="dcterms:W3CDTF">2026-02-24T07:11:02Z</dcterms:created>
  <dcterms:modified xsi:type="dcterms:W3CDTF">2026-02-24T07:11:02Z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1033-12.1.23155.23155</vt:lpwstr>
  </property>
  <property fmtid="{D5CDD505-2E9C-101B-9397-08002B2CF9AE}" pid="3" name="ICV">
    <vt:lpwstr>B01E7C914F18A768734E9D699A6543DC_41</vt:lpwstr>
  </property>
</Properties>
</file>